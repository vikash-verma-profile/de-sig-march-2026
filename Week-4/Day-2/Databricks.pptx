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96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0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3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5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1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2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6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40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8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80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61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data analytics platform</a:t>
            </a:r>
          </a:p>
          <a:p>
            <a:r>
              <a:t>Built on Apache Spark</a:t>
            </a:r>
          </a:p>
          <a:p>
            <a:r>
              <a:t>Supports data engineering, data science, ML</a:t>
            </a:r>
          </a:p>
          <a:p>
            <a:r>
              <a:t>Lakehouse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Databricks?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platform (Data + AI)</a:t>
            </a:r>
          </a:p>
          <a:p>
            <a:r>
              <a:t>Collaborative notebooks</a:t>
            </a:r>
          </a:p>
          <a:p>
            <a:r>
              <a:t>Scalable and cloud-native</a:t>
            </a:r>
          </a:p>
          <a:p>
            <a:r>
              <a:t>Optimized Spark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Lakehouse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Data Lake + Data Warehouse</a:t>
            </a:r>
          </a:p>
          <a:p>
            <a:r>
              <a:t>Supports structured and unstructured data</a:t>
            </a:r>
          </a:p>
          <a:p>
            <a:r>
              <a:t>ACID transactions via Delta Lake</a:t>
            </a:r>
          </a:p>
          <a:p>
            <a:r>
              <a:t>Schema enforcement and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Workspaces</a:t>
            </a:r>
          </a:p>
          <a:p>
            <a:r>
              <a:t>Clusters</a:t>
            </a:r>
          </a:p>
          <a:p>
            <a:r>
              <a:t>Notebooks</a:t>
            </a:r>
          </a:p>
          <a:p>
            <a:r>
              <a:t>Jobs</a:t>
            </a:r>
          </a:p>
          <a:p>
            <a:r>
              <a:t>DBFS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All-purpose clusters</a:t>
            </a:r>
          </a:p>
          <a:p>
            <a:r>
              <a:t>Job clusters</a:t>
            </a:r>
          </a:p>
          <a:p>
            <a:r>
              <a:t>Auto-scaling</a:t>
            </a:r>
          </a:p>
          <a:p>
            <a:r>
              <a:t>Cluster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Spark runtime</a:t>
            </a:r>
          </a:p>
          <a:p>
            <a:r>
              <a:t>Includes ML and GenAI libraries</a:t>
            </a:r>
          </a:p>
          <a:p>
            <a:r>
              <a:t>Photon engine for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ACID transactions</a:t>
            </a:r>
          </a:p>
          <a:p>
            <a:r>
              <a:t>Time travel</a:t>
            </a:r>
          </a:p>
          <a:p>
            <a:r>
              <a:t>Schema evolution</a:t>
            </a:r>
          </a:p>
          <a:p>
            <a:r>
              <a:t>Upserts (MERGE)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pipelines</a:t>
            </a:r>
          </a:p>
          <a:p>
            <a:r>
              <a:t>Batch and streaming processing</a:t>
            </a:r>
          </a:p>
          <a:p>
            <a:r>
              <a:t>Auto Loader</a:t>
            </a:r>
          </a:p>
          <a:p>
            <a:r>
              <a:t>Delta Live 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MLflow integration</a:t>
            </a:r>
          </a:p>
          <a:p>
            <a:r>
              <a:t>Experiment tracking</a:t>
            </a:r>
          </a:p>
          <a:p>
            <a:r>
              <a:t>Model registry</a:t>
            </a:r>
          </a:p>
          <a:p>
            <a:r>
              <a:t>Feature 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analytics</a:t>
            </a:r>
          </a:p>
          <a:p>
            <a:r>
              <a:t>Dashboards</a:t>
            </a:r>
          </a:p>
          <a:p>
            <a:r>
              <a:t>BI tool integration</a:t>
            </a:r>
          </a:p>
          <a:p>
            <a:r>
              <a:t>Serverless SQL warehouses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Unity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governance</a:t>
            </a:r>
          </a:p>
          <a:p>
            <a:r>
              <a:t>Fine-grained access control</a:t>
            </a:r>
          </a:p>
          <a:p>
            <a:r>
              <a:t>Data lineage</a:t>
            </a:r>
          </a:p>
          <a:p>
            <a:r>
              <a:t>Audit logging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orchestration</a:t>
            </a:r>
          </a:p>
          <a:p>
            <a:r>
              <a:t>Task dependencies</a:t>
            </a:r>
          </a:p>
          <a:p>
            <a:r>
              <a:t>Scheduling</a:t>
            </a:r>
          </a:p>
          <a:p>
            <a:r>
              <a:t>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Azure, AWS, GCP</a:t>
            </a:r>
          </a:p>
          <a:p>
            <a:r>
              <a:t>Power BI, Tableau</a:t>
            </a:r>
          </a:p>
          <a:p>
            <a:r>
              <a:t>Kafka, Event Hubs</a:t>
            </a:r>
          </a:p>
          <a:p>
            <a:r>
              <a:t>REST APIs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Delta format</a:t>
            </a:r>
          </a:p>
          <a:p>
            <a:r>
              <a:t>Optimize file sizes</a:t>
            </a:r>
          </a:p>
          <a:p>
            <a:r>
              <a:t>Partition wisely</a:t>
            </a:r>
          </a:p>
          <a:p>
            <a:r>
              <a:t>Use caching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lakehouse</a:t>
            </a:r>
          </a:p>
          <a:p>
            <a:r>
              <a:t>Real-time analytics</a:t>
            </a:r>
          </a:p>
          <a:p>
            <a:r>
              <a:t>Fraud detection</a:t>
            </a:r>
          </a:p>
          <a:p>
            <a:r>
              <a:t>Recommendation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analytics platform</a:t>
            </a:r>
          </a:p>
          <a:p>
            <a:r>
              <a:t>Scalable and high performance</a:t>
            </a:r>
          </a:p>
          <a:p>
            <a:r>
              <a:t>Strong governance and security</a:t>
            </a:r>
          </a:p>
          <a:p>
            <a:r>
              <a:t>Future-ready for AI workloads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209</Words>
  <Application>Microsoft Office PowerPoint</Application>
  <PresentationFormat>On-screen Show (4:3)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</vt:lpstr>
      <vt:lpstr>Databricks Overview</vt:lpstr>
      <vt:lpstr>Why Databricks?</vt:lpstr>
      <vt:lpstr>Lakehouse Architecture</vt:lpstr>
      <vt:lpstr>Core Components</vt:lpstr>
      <vt:lpstr>Clusters</vt:lpstr>
      <vt:lpstr>Databricks Runtime</vt:lpstr>
      <vt:lpstr>Delta Lake</vt:lpstr>
      <vt:lpstr>Data Engineering</vt:lpstr>
      <vt:lpstr>Data Science &amp; ML</vt:lpstr>
      <vt:lpstr>Databricks SQL</vt:lpstr>
      <vt:lpstr>Unity Catalog</vt:lpstr>
      <vt:lpstr>Workflows</vt:lpstr>
      <vt:lpstr>Integration</vt:lpstr>
      <vt:lpstr>Best Practices</vt:lpstr>
      <vt:lpstr>Use Cases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2026-04-21T04:40:18Z</dcterms:modified>
  <cp:category/>
</cp:coreProperties>
</file>