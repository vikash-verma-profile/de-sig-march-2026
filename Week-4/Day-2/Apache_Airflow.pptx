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70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5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4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3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9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20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0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23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30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4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51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Airflow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workflow orchestration tool</a:t>
            </a:r>
          </a:p>
          <a:p>
            <a:r>
              <a:t>Developed by Airbnb, now part of Apache</a:t>
            </a:r>
          </a:p>
          <a:p>
            <a:r>
              <a:t>Used for scheduling, monitoring, and managing workflows</a:t>
            </a:r>
          </a:p>
          <a:p>
            <a:r>
              <a:t>Python-based and highly extensible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Airflow?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Programmatic workflows using Python</a:t>
            </a:r>
          </a:p>
          <a:p>
            <a:r>
              <a:t>Dynamic pipeline generation</a:t>
            </a:r>
          </a:p>
          <a:p>
            <a:r>
              <a:t>Rich UI for monitoring</a:t>
            </a:r>
          </a:p>
          <a:p>
            <a:r>
              <a:t>Scalable and distributed execution</a:t>
            </a:r>
          </a:p>
          <a:p>
            <a:r>
              <a:t>Strong community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DAG (Directed Acyclic Graph)</a:t>
            </a:r>
          </a:p>
          <a:p>
            <a:r>
              <a:t>Task</a:t>
            </a:r>
          </a:p>
          <a:p>
            <a:r>
              <a:t>Operator</a:t>
            </a:r>
          </a:p>
          <a:p>
            <a:r>
              <a:t>Scheduler</a:t>
            </a:r>
          </a:p>
          <a:p>
            <a:r>
              <a:t>Executor</a:t>
            </a:r>
          </a:p>
          <a:p>
            <a:r>
              <a:t>Worker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a workflow</a:t>
            </a:r>
          </a:p>
          <a:p>
            <a:r>
              <a:t>Collection of tasks with dependencies</a:t>
            </a:r>
          </a:p>
          <a:p>
            <a:r>
              <a:t>No cycles allowed</a:t>
            </a:r>
          </a:p>
          <a:p>
            <a:r>
              <a:t>Written in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Tasks and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Instance of work</a:t>
            </a:r>
          </a:p>
          <a:p>
            <a:r>
              <a:t>Operator: Template for task</a:t>
            </a:r>
          </a:p>
          <a:p>
            <a:r>
              <a:t>Examples: BashOperator, PythonOperator</a:t>
            </a:r>
          </a:p>
          <a:p>
            <a:r>
              <a:t>Custom operators 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Server: UI</a:t>
            </a:r>
          </a:p>
          <a:p>
            <a:r>
              <a:t>Scheduler: Triggers tasks</a:t>
            </a:r>
          </a:p>
          <a:p>
            <a:r>
              <a:t>Executor: Runs tasks</a:t>
            </a:r>
          </a:p>
          <a:p>
            <a:r>
              <a:t>Metadata DB: Stores state</a:t>
            </a:r>
          </a:p>
          <a:p>
            <a:r>
              <a:t>Workers: Execute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Executors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Executor</a:t>
            </a:r>
          </a:p>
          <a:p>
            <a:r>
              <a:t>Local Executor</a:t>
            </a:r>
          </a:p>
          <a:p>
            <a:r>
              <a:t>Celery Executor</a:t>
            </a:r>
          </a:p>
          <a:p>
            <a:r>
              <a:t>Kubernetes Executor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in Airflow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Cron expressions supported</a:t>
            </a:r>
          </a:p>
          <a:p>
            <a:r>
              <a:t>start_date and schedule_interval</a:t>
            </a:r>
          </a:p>
          <a:p>
            <a:r>
              <a:t>Backfilling and catchup</a:t>
            </a:r>
          </a:p>
          <a:p>
            <a:r>
              <a:t>Manual triggers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DAG visualization</a:t>
            </a:r>
          </a:p>
          <a:p>
            <a:r>
              <a:t>Task status monitoring</a:t>
            </a:r>
          </a:p>
          <a:p>
            <a:r>
              <a:t>Logs inspection</a:t>
            </a:r>
          </a:p>
          <a:p>
            <a:r>
              <a:t>Trigger and manage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XComs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XCom: Cross-task communication</a:t>
            </a:r>
          </a:p>
          <a:p>
            <a:r>
              <a:t>Variables: Global config storage</a:t>
            </a:r>
          </a:p>
          <a:p>
            <a:r>
              <a:t>Connections: External system credentials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setup</a:t>
            </a:r>
          </a:p>
          <a:p>
            <a:r>
              <a:t>Docker-based deployment</a:t>
            </a:r>
          </a:p>
          <a:p>
            <a:r>
              <a:t>Kubernetes deployment</a:t>
            </a:r>
          </a:p>
          <a:p>
            <a:r>
              <a:t>Managed services like MWAA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DAGs simple</a:t>
            </a:r>
          </a:p>
          <a:p>
            <a:r>
              <a:t>Avoid heavy processing in scheduler</a:t>
            </a:r>
          </a:p>
          <a:p>
            <a:r>
              <a:t>Use modular code</a:t>
            </a:r>
          </a:p>
          <a:p>
            <a:r>
              <a:t>Enable logging and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pipelines</a:t>
            </a:r>
          </a:p>
          <a:p>
            <a:r>
              <a:t>Data engineering workflows</a:t>
            </a:r>
          </a:p>
          <a:p>
            <a:r>
              <a:t>ML pipelines</a:t>
            </a:r>
          </a:p>
          <a:p>
            <a:r>
              <a:t>DevOps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Airflow vs Other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Airflow vs Cron</a:t>
            </a:r>
          </a:p>
          <a:p>
            <a:r>
              <a:t>Airflow vs Luigi</a:t>
            </a:r>
          </a:p>
          <a:p>
            <a:r>
              <a:t>Airflow vs Prefect</a:t>
            </a:r>
          </a:p>
          <a:p>
            <a:r>
              <a:t>Airflow vs Azkaban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Powerful orchestration tool</a:t>
            </a:r>
          </a:p>
          <a:p>
            <a:r>
              <a:t>Highly scalable and flexible</a:t>
            </a:r>
          </a:p>
          <a:p>
            <a:r>
              <a:t>Widely used in data engineering</a:t>
            </a:r>
          </a:p>
          <a:p>
            <a:r>
              <a:t>Essential for modern data pipelines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259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Apache Airflow Overview</vt:lpstr>
      <vt:lpstr>Why Airflow?</vt:lpstr>
      <vt:lpstr>Core Concepts</vt:lpstr>
      <vt:lpstr>What is a DAG?</vt:lpstr>
      <vt:lpstr>Tasks and Operators</vt:lpstr>
      <vt:lpstr>Airflow Architecture</vt:lpstr>
      <vt:lpstr>Airflow Executors</vt:lpstr>
      <vt:lpstr>Scheduling in Airflow</vt:lpstr>
      <vt:lpstr>Airflow UI</vt:lpstr>
      <vt:lpstr>XComs and Variables</vt:lpstr>
      <vt:lpstr>Airflow Deployment Options</vt:lpstr>
      <vt:lpstr>Best Practices</vt:lpstr>
      <vt:lpstr>Common Use Cases</vt:lpstr>
      <vt:lpstr>Airflow vs Other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2026-04-21T04:38:47Z</dcterms:modified>
  <cp:category/>
</cp:coreProperties>
</file>