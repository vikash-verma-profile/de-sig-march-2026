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— Snowflake Architecture &amp;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Snowflake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Snowflake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Cloud-native data platform</a:t>
            </a:r>
          </a:p>
          <a:p>
            <a:r>
              <a:t>- Data warehouse + data lake capabilities</a:t>
            </a:r>
          </a:p>
          <a:p>
            <a:r>
              <a:t>- Supports structured &amp; semi-structured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Differentiators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Separation of storage &amp; compute</a:t>
            </a:r>
          </a:p>
          <a:p>
            <a:r>
              <a:t>- Multi-cluster architecture</a:t>
            </a:r>
          </a:p>
          <a:p>
            <a:r>
              <a:t>- Zero copy cloning</a:t>
            </a:r>
          </a:p>
          <a:p>
            <a:r>
              <a:t>- Time travel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Storage Layer</a:t>
            </a:r>
          </a:p>
          <a:p>
            <a:r>
              <a:t>- Compute Layer</a:t>
            </a:r>
          </a:p>
          <a:p>
            <a:r>
              <a:t>- Cloud Services Layer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Centralized data storage</a:t>
            </a:r>
          </a:p>
          <a:p>
            <a:r>
              <a:t>- Compressed &amp; optimized</a:t>
            </a:r>
          </a:p>
          <a:p>
            <a:r>
              <a:t>- Managed by Snowflake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Compute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Virtual warehouses</a:t>
            </a:r>
          </a:p>
          <a:p>
            <a:r>
              <a:t>- Independent compute clusters</a:t>
            </a:r>
          </a:p>
          <a:p>
            <a:r>
              <a:t>- Execute queries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Services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Metadata management</a:t>
            </a:r>
          </a:p>
          <a:p>
            <a:r>
              <a:t>- Query optimization</a:t>
            </a:r>
          </a:p>
          <a:p>
            <a:r>
              <a:t>- Security &amp; access control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Separation of Storage &amp; Compute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Independent scaling</a:t>
            </a:r>
          </a:p>
          <a:p>
            <a:r>
              <a:t>- Cost efficiency</a:t>
            </a:r>
          </a:p>
          <a:p>
            <a:r>
              <a:t>- No resource contention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Virtual Warehouse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Compute clusters</a:t>
            </a:r>
          </a:p>
          <a:p>
            <a:r>
              <a:t>- Start/stop independently</a:t>
            </a:r>
          </a:p>
          <a:p>
            <a:r>
              <a:t>- Multiple warehouses for workloads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Scalability (Multi-Cluster)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Auto scale clusters</a:t>
            </a:r>
          </a:p>
          <a:p>
            <a:r>
              <a:t>- Handle concurrency</a:t>
            </a:r>
          </a:p>
          <a:p>
            <a:r>
              <a:t>- Improve performance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 Travel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Access historical data</a:t>
            </a:r>
          </a:p>
          <a:p>
            <a:r>
              <a:t>- Recover deleted data</a:t>
            </a:r>
          </a:p>
          <a:p>
            <a:r>
              <a:t>- Configurable retention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Fail-safe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Disaster recovery</a:t>
            </a:r>
          </a:p>
          <a:p>
            <a:r>
              <a:t>- 7-day retention after Time Travel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Zero Copy Cloning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Instant copy of data</a:t>
            </a:r>
          </a:p>
          <a:p>
            <a:r>
              <a:t>- No storage duplication</a:t>
            </a:r>
          </a:p>
          <a:p>
            <a:r>
              <a:t>- Useful for testing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 — Account &amp; Access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Security &amp; access control in Snowflake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Account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Organization</a:t>
            </a:r>
          </a:p>
          <a:p>
            <a:r>
              <a:t>- Account</a:t>
            </a:r>
          </a:p>
          <a:p>
            <a:r>
              <a:t>- Databases &amp; schemas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Roles, Users, Grants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Users assigned roles</a:t>
            </a:r>
          </a:p>
          <a:p>
            <a:r>
              <a:t>- Roles grant privileges</a:t>
            </a:r>
          </a:p>
          <a:p>
            <a:r>
              <a:t>- Grants control access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RBAC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Role-based access control</a:t>
            </a:r>
          </a:p>
          <a:p>
            <a:r>
              <a:t>- Hierarchical roles</a:t>
            </a:r>
          </a:p>
          <a:p>
            <a:r>
              <a:t>- Secure access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Account → Database → Schema → Object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Secure Access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Principle of least privilege</a:t>
            </a:r>
          </a:p>
          <a:p>
            <a:r>
              <a:t>- Use custom roles</a:t>
            </a:r>
          </a:p>
          <a:p>
            <a:r>
              <a:t>- Avoid ACCOUNTADMIN misuse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Snowsight UI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Web UI for Snowflake</a:t>
            </a:r>
          </a:p>
          <a:p>
            <a:r>
              <a:t>- Query editor</a:t>
            </a:r>
          </a:p>
          <a:p>
            <a:r>
              <a:t>- Monitoring dashboards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Warehouse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Monitor queries</a:t>
            </a:r>
          </a:p>
          <a:p>
            <a:r>
              <a:t>- Track performance</a:t>
            </a:r>
          </a:p>
          <a:p>
            <a:r>
              <a:t>- Analyze usage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3 — Virtual Warehouses &amp; Compute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Compute management in Snowflake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Creating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CREATE WAREHOUSE command</a:t>
            </a:r>
          </a:p>
          <a:p>
            <a:r>
              <a:t>- Configure size</a:t>
            </a:r>
          </a:p>
          <a:p>
            <a:r>
              <a:t>- Assign roles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Warehouse 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XS to 6XL</a:t>
            </a:r>
          </a:p>
          <a:p>
            <a:r>
              <a:t>- Based on workload</a:t>
            </a:r>
          </a:p>
          <a:p>
            <a:r>
              <a:t>- Scale up/down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Scaling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Auto suspend</a:t>
            </a:r>
          </a:p>
          <a:p>
            <a:r>
              <a:t>- Auto resume</a:t>
            </a:r>
          </a:p>
          <a:p>
            <a:r>
              <a:t>- Multi-cluster scaling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Warehouse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Pay per second</a:t>
            </a:r>
          </a:p>
          <a:p>
            <a:r>
              <a:t>- Based on size &amp; runtime</a:t>
            </a:r>
          </a:p>
          <a:p>
            <a:r>
              <a:t>- Optimize usage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 Monitors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Set credit limits</a:t>
            </a:r>
          </a:p>
          <a:p>
            <a:r>
              <a:t>- Alerts on usage</a:t>
            </a:r>
          </a:p>
          <a:p>
            <a:r>
              <a:t>- Prevent overspending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Proper sizing</a:t>
            </a:r>
          </a:p>
          <a:p>
            <a:r>
              <a:t>- Avoid overloading</a:t>
            </a:r>
          </a:p>
          <a:p>
            <a:r>
              <a:t>- Use separate warehouses for workloads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