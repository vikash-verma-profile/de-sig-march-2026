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95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8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23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0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6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8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7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7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5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51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34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22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piral and curve design of a roof">
            <a:extLst>
              <a:ext uri="{FF2B5EF4-FFF2-40B4-BE49-F238E27FC236}">
                <a16:creationId xmlns:a16="http://schemas.microsoft.com/office/drawing/2014/main" id="{A017D45C-E216-8F33-6338-9050677355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r="11021" b="-2"/>
          <a:stretch>
            <a:fillRect/>
          </a:stretch>
        </p:blipFill>
        <p:spPr>
          <a:xfrm>
            <a:off x="20" y="-1"/>
            <a:ext cx="914169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53735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700" kern="1200" cap="all" spc="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Snowflake Architecture &amp;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706" y="643467"/>
            <a:ext cx="232269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/>
              <a:t>Overview of Snowflake platform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4703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Snowflake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Cloud-native data platform</a:t>
            </a:r>
          </a:p>
          <a:p>
            <a:r>
              <a:t>- Data warehouse + data lake capabilities</a:t>
            </a:r>
          </a:p>
          <a:p>
            <a:r>
              <a:t>- Supports structured &amp; semi-structured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Separation of storage &amp; compute</a:t>
            </a:r>
          </a:p>
          <a:p>
            <a:r>
              <a:t>- Multi-cluster architecture</a:t>
            </a:r>
          </a:p>
          <a:p>
            <a:r>
              <a:t>- Zero copy cloning</a:t>
            </a:r>
          </a:p>
          <a:p>
            <a:r>
              <a:t>- Time travel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Storage Layer</a:t>
            </a:r>
          </a:p>
          <a:p>
            <a:r>
              <a:t>- Compute Layer</a:t>
            </a:r>
          </a:p>
          <a:p>
            <a:r>
              <a:t>- Cloud Services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Centralized data storage</a:t>
            </a:r>
          </a:p>
          <a:p>
            <a:r>
              <a:t>- Compressed &amp; optimized</a:t>
            </a:r>
          </a:p>
          <a:p>
            <a:r>
              <a:t>- Managed by Snowflake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Virtual warehouses</a:t>
            </a:r>
          </a:p>
          <a:p>
            <a:r>
              <a:t>- Independent compute clusters</a:t>
            </a:r>
          </a:p>
          <a:p>
            <a:r>
              <a:t>- Execute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Services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Metadata management</a:t>
            </a:r>
          </a:p>
          <a:p>
            <a:r>
              <a:t>- Query optimization</a:t>
            </a:r>
          </a:p>
          <a:p>
            <a:r>
              <a:t>- Security &amp; access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Separation of Storage &amp; Compute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Independent scaling</a:t>
            </a:r>
          </a:p>
          <a:p>
            <a:r>
              <a:t>- Cost efficiency</a:t>
            </a:r>
          </a:p>
          <a:p>
            <a:r>
              <a:t>- No resource contention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Warehouse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Compute clusters</a:t>
            </a:r>
          </a:p>
          <a:p>
            <a:r>
              <a:t>- Start/stop independently</a:t>
            </a:r>
          </a:p>
          <a:p>
            <a:r>
              <a:t>- Multiple warehouses for workloads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(Multi-Cluster)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 scale clusters</a:t>
            </a:r>
          </a:p>
          <a:p>
            <a:r>
              <a:t>- Handle concurrency</a:t>
            </a:r>
          </a:p>
          <a:p>
            <a:r>
              <a:t>- Improve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Travel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Access historical data</a:t>
            </a:r>
          </a:p>
          <a:p>
            <a:r>
              <a:t>- Recover deleted data</a:t>
            </a:r>
          </a:p>
          <a:p>
            <a:r>
              <a:t>- Configurable retention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Fail-safe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Disaster recovery</a:t>
            </a:r>
          </a:p>
          <a:p>
            <a:r>
              <a:t>- 7-day retention after Time Travel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Copy Cloning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Instant copy of data</a:t>
            </a:r>
          </a:p>
          <a:p>
            <a:r>
              <a:t>- No storage duplication</a:t>
            </a:r>
          </a:p>
          <a:p>
            <a:r>
              <a:t>- Useful for testing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Account &amp; Access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&amp; access control in Snowflake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Organization</a:t>
            </a:r>
          </a:p>
          <a:p>
            <a:r>
              <a:t>- Account</a:t>
            </a:r>
          </a:p>
          <a:p>
            <a:r>
              <a:t>- Databases &amp; schemas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Roles, Users, Grants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Users assigned roles</a:t>
            </a:r>
          </a:p>
          <a:p>
            <a:r>
              <a:t>- Roles grant privileges</a:t>
            </a:r>
          </a:p>
          <a:p>
            <a:r>
              <a:t>- Grants control access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RBAC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Role-based access control</a:t>
            </a:r>
          </a:p>
          <a:p>
            <a:r>
              <a:t>- Hierarchical roles</a:t>
            </a:r>
          </a:p>
          <a:p>
            <a:r>
              <a:t>- Secure access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Account → Database → Schema → Object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Access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Principle of least privilege</a:t>
            </a:r>
          </a:p>
          <a:p>
            <a:r>
              <a:t>- Use custom roles</a:t>
            </a:r>
          </a:p>
          <a:p>
            <a:r>
              <a:t>- Avoid ACCOUNTADMIN misuse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Snowsight UI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 UI for Snowflake</a:t>
            </a:r>
          </a:p>
          <a:p>
            <a:r>
              <a:t>- Query editor</a:t>
            </a:r>
          </a:p>
          <a:p>
            <a:r>
              <a:t>- Monitoring dashboards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 queries</a:t>
            </a:r>
          </a:p>
          <a:p>
            <a:r>
              <a:t>- Track performance</a:t>
            </a:r>
          </a:p>
          <a:p>
            <a:r>
              <a:t>- Analyze usage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</a:t>
            </a:r>
            <a:r>
              <a:rPr dirty="0"/>
              <a:t>Warehouses &amp; Compute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management in Snowflake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Warehouses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WAREHOUSE command</a:t>
            </a:r>
          </a:p>
          <a:p>
            <a:r>
              <a:t>- Configure size</a:t>
            </a:r>
          </a:p>
          <a:p>
            <a:r>
              <a:t>- Assign roles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XS to 6XL</a:t>
            </a:r>
          </a:p>
          <a:p>
            <a:r>
              <a:t>- Based on workload</a:t>
            </a:r>
          </a:p>
          <a:p>
            <a:r>
              <a:t>- Scale up/down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 suspend</a:t>
            </a:r>
          </a:p>
          <a:p>
            <a:r>
              <a:t>- Auto resume</a:t>
            </a:r>
          </a:p>
          <a:p>
            <a:r>
              <a:t>- Multi-cluster scaling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Pay per second</a:t>
            </a:r>
          </a:p>
          <a:p>
            <a:r>
              <a:t>- Based on size &amp; runtime</a:t>
            </a:r>
          </a:p>
          <a:p>
            <a:r>
              <a:t>- Optimize usage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Monitors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Set credit limits</a:t>
            </a:r>
          </a:p>
          <a:p>
            <a:r>
              <a:t>- Alerts on usage</a:t>
            </a:r>
          </a:p>
          <a:p>
            <a:r>
              <a:t>- Prevent overspending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Proper sizing</a:t>
            </a:r>
          </a:p>
          <a:p>
            <a:r>
              <a:t>- Avoid overloading</a:t>
            </a:r>
          </a:p>
          <a:p>
            <a:r>
              <a:t>- Use separate warehouses for workloads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371</Words>
  <Application>Microsoft Office PowerPoint</Application>
  <PresentationFormat>On-screen Show (4:3)</PresentationFormat>
  <Paragraphs>104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Tw Cen MT</vt:lpstr>
      <vt:lpstr>Tw Cen MT Condensed</vt:lpstr>
      <vt:lpstr>Wingdings 3</vt:lpstr>
      <vt:lpstr>Integral</vt:lpstr>
      <vt:lpstr>Snowflake Architecture &amp; Core Concepts</vt:lpstr>
      <vt:lpstr>What is Snowflake</vt:lpstr>
      <vt:lpstr>Key Differentiators</vt:lpstr>
      <vt:lpstr>Architecture Overview</vt:lpstr>
      <vt:lpstr>Storage Layer</vt:lpstr>
      <vt:lpstr>Compute Layer</vt:lpstr>
      <vt:lpstr>Cloud Services Layer</vt:lpstr>
      <vt:lpstr>Separation of Storage &amp; Compute</vt:lpstr>
      <vt:lpstr>Virtual Warehouse Fundamentals</vt:lpstr>
      <vt:lpstr>Scalability (Multi-Cluster)</vt:lpstr>
      <vt:lpstr>Time Travel</vt:lpstr>
      <vt:lpstr>Fail-safe</vt:lpstr>
      <vt:lpstr>Zero Copy Cloning</vt:lpstr>
      <vt:lpstr>Account &amp; Access Management</vt:lpstr>
      <vt:lpstr>Account Structure</vt:lpstr>
      <vt:lpstr>Roles, Users, Grants</vt:lpstr>
      <vt:lpstr>RBAC Model</vt:lpstr>
      <vt:lpstr>Access Hierarchy</vt:lpstr>
      <vt:lpstr>Secure Access Guidelines</vt:lpstr>
      <vt:lpstr>Snowsight UI Overview</vt:lpstr>
      <vt:lpstr>Warehouse Dashboard</vt:lpstr>
      <vt:lpstr>Virtual Warehouses &amp; Compute</vt:lpstr>
      <vt:lpstr>Creating Warehouses</vt:lpstr>
      <vt:lpstr>Warehouse Sizing</vt:lpstr>
      <vt:lpstr>Scaling Features</vt:lpstr>
      <vt:lpstr>Warehouse Costs</vt:lpstr>
      <vt:lpstr>Resource Monitors</vt:lpstr>
      <vt:lpstr>Performance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2026-04-09T05:31:20Z</dcterms:modified>
  <cp:category/>
</cp:coreProperties>
</file>