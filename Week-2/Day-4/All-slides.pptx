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6" r:id="rId14"/>
    <p:sldId id="277" r:id="rId15"/>
    <p:sldId id="278" r:id="rId16"/>
    <p:sldId id="279" r:id="rId17"/>
    <p:sldId id="280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09" r:id="rId42"/>
    <p:sldId id="310" r:id="rId43"/>
    <p:sldId id="311" r:id="rId44"/>
    <p:sldId id="312" r:id="rId45"/>
    <p:sldId id="313" r:id="rId46"/>
    <p:sldId id="314" r:id="rId47"/>
    <p:sldId id="315" r:id="rId48"/>
    <p:sldId id="316" r:id="rId49"/>
    <p:sldId id="317" r:id="rId50"/>
    <p:sldId id="318" r:id="rId51"/>
    <p:sldId id="319" r:id="rId52"/>
    <p:sldId id="320" r:id="rId53"/>
    <p:sldId id="321" r:id="rId54"/>
    <p:sldId id="322" r:id="rId55"/>
    <p:sldId id="323" r:id="rId56"/>
    <p:sldId id="324" r:id="rId57"/>
    <p:sldId id="326" r:id="rId58"/>
    <p:sldId id="327" r:id="rId59"/>
    <p:sldId id="328" r:id="rId60"/>
    <p:sldId id="329" r:id="rId61"/>
    <p:sldId id="330" r:id="rId62"/>
    <p:sldId id="331" r:id="rId63"/>
    <p:sldId id="332" r:id="rId64"/>
    <p:sldId id="333" r:id="rId65"/>
    <p:sldId id="334" r:id="rId66"/>
    <p:sldId id="335" r:id="rId67"/>
    <p:sldId id="336" r:id="rId68"/>
    <p:sldId id="337" r:id="rId69"/>
    <p:sldId id="338" r:id="rId70"/>
    <p:sldId id="339" r:id="rId71"/>
    <p:sldId id="340" r:id="rId72"/>
    <p:sldId id="341" r:id="rId73"/>
    <p:sldId id="342" r:id="rId74"/>
    <p:sldId id="343" r:id="rId75"/>
    <p:sldId id="344" r:id="rId76"/>
    <p:sldId id="345" r:id="rId77"/>
    <p:sldId id="346" r:id="rId78"/>
    <p:sldId id="347" r:id="rId79"/>
    <p:sldId id="348" r:id="rId80"/>
    <p:sldId id="349" r:id="rId81"/>
    <p:sldId id="350" r:id="rId82"/>
    <p:sldId id="351" r:id="rId83"/>
    <p:sldId id="352" r:id="rId84"/>
    <p:sldId id="353" r:id="rId85"/>
    <p:sldId id="354" r:id="rId86"/>
    <p:sldId id="355" r:id="rId87"/>
    <p:sldId id="356" r:id="rId88"/>
    <p:sldId id="357" r:id="rId89"/>
    <p:sldId id="358" r:id="rId90"/>
    <p:sldId id="359" r:id="rId91"/>
    <p:sldId id="360" r:id="rId92"/>
    <p:sldId id="361" r:id="rId93"/>
    <p:sldId id="362" r:id="rId94"/>
    <p:sldId id="363" r:id="rId95"/>
    <p:sldId id="364" r:id="rId96"/>
    <p:sldId id="365" r:id="rId97"/>
    <p:sldId id="366" r:id="rId98"/>
    <p:sldId id="367" r:id="rId99"/>
    <p:sldId id="368" r:id="rId100"/>
    <p:sldId id="369" r:id="rId101"/>
    <p:sldId id="370" r:id="rId102"/>
    <p:sldId id="371" r:id="rId103"/>
    <p:sldId id="372" r:id="rId104"/>
    <p:sldId id="373" r:id="rId105"/>
    <p:sldId id="374" r:id="rId106"/>
    <p:sldId id="375" r:id="rId107"/>
    <p:sldId id="376" r:id="rId108"/>
    <p:sldId id="377" r:id="rId109"/>
    <p:sldId id="378" r:id="rId110"/>
    <p:sldId id="379" r:id="rId111"/>
    <p:sldId id="380" r:id="rId112"/>
    <p:sldId id="381" r:id="rId113"/>
    <p:sldId id="382" r:id="rId114"/>
    <p:sldId id="383" r:id="rId115"/>
    <p:sldId id="384" r:id="rId116"/>
    <p:sldId id="385" r:id="rId117"/>
    <p:sldId id="386" r:id="rId118"/>
    <p:sldId id="387" r:id="rId119"/>
    <p:sldId id="388" r:id="rId120"/>
    <p:sldId id="389" r:id="rId121"/>
    <p:sldId id="390" r:id="rId122"/>
    <p:sldId id="391" r:id="rId123"/>
    <p:sldId id="392" r:id="rId124"/>
    <p:sldId id="393" r:id="rId125"/>
    <p:sldId id="394" r:id="rId126"/>
    <p:sldId id="395" r:id="rId127"/>
    <p:sldId id="396" r:id="rId128"/>
    <p:sldId id="397" r:id="rId129"/>
    <p:sldId id="398" r:id="rId130"/>
    <p:sldId id="399" r:id="rId131"/>
    <p:sldId id="400" r:id="rId132"/>
    <p:sldId id="401" r:id="rId133"/>
    <p:sldId id="402" r:id="rId134"/>
    <p:sldId id="403" r:id="rId135"/>
    <p:sldId id="404" r:id="rId136"/>
    <p:sldId id="405" r:id="rId137"/>
    <p:sldId id="406" r:id="rId138"/>
    <p:sldId id="407" r:id="rId139"/>
    <p:sldId id="408" r:id="rId140"/>
    <p:sldId id="409" r:id="rId141"/>
    <p:sldId id="410" r:id="rId142"/>
    <p:sldId id="411" r:id="rId143"/>
    <p:sldId id="412" r:id="rId144"/>
    <p:sldId id="413" r:id="rId145"/>
    <p:sldId id="414" r:id="rId146"/>
    <p:sldId id="415" r:id="rId147"/>
    <p:sldId id="416" r:id="rId148"/>
    <p:sldId id="417" r:id="rId149"/>
    <p:sldId id="418" r:id="rId150"/>
    <p:sldId id="419" r:id="rId151"/>
    <p:sldId id="420" r:id="rId152"/>
    <p:sldId id="421" r:id="rId153"/>
    <p:sldId id="422" r:id="rId154"/>
    <p:sldId id="423" r:id="rId155"/>
    <p:sldId id="424" r:id="rId156"/>
    <p:sldId id="425" r:id="rId157"/>
    <p:sldId id="426" r:id="rId158"/>
    <p:sldId id="427" r:id="rId159"/>
    <p:sldId id="428" r:id="rId160"/>
    <p:sldId id="429" r:id="rId161"/>
    <p:sldId id="430" r:id="rId162"/>
    <p:sldId id="431" r:id="rId163"/>
    <p:sldId id="432" r:id="rId164"/>
    <p:sldId id="433" r:id="rId165"/>
    <p:sldId id="434" r:id="rId166"/>
    <p:sldId id="435" r:id="rId167"/>
    <p:sldId id="436" r:id="rId168"/>
    <p:sldId id="437" r:id="rId169"/>
    <p:sldId id="438" r:id="rId170"/>
    <p:sldId id="439" r:id="rId171"/>
    <p:sldId id="440" r:id="rId172"/>
    <p:sldId id="441" r:id="rId173"/>
    <p:sldId id="442" r:id="rId174"/>
    <p:sldId id="443" r:id="rId175"/>
    <p:sldId id="444" r:id="rId176"/>
    <p:sldId id="445" r:id="rId177"/>
    <p:sldId id="446" r:id="rId178"/>
    <p:sldId id="447" r:id="rId179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77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viewProps" Target="viewProp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theme" Target="theme/theme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presProps" Target="presProps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31285" y="418338"/>
            <a:ext cx="2281428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D9D9D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D9D9D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4"/>
            <a:ext cx="9144000" cy="514345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8455914" y="3931158"/>
            <a:ext cx="490855" cy="609600"/>
          </a:xfrm>
          <a:custGeom>
            <a:avLst/>
            <a:gdLst/>
            <a:ahLst/>
            <a:cxnLst/>
            <a:rect l="l" t="t" r="r" b="b"/>
            <a:pathLst>
              <a:path w="490854" h="609600">
                <a:moveTo>
                  <a:pt x="408939" y="0"/>
                </a:moveTo>
                <a:lnTo>
                  <a:pt x="81787" y="0"/>
                </a:lnTo>
                <a:lnTo>
                  <a:pt x="49934" y="6426"/>
                </a:lnTo>
                <a:lnTo>
                  <a:pt x="23939" y="23953"/>
                </a:lnTo>
                <a:lnTo>
                  <a:pt x="6421" y="49950"/>
                </a:lnTo>
                <a:lnTo>
                  <a:pt x="0" y="81787"/>
                </a:lnTo>
                <a:lnTo>
                  <a:pt x="0" y="527811"/>
                </a:lnTo>
                <a:lnTo>
                  <a:pt x="6421" y="559649"/>
                </a:lnTo>
                <a:lnTo>
                  <a:pt x="23939" y="585646"/>
                </a:lnTo>
                <a:lnTo>
                  <a:pt x="49934" y="603173"/>
                </a:lnTo>
                <a:lnTo>
                  <a:pt x="81787" y="609599"/>
                </a:lnTo>
                <a:lnTo>
                  <a:pt x="408939" y="609599"/>
                </a:lnTo>
                <a:lnTo>
                  <a:pt x="440793" y="603173"/>
                </a:lnTo>
                <a:lnTo>
                  <a:pt x="466788" y="585646"/>
                </a:lnTo>
                <a:lnTo>
                  <a:pt x="484306" y="559649"/>
                </a:lnTo>
                <a:lnTo>
                  <a:pt x="490727" y="527811"/>
                </a:lnTo>
                <a:lnTo>
                  <a:pt x="490727" y="81787"/>
                </a:lnTo>
                <a:lnTo>
                  <a:pt x="484306" y="49950"/>
                </a:lnTo>
                <a:lnTo>
                  <a:pt x="466788" y="23953"/>
                </a:lnTo>
                <a:lnTo>
                  <a:pt x="440793" y="6426"/>
                </a:lnTo>
                <a:lnTo>
                  <a:pt x="40893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8455914" y="3931158"/>
            <a:ext cx="490855" cy="609600"/>
          </a:xfrm>
          <a:custGeom>
            <a:avLst/>
            <a:gdLst/>
            <a:ahLst/>
            <a:cxnLst/>
            <a:rect l="l" t="t" r="r" b="b"/>
            <a:pathLst>
              <a:path w="490854" h="609600">
                <a:moveTo>
                  <a:pt x="0" y="81787"/>
                </a:moveTo>
                <a:lnTo>
                  <a:pt x="6421" y="49950"/>
                </a:lnTo>
                <a:lnTo>
                  <a:pt x="23939" y="23953"/>
                </a:lnTo>
                <a:lnTo>
                  <a:pt x="49934" y="6426"/>
                </a:lnTo>
                <a:lnTo>
                  <a:pt x="81787" y="0"/>
                </a:lnTo>
                <a:lnTo>
                  <a:pt x="408939" y="0"/>
                </a:lnTo>
                <a:lnTo>
                  <a:pt x="440793" y="6426"/>
                </a:lnTo>
                <a:lnTo>
                  <a:pt x="466788" y="23953"/>
                </a:lnTo>
                <a:lnTo>
                  <a:pt x="484306" y="49950"/>
                </a:lnTo>
                <a:lnTo>
                  <a:pt x="490727" y="81787"/>
                </a:lnTo>
                <a:lnTo>
                  <a:pt x="490727" y="527811"/>
                </a:lnTo>
                <a:lnTo>
                  <a:pt x="484306" y="559649"/>
                </a:lnTo>
                <a:lnTo>
                  <a:pt x="466788" y="585646"/>
                </a:lnTo>
                <a:lnTo>
                  <a:pt x="440793" y="603173"/>
                </a:lnTo>
                <a:lnTo>
                  <a:pt x="408939" y="609599"/>
                </a:lnTo>
                <a:lnTo>
                  <a:pt x="81787" y="609599"/>
                </a:lnTo>
                <a:lnTo>
                  <a:pt x="49934" y="603173"/>
                </a:lnTo>
                <a:lnTo>
                  <a:pt x="23939" y="585646"/>
                </a:lnTo>
                <a:lnTo>
                  <a:pt x="6421" y="559649"/>
                </a:lnTo>
                <a:lnTo>
                  <a:pt x="0" y="527811"/>
                </a:lnTo>
                <a:lnTo>
                  <a:pt x="0" y="81787"/>
                </a:lnTo>
                <a:close/>
              </a:path>
            </a:pathLst>
          </a:custGeom>
          <a:ln w="25400">
            <a:solidFill>
              <a:srgbClr val="008F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458961" y="3028950"/>
            <a:ext cx="490855" cy="609600"/>
          </a:xfrm>
          <a:custGeom>
            <a:avLst/>
            <a:gdLst/>
            <a:ahLst/>
            <a:cxnLst/>
            <a:rect l="l" t="t" r="r" b="b"/>
            <a:pathLst>
              <a:path w="490854" h="609600">
                <a:moveTo>
                  <a:pt x="408940" y="0"/>
                </a:moveTo>
                <a:lnTo>
                  <a:pt x="81788" y="0"/>
                </a:lnTo>
                <a:lnTo>
                  <a:pt x="49934" y="6421"/>
                </a:lnTo>
                <a:lnTo>
                  <a:pt x="23939" y="23939"/>
                </a:lnTo>
                <a:lnTo>
                  <a:pt x="6421" y="49934"/>
                </a:lnTo>
                <a:lnTo>
                  <a:pt x="0" y="81787"/>
                </a:lnTo>
                <a:lnTo>
                  <a:pt x="0" y="527812"/>
                </a:lnTo>
                <a:lnTo>
                  <a:pt x="6421" y="559665"/>
                </a:lnTo>
                <a:lnTo>
                  <a:pt x="23939" y="585660"/>
                </a:lnTo>
                <a:lnTo>
                  <a:pt x="49934" y="603178"/>
                </a:lnTo>
                <a:lnTo>
                  <a:pt x="81788" y="609600"/>
                </a:lnTo>
                <a:lnTo>
                  <a:pt x="408940" y="609600"/>
                </a:lnTo>
                <a:lnTo>
                  <a:pt x="440793" y="603178"/>
                </a:lnTo>
                <a:lnTo>
                  <a:pt x="466788" y="585660"/>
                </a:lnTo>
                <a:lnTo>
                  <a:pt x="484306" y="559665"/>
                </a:lnTo>
                <a:lnTo>
                  <a:pt x="490728" y="527812"/>
                </a:lnTo>
                <a:lnTo>
                  <a:pt x="490728" y="81787"/>
                </a:lnTo>
                <a:lnTo>
                  <a:pt x="484306" y="49934"/>
                </a:lnTo>
                <a:lnTo>
                  <a:pt x="466788" y="23939"/>
                </a:lnTo>
                <a:lnTo>
                  <a:pt x="440793" y="6421"/>
                </a:lnTo>
                <a:lnTo>
                  <a:pt x="40894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458961" y="3028950"/>
            <a:ext cx="490855" cy="609600"/>
          </a:xfrm>
          <a:custGeom>
            <a:avLst/>
            <a:gdLst/>
            <a:ahLst/>
            <a:cxnLst/>
            <a:rect l="l" t="t" r="r" b="b"/>
            <a:pathLst>
              <a:path w="490854" h="609600">
                <a:moveTo>
                  <a:pt x="0" y="81787"/>
                </a:moveTo>
                <a:lnTo>
                  <a:pt x="6421" y="49934"/>
                </a:lnTo>
                <a:lnTo>
                  <a:pt x="23939" y="23939"/>
                </a:lnTo>
                <a:lnTo>
                  <a:pt x="49934" y="6421"/>
                </a:lnTo>
                <a:lnTo>
                  <a:pt x="81788" y="0"/>
                </a:lnTo>
                <a:lnTo>
                  <a:pt x="408940" y="0"/>
                </a:lnTo>
                <a:lnTo>
                  <a:pt x="440793" y="6421"/>
                </a:lnTo>
                <a:lnTo>
                  <a:pt x="466788" y="23939"/>
                </a:lnTo>
                <a:lnTo>
                  <a:pt x="484306" y="49934"/>
                </a:lnTo>
                <a:lnTo>
                  <a:pt x="490728" y="81787"/>
                </a:lnTo>
                <a:lnTo>
                  <a:pt x="490728" y="527812"/>
                </a:lnTo>
                <a:lnTo>
                  <a:pt x="484306" y="559665"/>
                </a:lnTo>
                <a:lnTo>
                  <a:pt x="466788" y="585660"/>
                </a:lnTo>
                <a:lnTo>
                  <a:pt x="440793" y="603178"/>
                </a:lnTo>
                <a:lnTo>
                  <a:pt x="408940" y="609600"/>
                </a:lnTo>
                <a:lnTo>
                  <a:pt x="81788" y="609600"/>
                </a:lnTo>
                <a:lnTo>
                  <a:pt x="49934" y="603178"/>
                </a:lnTo>
                <a:lnTo>
                  <a:pt x="23939" y="585660"/>
                </a:lnTo>
                <a:lnTo>
                  <a:pt x="6421" y="559665"/>
                </a:lnTo>
                <a:lnTo>
                  <a:pt x="0" y="527812"/>
                </a:lnTo>
                <a:lnTo>
                  <a:pt x="0" y="81787"/>
                </a:lnTo>
                <a:close/>
              </a:path>
            </a:pathLst>
          </a:custGeom>
          <a:ln w="25400">
            <a:solidFill>
              <a:srgbClr val="008F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8425434" y="1887474"/>
            <a:ext cx="490855" cy="609600"/>
          </a:xfrm>
          <a:custGeom>
            <a:avLst/>
            <a:gdLst/>
            <a:ahLst/>
            <a:cxnLst/>
            <a:rect l="l" t="t" r="r" b="b"/>
            <a:pathLst>
              <a:path w="490854" h="609600">
                <a:moveTo>
                  <a:pt x="408940" y="0"/>
                </a:moveTo>
                <a:lnTo>
                  <a:pt x="81788" y="0"/>
                </a:lnTo>
                <a:lnTo>
                  <a:pt x="49934" y="6421"/>
                </a:lnTo>
                <a:lnTo>
                  <a:pt x="23939" y="23939"/>
                </a:lnTo>
                <a:lnTo>
                  <a:pt x="6421" y="49934"/>
                </a:lnTo>
                <a:lnTo>
                  <a:pt x="0" y="81787"/>
                </a:lnTo>
                <a:lnTo>
                  <a:pt x="0" y="527812"/>
                </a:lnTo>
                <a:lnTo>
                  <a:pt x="6421" y="559665"/>
                </a:lnTo>
                <a:lnTo>
                  <a:pt x="23939" y="585660"/>
                </a:lnTo>
                <a:lnTo>
                  <a:pt x="49934" y="603178"/>
                </a:lnTo>
                <a:lnTo>
                  <a:pt x="81788" y="609600"/>
                </a:lnTo>
                <a:lnTo>
                  <a:pt x="408940" y="609600"/>
                </a:lnTo>
                <a:lnTo>
                  <a:pt x="440793" y="603178"/>
                </a:lnTo>
                <a:lnTo>
                  <a:pt x="466788" y="585660"/>
                </a:lnTo>
                <a:lnTo>
                  <a:pt x="484306" y="559665"/>
                </a:lnTo>
                <a:lnTo>
                  <a:pt x="490727" y="527812"/>
                </a:lnTo>
                <a:lnTo>
                  <a:pt x="490727" y="81787"/>
                </a:lnTo>
                <a:lnTo>
                  <a:pt x="484306" y="49934"/>
                </a:lnTo>
                <a:lnTo>
                  <a:pt x="466788" y="23939"/>
                </a:lnTo>
                <a:lnTo>
                  <a:pt x="440793" y="6421"/>
                </a:lnTo>
                <a:lnTo>
                  <a:pt x="408940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8425434" y="1887474"/>
            <a:ext cx="490855" cy="609600"/>
          </a:xfrm>
          <a:custGeom>
            <a:avLst/>
            <a:gdLst/>
            <a:ahLst/>
            <a:cxnLst/>
            <a:rect l="l" t="t" r="r" b="b"/>
            <a:pathLst>
              <a:path w="490854" h="609600">
                <a:moveTo>
                  <a:pt x="0" y="81787"/>
                </a:moveTo>
                <a:lnTo>
                  <a:pt x="6421" y="49934"/>
                </a:lnTo>
                <a:lnTo>
                  <a:pt x="23939" y="23939"/>
                </a:lnTo>
                <a:lnTo>
                  <a:pt x="49934" y="6421"/>
                </a:lnTo>
                <a:lnTo>
                  <a:pt x="81788" y="0"/>
                </a:lnTo>
                <a:lnTo>
                  <a:pt x="408940" y="0"/>
                </a:lnTo>
                <a:lnTo>
                  <a:pt x="440793" y="6421"/>
                </a:lnTo>
                <a:lnTo>
                  <a:pt x="466788" y="23939"/>
                </a:lnTo>
                <a:lnTo>
                  <a:pt x="484306" y="49934"/>
                </a:lnTo>
                <a:lnTo>
                  <a:pt x="490727" y="81787"/>
                </a:lnTo>
                <a:lnTo>
                  <a:pt x="490727" y="527812"/>
                </a:lnTo>
                <a:lnTo>
                  <a:pt x="484306" y="559665"/>
                </a:lnTo>
                <a:lnTo>
                  <a:pt x="466788" y="585660"/>
                </a:lnTo>
                <a:lnTo>
                  <a:pt x="440793" y="603178"/>
                </a:lnTo>
                <a:lnTo>
                  <a:pt x="408940" y="609600"/>
                </a:lnTo>
                <a:lnTo>
                  <a:pt x="81788" y="609600"/>
                </a:lnTo>
                <a:lnTo>
                  <a:pt x="49934" y="603178"/>
                </a:lnTo>
                <a:lnTo>
                  <a:pt x="23939" y="585660"/>
                </a:lnTo>
                <a:lnTo>
                  <a:pt x="6421" y="559665"/>
                </a:lnTo>
                <a:lnTo>
                  <a:pt x="0" y="527812"/>
                </a:lnTo>
                <a:lnTo>
                  <a:pt x="0" y="81787"/>
                </a:lnTo>
                <a:close/>
              </a:path>
            </a:pathLst>
          </a:custGeom>
          <a:ln w="25400">
            <a:solidFill>
              <a:srgbClr val="008F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3" name="bg 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55" y="1042416"/>
            <a:ext cx="3912108" cy="3803904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399" y="1069936"/>
            <a:ext cx="3810000" cy="370789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22779" y="418338"/>
            <a:ext cx="5298440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20061" y="1568551"/>
            <a:ext cx="5928359" cy="28009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D9D9D9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5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5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80.png"/><Relationship Id="rId7" Type="http://schemas.openxmlformats.org/officeDocument/2006/relationships/image" Target="../media/image8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68.png"/><Relationship Id="rId9" Type="http://schemas.openxmlformats.org/officeDocument/2006/relationships/image" Target="../media/image7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86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8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7" Type="http://schemas.openxmlformats.org/officeDocument/2006/relationships/image" Target="../media/image86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Relationship Id="rId4" Type="http://schemas.openxmlformats.org/officeDocument/2006/relationships/image" Target="../media/image8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3.png"/><Relationship Id="rId4" Type="http://schemas.openxmlformats.org/officeDocument/2006/relationships/image" Target="../media/image10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5" Type="http://schemas.openxmlformats.org/officeDocument/2006/relationships/image" Target="../media/image117.png"/><Relationship Id="rId4" Type="http://schemas.openxmlformats.org/officeDocument/2006/relationships/image" Target="../media/image12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7" Type="http://schemas.openxmlformats.org/officeDocument/2006/relationships/image" Target="../media/image13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130.png"/><Relationship Id="rId7" Type="http://schemas.openxmlformats.org/officeDocument/2006/relationships/image" Target="../media/image139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3" Type="http://schemas.openxmlformats.org/officeDocument/2006/relationships/image" Target="../media/image123.png"/><Relationship Id="rId7" Type="http://schemas.openxmlformats.org/officeDocument/2006/relationships/image" Target="../media/image141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10" Type="http://schemas.openxmlformats.org/officeDocument/2006/relationships/image" Target="../media/image144.png"/><Relationship Id="rId4" Type="http://schemas.openxmlformats.org/officeDocument/2006/relationships/image" Target="../media/image124.png"/><Relationship Id="rId9" Type="http://schemas.openxmlformats.org/officeDocument/2006/relationships/image" Target="../media/image14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150.png"/><Relationship Id="rId7" Type="http://schemas.openxmlformats.org/officeDocument/2006/relationships/image" Target="../media/image87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png"/><Relationship Id="rId5" Type="http://schemas.openxmlformats.org/officeDocument/2006/relationships/image" Target="../media/image89.png"/><Relationship Id="rId4" Type="http://schemas.openxmlformats.org/officeDocument/2006/relationships/image" Target="../media/image151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4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3" Type="http://schemas.openxmlformats.org/officeDocument/2006/relationships/image" Target="../media/image156.png"/><Relationship Id="rId7" Type="http://schemas.openxmlformats.org/officeDocument/2006/relationships/image" Target="../media/image160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10" Type="http://schemas.openxmlformats.org/officeDocument/2006/relationships/image" Target="../media/image163.png"/><Relationship Id="rId4" Type="http://schemas.openxmlformats.org/officeDocument/2006/relationships/image" Target="../media/image157.png"/><Relationship Id="rId9" Type="http://schemas.openxmlformats.org/officeDocument/2006/relationships/image" Target="../media/image162.png"/></Relationships>
</file>

<file path=ppt/slides/_rels/slide5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179.png"/><Relationship Id="rId26" Type="http://schemas.openxmlformats.org/officeDocument/2006/relationships/image" Target="../media/image187.png"/><Relationship Id="rId3" Type="http://schemas.openxmlformats.org/officeDocument/2006/relationships/image" Target="../media/image165.png"/><Relationship Id="rId21" Type="http://schemas.openxmlformats.org/officeDocument/2006/relationships/image" Target="../media/image182.png"/><Relationship Id="rId34" Type="http://schemas.openxmlformats.org/officeDocument/2006/relationships/image" Target="../media/image195.png"/><Relationship Id="rId7" Type="http://schemas.openxmlformats.org/officeDocument/2006/relationships/image" Target="../media/image169.png"/><Relationship Id="rId12" Type="http://schemas.openxmlformats.org/officeDocument/2006/relationships/image" Target="../media/image174.png"/><Relationship Id="rId17" Type="http://schemas.openxmlformats.org/officeDocument/2006/relationships/image" Target="../media/image178.png"/><Relationship Id="rId25" Type="http://schemas.openxmlformats.org/officeDocument/2006/relationships/image" Target="../media/image186.png"/><Relationship Id="rId33" Type="http://schemas.openxmlformats.org/officeDocument/2006/relationships/image" Target="../media/image194.png"/><Relationship Id="rId2" Type="http://schemas.openxmlformats.org/officeDocument/2006/relationships/image" Target="../media/image164.png"/><Relationship Id="rId16" Type="http://schemas.openxmlformats.org/officeDocument/2006/relationships/image" Target="../media/image177.png"/><Relationship Id="rId20" Type="http://schemas.openxmlformats.org/officeDocument/2006/relationships/image" Target="../media/image181.png"/><Relationship Id="rId29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8.png"/><Relationship Id="rId11" Type="http://schemas.openxmlformats.org/officeDocument/2006/relationships/image" Target="../media/image173.png"/><Relationship Id="rId24" Type="http://schemas.openxmlformats.org/officeDocument/2006/relationships/image" Target="../media/image185.png"/><Relationship Id="rId32" Type="http://schemas.openxmlformats.org/officeDocument/2006/relationships/image" Target="../media/image193.png"/><Relationship Id="rId5" Type="http://schemas.openxmlformats.org/officeDocument/2006/relationships/image" Target="../media/image167.png"/><Relationship Id="rId15" Type="http://schemas.openxmlformats.org/officeDocument/2006/relationships/image" Target="../media/image176.png"/><Relationship Id="rId23" Type="http://schemas.openxmlformats.org/officeDocument/2006/relationships/image" Target="../media/image184.png"/><Relationship Id="rId28" Type="http://schemas.openxmlformats.org/officeDocument/2006/relationships/image" Target="../media/image189.png"/><Relationship Id="rId10" Type="http://schemas.openxmlformats.org/officeDocument/2006/relationships/image" Target="../media/image172.png"/><Relationship Id="rId19" Type="http://schemas.openxmlformats.org/officeDocument/2006/relationships/image" Target="../media/image180.png"/><Relationship Id="rId31" Type="http://schemas.openxmlformats.org/officeDocument/2006/relationships/image" Target="../media/image192.png"/><Relationship Id="rId4" Type="http://schemas.openxmlformats.org/officeDocument/2006/relationships/image" Target="../media/image166.png"/><Relationship Id="rId9" Type="http://schemas.openxmlformats.org/officeDocument/2006/relationships/image" Target="../media/image171.png"/><Relationship Id="rId14" Type="http://schemas.openxmlformats.org/officeDocument/2006/relationships/image" Target="../media/image175.png"/><Relationship Id="rId22" Type="http://schemas.openxmlformats.org/officeDocument/2006/relationships/image" Target="../media/image183.png"/><Relationship Id="rId27" Type="http://schemas.openxmlformats.org/officeDocument/2006/relationships/image" Target="../media/image188.png"/><Relationship Id="rId30" Type="http://schemas.openxmlformats.org/officeDocument/2006/relationships/image" Target="../media/image191.png"/><Relationship Id="rId8" Type="http://schemas.openxmlformats.org/officeDocument/2006/relationships/image" Target="../media/image17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8.png"/><Relationship Id="rId4" Type="http://schemas.openxmlformats.org/officeDocument/2006/relationships/image" Target="../media/image157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0.png"/><Relationship Id="rId4" Type="http://schemas.openxmlformats.org/officeDocument/2006/relationships/image" Target="../media/image157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png"/><Relationship Id="rId13" Type="http://schemas.openxmlformats.org/officeDocument/2006/relationships/image" Target="../media/image211.png"/><Relationship Id="rId18" Type="http://schemas.openxmlformats.org/officeDocument/2006/relationships/image" Target="../media/image178.png"/><Relationship Id="rId3" Type="http://schemas.openxmlformats.org/officeDocument/2006/relationships/image" Target="../media/image202.png"/><Relationship Id="rId7" Type="http://schemas.openxmlformats.org/officeDocument/2006/relationships/image" Target="../media/image205.png"/><Relationship Id="rId12" Type="http://schemas.openxmlformats.org/officeDocument/2006/relationships/image" Target="../media/image210.png"/><Relationship Id="rId17" Type="http://schemas.openxmlformats.org/officeDocument/2006/relationships/image" Target="../media/image214.png"/><Relationship Id="rId2" Type="http://schemas.openxmlformats.org/officeDocument/2006/relationships/image" Target="../media/image201.png"/><Relationship Id="rId16" Type="http://schemas.openxmlformats.org/officeDocument/2006/relationships/image" Target="../media/image213.png"/><Relationship Id="rId20" Type="http://schemas.openxmlformats.org/officeDocument/2006/relationships/image" Target="../media/image2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4.png"/><Relationship Id="rId11" Type="http://schemas.openxmlformats.org/officeDocument/2006/relationships/image" Target="../media/image209.png"/><Relationship Id="rId5" Type="http://schemas.openxmlformats.org/officeDocument/2006/relationships/image" Target="../media/image203.png"/><Relationship Id="rId15" Type="http://schemas.openxmlformats.org/officeDocument/2006/relationships/image" Target="../media/image47.png"/><Relationship Id="rId10" Type="http://schemas.openxmlformats.org/officeDocument/2006/relationships/image" Target="../media/image208.png"/><Relationship Id="rId19" Type="http://schemas.openxmlformats.org/officeDocument/2006/relationships/image" Target="../media/image179.png"/><Relationship Id="rId4" Type="http://schemas.openxmlformats.org/officeDocument/2006/relationships/image" Target="../media/image165.png"/><Relationship Id="rId9" Type="http://schemas.openxmlformats.org/officeDocument/2006/relationships/image" Target="../media/image207.png"/><Relationship Id="rId14" Type="http://schemas.openxmlformats.org/officeDocument/2006/relationships/image" Target="../media/image212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1.png"/><Relationship Id="rId5" Type="http://schemas.openxmlformats.org/officeDocument/2006/relationships/image" Target="../media/image220.png"/><Relationship Id="rId4" Type="http://schemas.openxmlformats.org/officeDocument/2006/relationships/image" Target="../media/image21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8.png"/><Relationship Id="rId4" Type="http://schemas.openxmlformats.org/officeDocument/2006/relationships/image" Target="../media/image21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8.png"/><Relationship Id="rId4" Type="http://schemas.openxmlformats.org/officeDocument/2006/relationships/image" Target="../media/image217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1.png"/><Relationship Id="rId5" Type="http://schemas.openxmlformats.org/officeDocument/2006/relationships/image" Target="../media/image220.png"/><Relationship Id="rId4" Type="http://schemas.openxmlformats.org/officeDocument/2006/relationships/image" Target="../media/image219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8.png"/><Relationship Id="rId3" Type="http://schemas.openxmlformats.org/officeDocument/2006/relationships/image" Target="../media/image223.png"/><Relationship Id="rId7" Type="http://schemas.openxmlformats.org/officeDocument/2006/relationships/image" Target="../media/image227.png"/><Relationship Id="rId12" Type="http://schemas.openxmlformats.org/officeDocument/2006/relationships/image" Target="../media/image232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6.png"/><Relationship Id="rId11" Type="http://schemas.openxmlformats.org/officeDocument/2006/relationships/image" Target="../media/image231.png"/><Relationship Id="rId5" Type="http://schemas.openxmlformats.org/officeDocument/2006/relationships/image" Target="../media/image225.png"/><Relationship Id="rId10" Type="http://schemas.openxmlformats.org/officeDocument/2006/relationships/image" Target="../media/image230.png"/><Relationship Id="rId4" Type="http://schemas.openxmlformats.org/officeDocument/2006/relationships/image" Target="../media/image224.png"/><Relationship Id="rId9" Type="http://schemas.openxmlformats.org/officeDocument/2006/relationships/image" Target="../media/image229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png"/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7.png"/><Relationship Id="rId5" Type="http://schemas.openxmlformats.org/officeDocument/2006/relationships/image" Target="../media/image236.png"/><Relationship Id="rId4" Type="http://schemas.openxmlformats.org/officeDocument/2006/relationships/image" Target="../media/image235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2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5.png"/><Relationship Id="rId5" Type="http://schemas.openxmlformats.org/officeDocument/2006/relationships/image" Target="../media/image244.png"/><Relationship Id="rId4" Type="http://schemas.openxmlformats.org/officeDocument/2006/relationships/image" Target="../media/image8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7" Type="http://schemas.openxmlformats.org/officeDocument/2006/relationships/image" Target="../media/image246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5.png"/><Relationship Id="rId5" Type="http://schemas.openxmlformats.org/officeDocument/2006/relationships/image" Target="../media/image244.png"/><Relationship Id="rId4" Type="http://schemas.openxmlformats.org/officeDocument/2006/relationships/image" Target="../media/image80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png"/><Relationship Id="rId7" Type="http://schemas.openxmlformats.org/officeDocument/2006/relationships/image" Target="../media/image253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2.png"/><Relationship Id="rId5" Type="http://schemas.openxmlformats.org/officeDocument/2006/relationships/image" Target="../media/image251.png"/><Relationship Id="rId4" Type="http://schemas.openxmlformats.org/officeDocument/2006/relationships/image" Target="../media/image250.png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4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5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5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6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8.png"/><Relationship Id="rId7" Type="http://schemas.openxmlformats.org/officeDocument/2006/relationships/image" Target="../media/image259.png"/><Relationship Id="rId2" Type="http://schemas.openxmlformats.org/officeDocument/2006/relationships/image" Target="../media/image2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5.png"/><Relationship Id="rId5" Type="http://schemas.openxmlformats.org/officeDocument/2006/relationships/image" Target="../media/image237.png"/><Relationship Id="rId4" Type="http://schemas.openxmlformats.org/officeDocument/2006/relationships/image" Target="../media/image233.png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6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png"/><Relationship Id="rId2" Type="http://schemas.openxmlformats.org/officeDocument/2006/relationships/image" Target="../media/image2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0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pn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5.png"/><Relationship Id="rId5" Type="http://schemas.openxmlformats.org/officeDocument/2006/relationships/image" Target="../media/image264.png"/><Relationship Id="rId4" Type="http://schemas.openxmlformats.org/officeDocument/2006/relationships/image" Target="../media/image263.png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7.png"/><Relationship Id="rId2" Type="http://schemas.openxmlformats.org/officeDocument/2006/relationships/image" Target="../media/image2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8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7.png"/><Relationship Id="rId7" Type="http://schemas.openxmlformats.org/officeDocument/2006/relationships/image" Target="../media/image271.png"/><Relationship Id="rId2" Type="http://schemas.openxmlformats.org/officeDocument/2006/relationships/image" Target="../media/image2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.png"/><Relationship Id="rId5" Type="http://schemas.openxmlformats.org/officeDocument/2006/relationships/image" Target="../media/image269.png"/><Relationship Id="rId4" Type="http://schemas.openxmlformats.org/officeDocument/2006/relationships/image" Target="../media/image268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7.png"/><Relationship Id="rId2" Type="http://schemas.openxmlformats.org/officeDocument/2006/relationships/image" Target="../media/image2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8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7.png"/><Relationship Id="rId7" Type="http://schemas.openxmlformats.org/officeDocument/2006/relationships/image" Target="../media/image276.png"/><Relationship Id="rId2" Type="http://schemas.openxmlformats.org/officeDocument/2006/relationships/image" Target="../media/image2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5.png"/><Relationship Id="rId5" Type="http://schemas.openxmlformats.org/officeDocument/2006/relationships/image" Target="../media/image274.png"/><Relationship Id="rId4" Type="http://schemas.openxmlformats.org/officeDocument/2006/relationships/image" Target="../media/image273.png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7.png"/><Relationship Id="rId2" Type="http://schemas.openxmlformats.org/officeDocument/2006/relationships/image" Target="../media/image2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7.png"/><Relationship Id="rId4" Type="http://schemas.openxmlformats.org/officeDocument/2006/relationships/image" Target="../media/image273.png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3.png"/><Relationship Id="rId3" Type="http://schemas.openxmlformats.org/officeDocument/2006/relationships/image" Target="../media/image47.png"/><Relationship Id="rId7" Type="http://schemas.openxmlformats.org/officeDocument/2006/relationships/image" Target="../media/image282.png"/><Relationship Id="rId2" Type="http://schemas.openxmlformats.org/officeDocument/2006/relationships/image" Target="../media/image2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1.png"/><Relationship Id="rId5" Type="http://schemas.openxmlformats.org/officeDocument/2006/relationships/image" Target="../media/image280.png"/><Relationship Id="rId4" Type="http://schemas.openxmlformats.org/officeDocument/2006/relationships/image" Target="../media/image279.png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285.png"/><Relationship Id="rId18" Type="http://schemas.openxmlformats.org/officeDocument/2006/relationships/image" Target="../media/image288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284.png"/><Relationship Id="rId17" Type="http://schemas.openxmlformats.org/officeDocument/2006/relationships/image" Target="../media/image57.png"/><Relationship Id="rId2" Type="http://schemas.openxmlformats.org/officeDocument/2006/relationships/image" Target="../media/image46.png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287.png"/><Relationship Id="rId10" Type="http://schemas.openxmlformats.org/officeDocument/2006/relationships/image" Target="../media/image54.png"/><Relationship Id="rId19" Type="http://schemas.openxmlformats.org/officeDocument/2006/relationships/image" Target="../media/image28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286.png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4.png"/><Relationship Id="rId5" Type="http://schemas.openxmlformats.org/officeDocument/2006/relationships/image" Target="../media/image293.png"/><Relationship Id="rId4" Type="http://schemas.openxmlformats.org/officeDocument/2006/relationships/image" Target="../media/image292.png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5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2.png"/><Relationship Id="rId13" Type="http://schemas.openxmlformats.org/officeDocument/2006/relationships/image" Target="../media/image307.png"/><Relationship Id="rId3" Type="http://schemas.openxmlformats.org/officeDocument/2006/relationships/image" Target="../media/image297.png"/><Relationship Id="rId7" Type="http://schemas.openxmlformats.org/officeDocument/2006/relationships/image" Target="../media/image301.png"/><Relationship Id="rId12" Type="http://schemas.openxmlformats.org/officeDocument/2006/relationships/image" Target="../media/image306.png"/><Relationship Id="rId2" Type="http://schemas.openxmlformats.org/officeDocument/2006/relationships/image" Target="../media/image2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0.png"/><Relationship Id="rId11" Type="http://schemas.openxmlformats.org/officeDocument/2006/relationships/image" Target="../media/image305.png"/><Relationship Id="rId5" Type="http://schemas.openxmlformats.org/officeDocument/2006/relationships/image" Target="../media/image299.png"/><Relationship Id="rId15" Type="http://schemas.openxmlformats.org/officeDocument/2006/relationships/image" Target="../media/image309.png"/><Relationship Id="rId10" Type="http://schemas.openxmlformats.org/officeDocument/2006/relationships/image" Target="../media/image304.png"/><Relationship Id="rId4" Type="http://schemas.openxmlformats.org/officeDocument/2006/relationships/image" Target="../media/image298.png"/><Relationship Id="rId9" Type="http://schemas.openxmlformats.org/officeDocument/2006/relationships/image" Target="../media/image303.png"/><Relationship Id="rId14" Type="http://schemas.openxmlformats.org/officeDocument/2006/relationships/image" Target="../media/image308.png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0.jp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jp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3.png"/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4.png"/></Relationships>
</file>

<file path=ppt/slides/_rels/slide1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png"/><Relationship Id="rId3" Type="http://schemas.openxmlformats.org/officeDocument/2006/relationships/image" Target="../media/image316.png"/><Relationship Id="rId7" Type="http://schemas.openxmlformats.org/officeDocument/2006/relationships/image" Target="../media/image320.png"/><Relationship Id="rId2" Type="http://schemas.openxmlformats.org/officeDocument/2006/relationships/image" Target="../media/image3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9.png"/><Relationship Id="rId5" Type="http://schemas.openxmlformats.org/officeDocument/2006/relationships/image" Target="../media/image318.png"/><Relationship Id="rId4" Type="http://schemas.openxmlformats.org/officeDocument/2006/relationships/image" Target="../media/image317.png"/><Relationship Id="rId9" Type="http://schemas.openxmlformats.org/officeDocument/2006/relationships/image" Target="../media/image322.png"/></Relationships>
</file>

<file path=ppt/slides/_rels/slide1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8.png"/><Relationship Id="rId3" Type="http://schemas.openxmlformats.org/officeDocument/2006/relationships/image" Target="../media/image323.png"/><Relationship Id="rId7" Type="http://schemas.openxmlformats.org/officeDocument/2006/relationships/image" Target="../media/image327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6.png"/><Relationship Id="rId5" Type="http://schemas.openxmlformats.org/officeDocument/2006/relationships/image" Target="../media/image325.png"/><Relationship Id="rId4" Type="http://schemas.openxmlformats.org/officeDocument/2006/relationships/image" Target="../media/image324.png"/><Relationship Id="rId9" Type="http://schemas.openxmlformats.org/officeDocument/2006/relationships/image" Target="../media/image329.png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4.png"/><Relationship Id="rId3" Type="http://schemas.openxmlformats.org/officeDocument/2006/relationships/image" Target="../media/image93.png"/><Relationship Id="rId7" Type="http://schemas.openxmlformats.org/officeDocument/2006/relationships/image" Target="../media/image333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2.png"/><Relationship Id="rId5" Type="http://schemas.openxmlformats.org/officeDocument/2006/relationships/image" Target="../media/image331.png"/><Relationship Id="rId4" Type="http://schemas.openxmlformats.org/officeDocument/2006/relationships/image" Target="../media/image90.png"/></Relationships>
</file>

<file path=ppt/slides/_rels/slide1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1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1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/Relationships>
</file>

<file path=ppt/slides/_rels/slide1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1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9.png"/><Relationship Id="rId3" Type="http://schemas.openxmlformats.org/officeDocument/2006/relationships/image" Target="../media/image335.png"/><Relationship Id="rId7" Type="http://schemas.openxmlformats.org/officeDocument/2006/relationships/image" Target="../media/image33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7.png"/><Relationship Id="rId5" Type="http://schemas.openxmlformats.org/officeDocument/2006/relationships/image" Target="../media/image336.png"/><Relationship Id="rId4" Type="http://schemas.openxmlformats.org/officeDocument/2006/relationships/image" Target="../media/image147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1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5.png"/><Relationship Id="rId13" Type="http://schemas.openxmlformats.org/officeDocument/2006/relationships/image" Target="../media/image350.png"/><Relationship Id="rId3" Type="http://schemas.openxmlformats.org/officeDocument/2006/relationships/image" Target="../media/image340.png"/><Relationship Id="rId7" Type="http://schemas.openxmlformats.org/officeDocument/2006/relationships/image" Target="../media/image344.png"/><Relationship Id="rId12" Type="http://schemas.openxmlformats.org/officeDocument/2006/relationships/image" Target="../media/image349.png"/><Relationship Id="rId2" Type="http://schemas.openxmlformats.org/officeDocument/2006/relationships/image" Target="../media/image3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3.png"/><Relationship Id="rId11" Type="http://schemas.openxmlformats.org/officeDocument/2006/relationships/image" Target="../media/image348.png"/><Relationship Id="rId5" Type="http://schemas.openxmlformats.org/officeDocument/2006/relationships/image" Target="../media/image342.png"/><Relationship Id="rId10" Type="http://schemas.openxmlformats.org/officeDocument/2006/relationships/image" Target="../media/image347.png"/><Relationship Id="rId4" Type="http://schemas.openxmlformats.org/officeDocument/2006/relationships/image" Target="../media/image341.png"/><Relationship Id="rId9" Type="http://schemas.openxmlformats.org/officeDocument/2006/relationships/image" Target="../media/image346.png"/><Relationship Id="rId14" Type="http://schemas.openxmlformats.org/officeDocument/2006/relationships/image" Target="../media/image351.png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5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3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3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png"/></Relationships>
</file>

<file path=ppt/slides/_rels/slide1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8.png"/><Relationship Id="rId13" Type="http://schemas.openxmlformats.org/officeDocument/2006/relationships/image" Target="../media/image335.png"/><Relationship Id="rId3" Type="http://schemas.openxmlformats.org/officeDocument/2006/relationships/image" Target="../media/image353.png"/><Relationship Id="rId7" Type="http://schemas.openxmlformats.org/officeDocument/2006/relationships/image" Target="../media/image357.png"/><Relationship Id="rId12" Type="http://schemas.openxmlformats.org/officeDocument/2006/relationships/image" Target="../media/image362.png"/><Relationship Id="rId2" Type="http://schemas.openxmlformats.org/officeDocument/2006/relationships/image" Target="../media/image3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6.png"/><Relationship Id="rId11" Type="http://schemas.openxmlformats.org/officeDocument/2006/relationships/image" Target="../media/image361.png"/><Relationship Id="rId5" Type="http://schemas.openxmlformats.org/officeDocument/2006/relationships/image" Target="../media/image355.png"/><Relationship Id="rId15" Type="http://schemas.openxmlformats.org/officeDocument/2006/relationships/image" Target="../media/image363.png"/><Relationship Id="rId10" Type="http://schemas.openxmlformats.org/officeDocument/2006/relationships/image" Target="../media/image360.png"/><Relationship Id="rId4" Type="http://schemas.openxmlformats.org/officeDocument/2006/relationships/image" Target="../media/image354.png"/><Relationship Id="rId9" Type="http://schemas.openxmlformats.org/officeDocument/2006/relationships/image" Target="../media/image359.png"/><Relationship Id="rId14" Type="http://schemas.openxmlformats.org/officeDocument/2006/relationships/image" Target="../media/image340.png"/></Relationships>
</file>

<file path=ppt/slides/_rels/slide1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8.png"/><Relationship Id="rId13" Type="http://schemas.openxmlformats.org/officeDocument/2006/relationships/image" Target="../media/image373.png"/><Relationship Id="rId3" Type="http://schemas.openxmlformats.org/officeDocument/2006/relationships/image" Target="../media/image97.png"/><Relationship Id="rId7" Type="http://schemas.openxmlformats.org/officeDocument/2006/relationships/image" Target="../media/image367.png"/><Relationship Id="rId12" Type="http://schemas.openxmlformats.org/officeDocument/2006/relationships/image" Target="../media/image372.png"/><Relationship Id="rId2" Type="http://schemas.openxmlformats.org/officeDocument/2006/relationships/image" Target="../media/image3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6.png"/><Relationship Id="rId11" Type="http://schemas.openxmlformats.org/officeDocument/2006/relationships/image" Target="../media/image371.png"/><Relationship Id="rId5" Type="http://schemas.openxmlformats.org/officeDocument/2006/relationships/image" Target="../media/image365.png"/><Relationship Id="rId15" Type="http://schemas.openxmlformats.org/officeDocument/2006/relationships/image" Target="../media/image375.png"/><Relationship Id="rId10" Type="http://schemas.openxmlformats.org/officeDocument/2006/relationships/image" Target="../media/image370.png"/><Relationship Id="rId4" Type="http://schemas.openxmlformats.org/officeDocument/2006/relationships/image" Target="../media/image364.png"/><Relationship Id="rId9" Type="http://schemas.openxmlformats.org/officeDocument/2006/relationships/image" Target="../media/image369.png"/><Relationship Id="rId14" Type="http://schemas.openxmlformats.org/officeDocument/2006/relationships/image" Target="../media/image374.png"/></Relationships>
</file>

<file path=ppt/slides/_rels/slide1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9.png"/><Relationship Id="rId3" Type="http://schemas.openxmlformats.org/officeDocument/2006/relationships/image" Target="../media/image97.png"/><Relationship Id="rId7" Type="http://schemas.openxmlformats.org/officeDocument/2006/relationships/image" Target="../media/image378.png"/><Relationship Id="rId2" Type="http://schemas.openxmlformats.org/officeDocument/2006/relationships/image" Target="../media/image3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7.png"/><Relationship Id="rId5" Type="http://schemas.openxmlformats.org/officeDocument/2006/relationships/image" Target="../media/image376.png"/><Relationship Id="rId10" Type="http://schemas.openxmlformats.org/officeDocument/2006/relationships/image" Target="../media/image380.png"/><Relationship Id="rId4" Type="http://schemas.openxmlformats.org/officeDocument/2006/relationships/image" Target="../media/image364.png"/><Relationship Id="rId9" Type="http://schemas.openxmlformats.org/officeDocument/2006/relationships/image" Target="../media/image346.png"/></Relationships>
</file>

<file path=ppt/slides/_rels/slide1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3.png"/><Relationship Id="rId3" Type="http://schemas.openxmlformats.org/officeDocument/2006/relationships/image" Target="../media/image97.png"/><Relationship Id="rId7" Type="http://schemas.openxmlformats.org/officeDocument/2006/relationships/image" Target="../media/image382.png"/><Relationship Id="rId2" Type="http://schemas.openxmlformats.org/officeDocument/2006/relationships/image" Target="../media/image3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1.png"/><Relationship Id="rId5" Type="http://schemas.openxmlformats.org/officeDocument/2006/relationships/image" Target="../media/image376.png"/><Relationship Id="rId4" Type="http://schemas.openxmlformats.org/officeDocument/2006/relationships/image" Target="../media/image364.png"/></Relationships>
</file>

<file path=ppt/slides/_rels/slide1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3.png"/><Relationship Id="rId3" Type="http://schemas.openxmlformats.org/officeDocument/2006/relationships/image" Target="../media/image97.png"/><Relationship Id="rId7" Type="http://schemas.openxmlformats.org/officeDocument/2006/relationships/image" Target="../media/image382.png"/><Relationship Id="rId2" Type="http://schemas.openxmlformats.org/officeDocument/2006/relationships/image" Target="../media/image3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1.png"/><Relationship Id="rId5" Type="http://schemas.openxmlformats.org/officeDocument/2006/relationships/image" Target="../media/image376.png"/><Relationship Id="rId4" Type="http://schemas.openxmlformats.org/officeDocument/2006/relationships/image" Target="../media/image364.png"/></Relationships>
</file>

<file path=ppt/slides/_rels/slide1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9.png"/><Relationship Id="rId3" Type="http://schemas.openxmlformats.org/officeDocument/2006/relationships/image" Target="../media/image145.png"/><Relationship Id="rId7" Type="http://schemas.openxmlformats.org/officeDocument/2006/relationships/image" Target="../media/image388.png"/><Relationship Id="rId2" Type="http://schemas.openxmlformats.org/officeDocument/2006/relationships/image" Target="../media/image38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7.png"/><Relationship Id="rId5" Type="http://schemas.openxmlformats.org/officeDocument/2006/relationships/image" Target="../media/image386.png"/><Relationship Id="rId4" Type="http://schemas.openxmlformats.org/officeDocument/2006/relationships/image" Target="../media/image385.png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7.png"/><Relationship Id="rId18" Type="http://schemas.openxmlformats.org/officeDocument/2006/relationships/image" Target="../media/image179.png"/><Relationship Id="rId26" Type="http://schemas.openxmlformats.org/officeDocument/2006/relationships/image" Target="../media/image188.png"/><Relationship Id="rId3" Type="http://schemas.openxmlformats.org/officeDocument/2006/relationships/image" Target="../media/image165.png"/><Relationship Id="rId21" Type="http://schemas.openxmlformats.org/officeDocument/2006/relationships/image" Target="../media/image182.png"/><Relationship Id="rId7" Type="http://schemas.openxmlformats.org/officeDocument/2006/relationships/image" Target="../media/image169.png"/><Relationship Id="rId12" Type="http://schemas.openxmlformats.org/officeDocument/2006/relationships/image" Target="../media/image174.png"/><Relationship Id="rId17" Type="http://schemas.openxmlformats.org/officeDocument/2006/relationships/image" Target="../media/image178.png"/><Relationship Id="rId25" Type="http://schemas.openxmlformats.org/officeDocument/2006/relationships/image" Target="../media/image187.png"/><Relationship Id="rId33" Type="http://schemas.openxmlformats.org/officeDocument/2006/relationships/image" Target="../media/image195.png"/><Relationship Id="rId2" Type="http://schemas.openxmlformats.org/officeDocument/2006/relationships/image" Target="../media/image164.png"/><Relationship Id="rId16" Type="http://schemas.openxmlformats.org/officeDocument/2006/relationships/image" Target="../media/image177.png"/><Relationship Id="rId20" Type="http://schemas.openxmlformats.org/officeDocument/2006/relationships/image" Target="../media/image181.png"/><Relationship Id="rId29" Type="http://schemas.openxmlformats.org/officeDocument/2006/relationships/image" Target="../media/image1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8.png"/><Relationship Id="rId11" Type="http://schemas.openxmlformats.org/officeDocument/2006/relationships/image" Target="../media/image173.png"/><Relationship Id="rId24" Type="http://schemas.openxmlformats.org/officeDocument/2006/relationships/image" Target="../media/image186.png"/><Relationship Id="rId32" Type="http://schemas.openxmlformats.org/officeDocument/2006/relationships/image" Target="../media/image194.png"/><Relationship Id="rId5" Type="http://schemas.openxmlformats.org/officeDocument/2006/relationships/image" Target="../media/image167.png"/><Relationship Id="rId15" Type="http://schemas.openxmlformats.org/officeDocument/2006/relationships/image" Target="../media/image176.png"/><Relationship Id="rId23" Type="http://schemas.openxmlformats.org/officeDocument/2006/relationships/image" Target="../media/image185.png"/><Relationship Id="rId28" Type="http://schemas.openxmlformats.org/officeDocument/2006/relationships/image" Target="../media/image190.png"/><Relationship Id="rId10" Type="http://schemas.openxmlformats.org/officeDocument/2006/relationships/image" Target="../media/image172.png"/><Relationship Id="rId19" Type="http://schemas.openxmlformats.org/officeDocument/2006/relationships/image" Target="../media/image180.png"/><Relationship Id="rId31" Type="http://schemas.openxmlformats.org/officeDocument/2006/relationships/image" Target="../media/image193.png"/><Relationship Id="rId4" Type="http://schemas.openxmlformats.org/officeDocument/2006/relationships/image" Target="../media/image166.png"/><Relationship Id="rId9" Type="http://schemas.openxmlformats.org/officeDocument/2006/relationships/image" Target="../media/image171.png"/><Relationship Id="rId14" Type="http://schemas.openxmlformats.org/officeDocument/2006/relationships/image" Target="../media/image175.png"/><Relationship Id="rId22" Type="http://schemas.openxmlformats.org/officeDocument/2006/relationships/image" Target="../media/image184.png"/><Relationship Id="rId27" Type="http://schemas.openxmlformats.org/officeDocument/2006/relationships/image" Target="../media/image189.png"/><Relationship Id="rId30" Type="http://schemas.openxmlformats.org/officeDocument/2006/relationships/image" Target="../media/image192.png"/><Relationship Id="rId8" Type="http://schemas.openxmlformats.org/officeDocument/2006/relationships/image" Target="../media/image170.png"/></Relationships>
</file>

<file path=ppt/slides/_rels/slide1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5.png"/><Relationship Id="rId3" Type="http://schemas.openxmlformats.org/officeDocument/2006/relationships/image" Target="../media/image145.png"/><Relationship Id="rId7" Type="http://schemas.openxmlformats.org/officeDocument/2006/relationships/image" Target="../media/image394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3.png"/><Relationship Id="rId5" Type="http://schemas.openxmlformats.org/officeDocument/2006/relationships/image" Target="../media/image392.png"/><Relationship Id="rId10" Type="http://schemas.openxmlformats.org/officeDocument/2006/relationships/image" Target="../media/image397.png"/><Relationship Id="rId4" Type="http://schemas.openxmlformats.org/officeDocument/2006/relationships/image" Target="../media/image391.png"/><Relationship Id="rId9" Type="http://schemas.openxmlformats.org/officeDocument/2006/relationships/image" Target="../media/image396.png"/></Relationships>
</file>

<file path=ppt/slides/_rels/slide1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2.png"/><Relationship Id="rId3" Type="http://schemas.openxmlformats.org/officeDocument/2006/relationships/image" Target="../media/image398.png"/><Relationship Id="rId7" Type="http://schemas.openxmlformats.org/officeDocument/2006/relationships/image" Target="../media/image392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1.png"/><Relationship Id="rId11" Type="http://schemas.openxmlformats.org/officeDocument/2006/relationships/image" Target="../media/image405.png"/><Relationship Id="rId5" Type="http://schemas.openxmlformats.org/officeDocument/2006/relationships/image" Target="../media/image400.png"/><Relationship Id="rId10" Type="http://schemas.openxmlformats.org/officeDocument/2006/relationships/image" Target="../media/image404.png"/><Relationship Id="rId4" Type="http://schemas.openxmlformats.org/officeDocument/2006/relationships/image" Target="../media/image399.png"/><Relationship Id="rId9" Type="http://schemas.openxmlformats.org/officeDocument/2006/relationships/image" Target="../media/image403.png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png"/><Relationship Id="rId13" Type="http://schemas.openxmlformats.org/officeDocument/2006/relationships/image" Target="../media/image211.png"/><Relationship Id="rId18" Type="http://schemas.openxmlformats.org/officeDocument/2006/relationships/image" Target="../media/image178.png"/><Relationship Id="rId3" Type="http://schemas.openxmlformats.org/officeDocument/2006/relationships/image" Target="../media/image202.png"/><Relationship Id="rId7" Type="http://schemas.openxmlformats.org/officeDocument/2006/relationships/image" Target="../media/image205.png"/><Relationship Id="rId12" Type="http://schemas.openxmlformats.org/officeDocument/2006/relationships/image" Target="../media/image210.png"/><Relationship Id="rId17" Type="http://schemas.openxmlformats.org/officeDocument/2006/relationships/image" Target="../media/image214.png"/><Relationship Id="rId2" Type="http://schemas.openxmlformats.org/officeDocument/2006/relationships/image" Target="../media/image201.png"/><Relationship Id="rId16" Type="http://schemas.openxmlformats.org/officeDocument/2006/relationships/image" Target="../media/image213.png"/><Relationship Id="rId20" Type="http://schemas.openxmlformats.org/officeDocument/2006/relationships/image" Target="../media/image2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4.png"/><Relationship Id="rId11" Type="http://schemas.openxmlformats.org/officeDocument/2006/relationships/image" Target="../media/image209.png"/><Relationship Id="rId5" Type="http://schemas.openxmlformats.org/officeDocument/2006/relationships/image" Target="../media/image203.png"/><Relationship Id="rId15" Type="http://schemas.openxmlformats.org/officeDocument/2006/relationships/image" Target="../media/image47.png"/><Relationship Id="rId10" Type="http://schemas.openxmlformats.org/officeDocument/2006/relationships/image" Target="../media/image208.png"/><Relationship Id="rId19" Type="http://schemas.openxmlformats.org/officeDocument/2006/relationships/image" Target="../media/image179.png"/><Relationship Id="rId4" Type="http://schemas.openxmlformats.org/officeDocument/2006/relationships/image" Target="../media/image165.png"/><Relationship Id="rId9" Type="http://schemas.openxmlformats.org/officeDocument/2006/relationships/image" Target="../media/image207.png"/><Relationship Id="rId14" Type="http://schemas.openxmlformats.org/officeDocument/2006/relationships/image" Target="../media/image212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7.png"/><Relationship Id="rId7" Type="http://schemas.openxmlformats.org/officeDocument/2006/relationships/image" Target="../media/image411.png"/><Relationship Id="rId2" Type="http://schemas.openxmlformats.org/officeDocument/2006/relationships/image" Target="../media/image4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0.png"/><Relationship Id="rId5" Type="http://schemas.openxmlformats.org/officeDocument/2006/relationships/image" Target="../media/image409.png"/><Relationship Id="rId4" Type="http://schemas.openxmlformats.org/officeDocument/2006/relationships/image" Target="../media/image408.png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3.png"/><Relationship Id="rId2" Type="http://schemas.openxmlformats.org/officeDocument/2006/relationships/image" Target="../media/image4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6.png"/><Relationship Id="rId5" Type="http://schemas.openxmlformats.org/officeDocument/2006/relationships/image" Target="../media/image415.png"/><Relationship Id="rId4" Type="http://schemas.openxmlformats.org/officeDocument/2006/relationships/image" Target="../media/image4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1185" y="2339086"/>
            <a:ext cx="38893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Snowflake</a:t>
            </a:r>
            <a:endParaRPr spc="-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20725">
              <a:lnSpc>
                <a:spcPct val="100000"/>
              </a:lnSpc>
              <a:spcBef>
                <a:spcPts val="105"/>
              </a:spcBef>
            </a:pPr>
            <a:r>
              <a:rPr dirty="0"/>
              <a:t>Snowflake</a:t>
            </a:r>
            <a:r>
              <a:rPr spc="-55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43655" y="2787205"/>
            <a:ext cx="720852" cy="73475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248911" y="1344167"/>
            <a:ext cx="874394" cy="724535"/>
            <a:chOff x="4248911" y="1344167"/>
            <a:chExt cx="874394" cy="724535"/>
          </a:xfrm>
        </p:grpSpPr>
        <p:sp>
          <p:nvSpPr>
            <p:cNvPr id="6" name="object 6"/>
            <p:cNvSpPr/>
            <p:nvPr/>
          </p:nvSpPr>
          <p:spPr>
            <a:xfrm>
              <a:off x="4248911" y="1700783"/>
              <a:ext cx="89535" cy="0"/>
            </a:xfrm>
            <a:custGeom>
              <a:avLst/>
              <a:gdLst/>
              <a:ahLst/>
              <a:cxnLst/>
              <a:rect l="l" t="t" r="r" b="b"/>
              <a:pathLst>
                <a:path w="89535">
                  <a:moveTo>
                    <a:pt x="89280" y="0"/>
                  </a:moveTo>
                  <a:lnTo>
                    <a:pt x="0" y="0"/>
                  </a:lnTo>
                </a:path>
              </a:pathLst>
            </a:custGeom>
            <a:ln w="9525">
              <a:solidFill>
                <a:srgbClr val="667D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65485" y="1344167"/>
              <a:ext cx="857567" cy="724471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3314509" y="4015549"/>
            <a:ext cx="848360" cy="721360"/>
            <a:chOff x="3314509" y="4015549"/>
            <a:chExt cx="848360" cy="721360"/>
          </a:xfrm>
        </p:grpSpPr>
        <p:sp>
          <p:nvSpPr>
            <p:cNvPr id="9" name="object 9"/>
            <p:cNvSpPr/>
            <p:nvPr/>
          </p:nvSpPr>
          <p:spPr>
            <a:xfrm>
              <a:off x="4119371" y="4506467"/>
              <a:ext cx="38735" cy="36830"/>
            </a:xfrm>
            <a:custGeom>
              <a:avLst/>
              <a:gdLst/>
              <a:ahLst/>
              <a:cxnLst/>
              <a:rect l="l" t="t" r="r" b="b"/>
              <a:pathLst>
                <a:path w="38735" h="36829">
                  <a:moveTo>
                    <a:pt x="18287" y="0"/>
                  </a:moveTo>
                  <a:lnTo>
                    <a:pt x="11197" y="1439"/>
                  </a:lnTo>
                  <a:lnTo>
                    <a:pt x="5381" y="5330"/>
                  </a:lnTo>
                  <a:lnTo>
                    <a:pt x="1446" y="11037"/>
                  </a:lnTo>
                  <a:lnTo>
                    <a:pt x="0" y="17919"/>
                  </a:lnTo>
                  <a:lnTo>
                    <a:pt x="1448" y="25426"/>
                  </a:lnTo>
                  <a:lnTo>
                    <a:pt x="5492" y="31329"/>
                  </a:lnTo>
                  <a:lnTo>
                    <a:pt x="11680" y="35191"/>
                  </a:lnTo>
                  <a:lnTo>
                    <a:pt x="19557" y="36575"/>
                  </a:lnTo>
                  <a:lnTo>
                    <a:pt x="30674" y="33357"/>
                  </a:lnTo>
                  <a:lnTo>
                    <a:pt x="37433" y="25403"/>
                  </a:lnTo>
                  <a:lnTo>
                    <a:pt x="38524" y="15262"/>
                  </a:lnTo>
                  <a:lnTo>
                    <a:pt x="32638" y="5486"/>
                  </a:lnTo>
                  <a:lnTo>
                    <a:pt x="29337" y="1600"/>
                  </a:lnTo>
                  <a:lnTo>
                    <a:pt x="24511" y="50"/>
                  </a:lnTo>
                  <a:lnTo>
                    <a:pt x="19557" y="50"/>
                  </a:lnTo>
                  <a:lnTo>
                    <a:pt x="19176" y="12"/>
                  </a:lnTo>
                  <a:lnTo>
                    <a:pt x="18668" y="0"/>
                  </a:lnTo>
                  <a:lnTo>
                    <a:pt x="18287" y="0"/>
                  </a:lnTo>
                  <a:close/>
                </a:path>
              </a:pathLst>
            </a:custGeom>
            <a:ln w="9525">
              <a:solidFill>
                <a:srgbClr val="435D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19371" y="4399787"/>
              <a:ext cx="38735" cy="36830"/>
            </a:xfrm>
            <a:custGeom>
              <a:avLst/>
              <a:gdLst/>
              <a:ahLst/>
              <a:cxnLst/>
              <a:rect l="l" t="t" r="r" b="b"/>
              <a:pathLst>
                <a:path w="38735" h="36829">
                  <a:moveTo>
                    <a:pt x="21462" y="0"/>
                  </a:moveTo>
                  <a:lnTo>
                    <a:pt x="20827" y="0"/>
                  </a:lnTo>
                  <a:lnTo>
                    <a:pt x="20192" y="50"/>
                  </a:lnTo>
                  <a:lnTo>
                    <a:pt x="19557" y="152"/>
                  </a:lnTo>
                  <a:lnTo>
                    <a:pt x="19176" y="114"/>
                  </a:lnTo>
                  <a:lnTo>
                    <a:pt x="0" y="17970"/>
                  </a:lnTo>
                  <a:lnTo>
                    <a:pt x="1448" y="25131"/>
                  </a:lnTo>
                  <a:lnTo>
                    <a:pt x="5492" y="31054"/>
                  </a:lnTo>
                  <a:lnTo>
                    <a:pt x="11680" y="35086"/>
                  </a:lnTo>
                  <a:lnTo>
                    <a:pt x="19557" y="36576"/>
                  </a:lnTo>
                  <a:lnTo>
                    <a:pt x="30674" y="33245"/>
                  </a:lnTo>
                  <a:lnTo>
                    <a:pt x="37433" y="25045"/>
                  </a:lnTo>
                  <a:lnTo>
                    <a:pt x="38524" y="14667"/>
                  </a:lnTo>
                  <a:lnTo>
                    <a:pt x="32638" y="4800"/>
                  </a:lnTo>
                  <a:lnTo>
                    <a:pt x="29844" y="2108"/>
                  </a:lnTo>
                  <a:lnTo>
                    <a:pt x="25780" y="0"/>
                  </a:lnTo>
                  <a:lnTo>
                    <a:pt x="21462" y="0"/>
                  </a:lnTo>
                  <a:close/>
                </a:path>
              </a:pathLst>
            </a:custGeom>
            <a:ln w="9525">
              <a:solidFill>
                <a:srgbClr val="859F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19371" y="4291583"/>
              <a:ext cx="38735" cy="40005"/>
            </a:xfrm>
            <a:custGeom>
              <a:avLst/>
              <a:gdLst/>
              <a:ahLst/>
              <a:cxnLst/>
              <a:rect l="l" t="t" r="r" b="b"/>
              <a:pathLst>
                <a:path w="38735" h="40004">
                  <a:moveTo>
                    <a:pt x="19557" y="0"/>
                  </a:moveTo>
                  <a:lnTo>
                    <a:pt x="12055" y="1586"/>
                  </a:lnTo>
                  <a:lnTo>
                    <a:pt x="5826" y="5881"/>
                  </a:lnTo>
                  <a:lnTo>
                    <a:pt x="1573" y="12189"/>
                  </a:lnTo>
                  <a:lnTo>
                    <a:pt x="0" y="19811"/>
                  </a:lnTo>
                  <a:lnTo>
                    <a:pt x="1448" y="27434"/>
                  </a:lnTo>
                  <a:lnTo>
                    <a:pt x="5492" y="33742"/>
                  </a:lnTo>
                  <a:lnTo>
                    <a:pt x="11680" y="38037"/>
                  </a:lnTo>
                  <a:lnTo>
                    <a:pt x="19557" y="39623"/>
                  </a:lnTo>
                  <a:lnTo>
                    <a:pt x="30674" y="36076"/>
                  </a:lnTo>
                  <a:lnTo>
                    <a:pt x="37433" y="27344"/>
                  </a:lnTo>
                  <a:lnTo>
                    <a:pt x="38524" y="16290"/>
                  </a:lnTo>
                  <a:lnTo>
                    <a:pt x="32638" y="5778"/>
                  </a:lnTo>
                  <a:lnTo>
                    <a:pt x="29337" y="1650"/>
                  </a:lnTo>
                  <a:lnTo>
                    <a:pt x="24511" y="0"/>
                  </a:lnTo>
                  <a:lnTo>
                    <a:pt x="19557" y="0"/>
                  </a:lnTo>
                  <a:close/>
                </a:path>
              </a:pathLst>
            </a:custGeom>
            <a:ln w="9524">
              <a:solidFill>
                <a:srgbClr val="B9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19271" y="4479035"/>
              <a:ext cx="788035" cy="253365"/>
            </a:xfrm>
            <a:custGeom>
              <a:avLst/>
              <a:gdLst/>
              <a:ahLst/>
              <a:cxnLst/>
              <a:rect l="l" t="t" r="r" b="b"/>
              <a:pathLst>
                <a:path w="788035" h="253364">
                  <a:moveTo>
                    <a:pt x="107314" y="0"/>
                  </a:moveTo>
                  <a:lnTo>
                    <a:pt x="0" y="52044"/>
                  </a:lnTo>
                  <a:lnTo>
                    <a:pt x="393953" y="252983"/>
                  </a:lnTo>
                  <a:lnTo>
                    <a:pt x="787907" y="52044"/>
                  </a:lnTo>
                  <a:lnTo>
                    <a:pt x="680592" y="0"/>
                  </a:lnTo>
                  <a:lnTo>
                    <a:pt x="393953" y="146507"/>
                  </a:lnTo>
                  <a:lnTo>
                    <a:pt x="107314" y="0"/>
                  </a:lnTo>
                  <a:close/>
                </a:path>
              </a:pathLst>
            </a:custGeom>
            <a:ln w="9525">
              <a:solidFill>
                <a:srgbClr val="435D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19271" y="4372355"/>
              <a:ext cx="788035" cy="253365"/>
            </a:xfrm>
            <a:custGeom>
              <a:avLst/>
              <a:gdLst/>
              <a:ahLst/>
              <a:cxnLst/>
              <a:rect l="l" t="t" r="r" b="b"/>
              <a:pathLst>
                <a:path w="788035" h="253364">
                  <a:moveTo>
                    <a:pt x="680592" y="0"/>
                  </a:moveTo>
                  <a:lnTo>
                    <a:pt x="573277" y="54444"/>
                  </a:lnTo>
                  <a:lnTo>
                    <a:pt x="393953" y="146507"/>
                  </a:lnTo>
                  <a:lnTo>
                    <a:pt x="214629" y="54444"/>
                  </a:lnTo>
                  <a:lnTo>
                    <a:pt x="107314" y="0"/>
                  </a:lnTo>
                  <a:lnTo>
                    <a:pt x="0" y="52031"/>
                  </a:lnTo>
                  <a:lnTo>
                    <a:pt x="107314" y="106476"/>
                  </a:lnTo>
                  <a:lnTo>
                    <a:pt x="393953" y="252984"/>
                  </a:lnTo>
                  <a:lnTo>
                    <a:pt x="680592" y="106476"/>
                  </a:lnTo>
                  <a:lnTo>
                    <a:pt x="787907" y="52031"/>
                  </a:lnTo>
                  <a:lnTo>
                    <a:pt x="680592" y="0"/>
                  </a:lnTo>
                  <a:close/>
                </a:path>
              </a:pathLst>
            </a:custGeom>
            <a:ln w="9525">
              <a:solidFill>
                <a:srgbClr val="859F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19271" y="4265675"/>
              <a:ext cx="788035" cy="253365"/>
            </a:xfrm>
            <a:custGeom>
              <a:avLst/>
              <a:gdLst/>
              <a:ahLst/>
              <a:cxnLst/>
              <a:rect l="l" t="t" r="r" b="b"/>
              <a:pathLst>
                <a:path w="788035" h="253364">
                  <a:moveTo>
                    <a:pt x="680592" y="0"/>
                  </a:moveTo>
                  <a:lnTo>
                    <a:pt x="573277" y="54444"/>
                  </a:lnTo>
                  <a:lnTo>
                    <a:pt x="465963" y="108877"/>
                  </a:lnTo>
                  <a:lnTo>
                    <a:pt x="393953" y="146507"/>
                  </a:lnTo>
                  <a:lnTo>
                    <a:pt x="321944" y="108877"/>
                  </a:lnTo>
                  <a:lnTo>
                    <a:pt x="214629" y="54444"/>
                  </a:lnTo>
                  <a:lnTo>
                    <a:pt x="107314" y="0"/>
                  </a:lnTo>
                  <a:lnTo>
                    <a:pt x="0" y="51244"/>
                  </a:lnTo>
                  <a:lnTo>
                    <a:pt x="107314" y="106476"/>
                  </a:lnTo>
                  <a:lnTo>
                    <a:pt x="214629" y="160921"/>
                  </a:lnTo>
                  <a:lnTo>
                    <a:pt x="393953" y="252984"/>
                  </a:lnTo>
                  <a:lnTo>
                    <a:pt x="573277" y="160921"/>
                  </a:lnTo>
                  <a:lnTo>
                    <a:pt x="680592" y="106476"/>
                  </a:lnTo>
                  <a:lnTo>
                    <a:pt x="787907" y="51244"/>
                  </a:lnTo>
                  <a:lnTo>
                    <a:pt x="680592" y="0"/>
                  </a:lnTo>
                  <a:close/>
                </a:path>
              </a:pathLst>
            </a:custGeom>
            <a:ln w="9525">
              <a:solidFill>
                <a:srgbClr val="B9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19271" y="4020311"/>
              <a:ext cx="788035" cy="391795"/>
            </a:xfrm>
            <a:custGeom>
              <a:avLst/>
              <a:gdLst/>
              <a:ahLst/>
              <a:cxnLst/>
              <a:rect l="l" t="t" r="r" b="b"/>
              <a:pathLst>
                <a:path w="788035" h="391795">
                  <a:moveTo>
                    <a:pt x="393953" y="0"/>
                  </a:moveTo>
                  <a:lnTo>
                    <a:pt x="0" y="190233"/>
                  </a:lnTo>
                  <a:lnTo>
                    <a:pt x="393953" y="391667"/>
                  </a:lnTo>
                  <a:lnTo>
                    <a:pt x="787907" y="190233"/>
                  </a:lnTo>
                  <a:lnTo>
                    <a:pt x="393953" y="0"/>
                  </a:lnTo>
                  <a:close/>
                </a:path>
              </a:pathLst>
            </a:custGeom>
            <a:ln w="9525">
              <a:solidFill>
                <a:srgbClr val="E2E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119371" y="4184903"/>
              <a:ext cx="38735" cy="38100"/>
            </a:xfrm>
            <a:custGeom>
              <a:avLst/>
              <a:gdLst/>
              <a:ahLst/>
              <a:cxnLst/>
              <a:rect l="l" t="t" r="r" b="b"/>
              <a:pathLst>
                <a:path w="38735" h="38100">
                  <a:moveTo>
                    <a:pt x="18287" y="0"/>
                  </a:moveTo>
                  <a:lnTo>
                    <a:pt x="11197" y="1498"/>
                  </a:lnTo>
                  <a:lnTo>
                    <a:pt x="5381" y="5549"/>
                  </a:lnTo>
                  <a:lnTo>
                    <a:pt x="1446" y="11487"/>
                  </a:lnTo>
                  <a:lnTo>
                    <a:pt x="0" y="18643"/>
                  </a:lnTo>
                  <a:lnTo>
                    <a:pt x="1337" y="26259"/>
                  </a:lnTo>
                  <a:lnTo>
                    <a:pt x="5079" y="32438"/>
                  </a:lnTo>
                  <a:lnTo>
                    <a:pt x="10822" y="36585"/>
                  </a:lnTo>
                  <a:lnTo>
                    <a:pt x="18161" y="38100"/>
                  </a:lnTo>
                  <a:lnTo>
                    <a:pt x="18668" y="38100"/>
                  </a:lnTo>
                  <a:lnTo>
                    <a:pt x="38524" y="15878"/>
                  </a:lnTo>
                  <a:lnTo>
                    <a:pt x="32638" y="5715"/>
                  </a:lnTo>
                  <a:lnTo>
                    <a:pt x="29337" y="1676"/>
                  </a:lnTo>
                  <a:lnTo>
                    <a:pt x="24511" y="50"/>
                  </a:lnTo>
                  <a:lnTo>
                    <a:pt x="19557" y="50"/>
                  </a:lnTo>
                  <a:lnTo>
                    <a:pt x="19176" y="12"/>
                  </a:lnTo>
                  <a:lnTo>
                    <a:pt x="18668" y="0"/>
                  </a:lnTo>
                  <a:lnTo>
                    <a:pt x="18287" y="0"/>
                  </a:lnTo>
                  <a:close/>
                </a:path>
              </a:pathLst>
            </a:custGeom>
            <a:ln w="9525">
              <a:solidFill>
                <a:srgbClr val="E2E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331017" y="4000309"/>
            <a:ext cx="848994" cy="721360"/>
            <a:chOff x="4331017" y="4000309"/>
            <a:chExt cx="848994" cy="721360"/>
          </a:xfrm>
        </p:grpSpPr>
        <p:sp>
          <p:nvSpPr>
            <p:cNvPr id="18" name="object 18"/>
            <p:cNvSpPr/>
            <p:nvPr/>
          </p:nvSpPr>
          <p:spPr>
            <a:xfrm>
              <a:off x="5137403" y="4491227"/>
              <a:ext cx="37465" cy="38100"/>
            </a:xfrm>
            <a:custGeom>
              <a:avLst/>
              <a:gdLst/>
              <a:ahLst/>
              <a:cxnLst/>
              <a:rect l="l" t="t" r="r" b="b"/>
              <a:pathLst>
                <a:path w="37464" h="38100">
                  <a:moveTo>
                    <a:pt x="17653" y="0"/>
                  </a:moveTo>
                  <a:lnTo>
                    <a:pt x="10822" y="1498"/>
                  </a:lnTo>
                  <a:lnTo>
                    <a:pt x="5207" y="5553"/>
                  </a:lnTo>
                  <a:lnTo>
                    <a:pt x="1400" y="11497"/>
                  </a:lnTo>
                  <a:lnTo>
                    <a:pt x="0" y="18669"/>
                  </a:lnTo>
                  <a:lnTo>
                    <a:pt x="1402" y="26484"/>
                  </a:lnTo>
                  <a:lnTo>
                    <a:pt x="5318" y="32632"/>
                  </a:lnTo>
                  <a:lnTo>
                    <a:pt x="11304" y="36656"/>
                  </a:lnTo>
                  <a:lnTo>
                    <a:pt x="18923" y="38100"/>
                  </a:lnTo>
                  <a:lnTo>
                    <a:pt x="29694" y="34747"/>
                  </a:lnTo>
                  <a:lnTo>
                    <a:pt x="36226" y="26460"/>
                  </a:lnTo>
                  <a:lnTo>
                    <a:pt x="37282" y="15897"/>
                  </a:lnTo>
                  <a:lnTo>
                    <a:pt x="31623" y="5715"/>
                  </a:lnTo>
                  <a:lnTo>
                    <a:pt x="28448" y="1663"/>
                  </a:lnTo>
                  <a:lnTo>
                    <a:pt x="23622" y="50"/>
                  </a:lnTo>
                  <a:lnTo>
                    <a:pt x="18923" y="50"/>
                  </a:lnTo>
                  <a:lnTo>
                    <a:pt x="18542" y="12"/>
                  </a:lnTo>
                  <a:lnTo>
                    <a:pt x="18034" y="0"/>
                  </a:lnTo>
                  <a:lnTo>
                    <a:pt x="17653" y="0"/>
                  </a:lnTo>
                  <a:close/>
                </a:path>
              </a:pathLst>
            </a:custGeom>
            <a:ln w="9525">
              <a:solidFill>
                <a:srgbClr val="435D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137403" y="4384547"/>
              <a:ext cx="37465" cy="38100"/>
            </a:xfrm>
            <a:custGeom>
              <a:avLst/>
              <a:gdLst/>
              <a:ahLst/>
              <a:cxnLst/>
              <a:rect l="l" t="t" r="r" b="b"/>
              <a:pathLst>
                <a:path w="37464" h="38100">
                  <a:moveTo>
                    <a:pt x="20828" y="0"/>
                  </a:moveTo>
                  <a:lnTo>
                    <a:pt x="20193" y="0"/>
                  </a:lnTo>
                  <a:lnTo>
                    <a:pt x="19558" y="50"/>
                  </a:lnTo>
                  <a:lnTo>
                    <a:pt x="18923" y="165"/>
                  </a:lnTo>
                  <a:lnTo>
                    <a:pt x="18542" y="126"/>
                  </a:lnTo>
                  <a:lnTo>
                    <a:pt x="0" y="18719"/>
                  </a:lnTo>
                  <a:lnTo>
                    <a:pt x="1402" y="26178"/>
                  </a:lnTo>
                  <a:lnTo>
                    <a:pt x="5318" y="32348"/>
                  </a:lnTo>
                  <a:lnTo>
                    <a:pt x="11304" y="36548"/>
                  </a:lnTo>
                  <a:lnTo>
                    <a:pt x="18923" y="38099"/>
                  </a:lnTo>
                  <a:lnTo>
                    <a:pt x="29694" y="34630"/>
                  </a:lnTo>
                  <a:lnTo>
                    <a:pt x="36226" y="26090"/>
                  </a:lnTo>
                  <a:lnTo>
                    <a:pt x="37282" y="15281"/>
                  </a:lnTo>
                  <a:lnTo>
                    <a:pt x="31623" y="5003"/>
                  </a:lnTo>
                  <a:lnTo>
                    <a:pt x="28829" y="2197"/>
                  </a:lnTo>
                  <a:lnTo>
                    <a:pt x="24892" y="0"/>
                  </a:lnTo>
                  <a:lnTo>
                    <a:pt x="20828" y="0"/>
                  </a:lnTo>
                  <a:close/>
                </a:path>
              </a:pathLst>
            </a:custGeom>
            <a:ln w="9525">
              <a:solidFill>
                <a:srgbClr val="859F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137403" y="4277867"/>
              <a:ext cx="37465" cy="38100"/>
            </a:xfrm>
            <a:custGeom>
              <a:avLst/>
              <a:gdLst/>
              <a:ahLst/>
              <a:cxnLst/>
              <a:rect l="l" t="t" r="r" b="b"/>
              <a:pathLst>
                <a:path w="37464" h="38100">
                  <a:moveTo>
                    <a:pt x="18923" y="0"/>
                  </a:moveTo>
                  <a:lnTo>
                    <a:pt x="11626" y="1524"/>
                  </a:lnTo>
                  <a:lnTo>
                    <a:pt x="5603" y="5653"/>
                  </a:lnTo>
                  <a:lnTo>
                    <a:pt x="1510" y="11717"/>
                  </a:lnTo>
                  <a:lnTo>
                    <a:pt x="0" y="19049"/>
                  </a:lnTo>
                  <a:lnTo>
                    <a:pt x="1402" y="26377"/>
                  </a:lnTo>
                  <a:lnTo>
                    <a:pt x="5318" y="32442"/>
                  </a:lnTo>
                  <a:lnTo>
                    <a:pt x="11304" y="36573"/>
                  </a:lnTo>
                  <a:lnTo>
                    <a:pt x="18923" y="38099"/>
                  </a:lnTo>
                  <a:lnTo>
                    <a:pt x="29694" y="34689"/>
                  </a:lnTo>
                  <a:lnTo>
                    <a:pt x="36226" y="26292"/>
                  </a:lnTo>
                  <a:lnTo>
                    <a:pt x="37282" y="15661"/>
                  </a:lnTo>
                  <a:lnTo>
                    <a:pt x="31623" y="5549"/>
                  </a:lnTo>
                  <a:lnTo>
                    <a:pt x="28448" y="1587"/>
                  </a:lnTo>
                  <a:lnTo>
                    <a:pt x="23622" y="0"/>
                  </a:lnTo>
                  <a:lnTo>
                    <a:pt x="18923" y="0"/>
                  </a:lnTo>
                  <a:close/>
                </a:path>
              </a:pathLst>
            </a:custGeom>
            <a:ln w="9525">
              <a:solidFill>
                <a:srgbClr val="B9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35779" y="4463795"/>
              <a:ext cx="788035" cy="253365"/>
            </a:xfrm>
            <a:custGeom>
              <a:avLst/>
              <a:gdLst/>
              <a:ahLst/>
              <a:cxnLst/>
              <a:rect l="l" t="t" r="r" b="b"/>
              <a:pathLst>
                <a:path w="788035" h="253364">
                  <a:moveTo>
                    <a:pt x="107315" y="0"/>
                  </a:moveTo>
                  <a:lnTo>
                    <a:pt x="0" y="52044"/>
                  </a:lnTo>
                  <a:lnTo>
                    <a:pt x="393954" y="252983"/>
                  </a:lnTo>
                  <a:lnTo>
                    <a:pt x="787908" y="52044"/>
                  </a:lnTo>
                  <a:lnTo>
                    <a:pt x="680593" y="0"/>
                  </a:lnTo>
                  <a:lnTo>
                    <a:pt x="393954" y="146507"/>
                  </a:lnTo>
                  <a:lnTo>
                    <a:pt x="107315" y="0"/>
                  </a:lnTo>
                  <a:close/>
                </a:path>
              </a:pathLst>
            </a:custGeom>
            <a:ln w="9525">
              <a:solidFill>
                <a:srgbClr val="435D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335779" y="4357115"/>
              <a:ext cx="788035" cy="253365"/>
            </a:xfrm>
            <a:custGeom>
              <a:avLst/>
              <a:gdLst/>
              <a:ahLst/>
              <a:cxnLst/>
              <a:rect l="l" t="t" r="r" b="b"/>
              <a:pathLst>
                <a:path w="788035" h="253364">
                  <a:moveTo>
                    <a:pt x="680593" y="0"/>
                  </a:moveTo>
                  <a:lnTo>
                    <a:pt x="573278" y="54444"/>
                  </a:lnTo>
                  <a:lnTo>
                    <a:pt x="393954" y="146507"/>
                  </a:lnTo>
                  <a:lnTo>
                    <a:pt x="214630" y="54444"/>
                  </a:lnTo>
                  <a:lnTo>
                    <a:pt x="107315" y="0"/>
                  </a:lnTo>
                  <a:lnTo>
                    <a:pt x="0" y="52031"/>
                  </a:lnTo>
                  <a:lnTo>
                    <a:pt x="107315" y="106476"/>
                  </a:lnTo>
                  <a:lnTo>
                    <a:pt x="393954" y="252984"/>
                  </a:lnTo>
                  <a:lnTo>
                    <a:pt x="680593" y="106476"/>
                  </a:lnTo>
                  <a:lnTo>
                    <a:pt x="787908" y="52031"/>
                  </a:lnTo>
                  <a:lnTo>
                    <a:pt x="680593" y="0"/>
                  </a:lnTo>
                  <a:close/>
                </a:path>
              </a:pathLst>
            </a:custGeom>
            <a:ln w="9525">
              <a:solidFill>
                <a:srgbClr val="859F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35779" y="4251959"/>
              <a:ext cx="788035" cy="253365"/>
            </a:xfrm>
            <a:custGeom>
              <a:avLst/>
              <a:gdLst/>
              <a:ahLst/>
              <a:cxnLst/>
              <a:rect l="l" t="t" r="r" b="b"/>
              <a:pathLst>
                <a:path w="788035" h="253364">
                  <a:moveTo>
                    <a:pt x="680593" y="0"/>
                  </a:moveTo>
                  <a:lnTo>
                    <a:pt x="573278" y="54444"/>
                  </a:lnTo>
                  <a:lnTo>
                    <a:pt x="465963" y="108877"/>
                  </a:lnTo>
                  <a:lnTo>
                    <a:pt x="393954" y="146507"/>
                  </a:lnTo>
                  <a:lnTo>
                    <a:pt x="321945" y="108877"/>
                  </a:lnTo>
                  <a:lnTo>
                    <a:pt x="214630" y="54444"/>
                  </a:lnTo>
                  <a:lnTo>
                    <a:pt x="107315" y="0"/>
                  </a:lnTo>
                  <a:lnTo>
                    <a:pt x="0" y="51244"/>
                  </a:lnTo>
                  <a:lnTo>
                    <a:pt x="107315" y="106476"/>
                  </a:lnTo>
                  <a:lnTo>
                    <a:pt x="214630" y="160921"/>
                  </a:lnTo>
                  <a:lnTo>
                    <a:pt x="393954" y="252983"/>
                  </a:lnTo>
                  <a:lnTo>
                    <a:pt x="573278" y="160921"/>
                  </a:lnTo>
                  <a:lnTo>
                    <a:pt x="680593" y="106476"/>
                  </a:lnTo>
                  <a:lnTo>
                    <a:pt x="787908" y="51244"/>
                  </a:lnTo>
                  <a:lnTo>
                    <a:pt x="680593" y="0"/>
                  </a:lnTo>
                  <a:close/>
                </a:path>
              </a:pathLst>
            </a:custGeom>
            <a:ln w="9525">
              <a:solidFill>
                <a:srgbClr val="B9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335779" y="4005071"/>
              <a:ext cx="788035" cy="393700"/>
            </a:xfrm>
            <a:custGeom>
              <a:avLst/>
              <a:gdLst/>
              <a:ahLst/>
              <a:cxnLst/>
              <a:rect l="l" t="t" r="r" b="b"/>
              <a:pathLst>
                <a:path w="788035" h="393700">
                  <a:moveTo>
                    <a:pt x="393954" y="0"/>
                  </a:moveTo>
                  <a:lnTo>
                    <a:pt x="0" y="190982"/>
                  </a:lnTo>
                  <a:lnTo>
                    <a:pt x="393954" y="393191"/>
                  </a:lnTo>
                  <a:lnTo>
                    <a:pt x="787908" y="190982"/>
                  </a:lnTo>
                  <a:lnTo>
                    <a:pt x="393954" y="0"/>
                  </a:lnTo>
                  <a:close/>
                </a:path>
              </a:pathLst>
            </a:custGeom>
            <a:ln w="9525">
              <a:solidFill>
                <a:srgbClr val="E2E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137403" y="4171187"/>
              <a:ext cx="37465" cy="38100"/>
            </a:xfrm>
            <a:custGeom>
              <a:avLst/>
              <a:gdLst/>
              <a:ahLst/>
              <a:cxnLst/>
              <a:rect l="l" t="t" r="r" b="b"/>
              <a:pathLst>
                <a:path w="37464" h="38100">
                  <a:moveTo>
                    <a:pt x="17653" y="0"/>
                  </a:moveTo>
                  <a:lnTo>
                    <a:pt x="10822" y="1498"/>
                  </a:lnTo>
                  <a:lnTo>
                    <a:pt x="5207" y="5549"/>
                  </a:lnTo>
                  <a:lnTo>
                    <a:pt x="1400" y="11487"/>
                  </a:lnTo>
                  <a:lnTo>
                    <a:pt x="0" y="18643"/>
                  </a:lnTo>
                  <a:lnTo>
                    <a:pt x="1291" y="26259"/>
                  </a:lnTo>
                  <a:lnTo>
                    <a:pt x="4905" y="32438"/>
                  </a:lnTo>
                  <a:lnTo>
                    <a:pt x="10447" y="36585"/>
                  </a:lnTo>
                  <a:lnTo>
                    <a:pt x="17525" y="38100"/>
                  </a:lnTo>
                  <a:lnTo>
                    <a:pt x="18034" y="38100"/>
                  </a:lnTo>
                  <a:lnTo>
                    <a:pt x="37282" y="15878"/>
                  </a:lnTo>
                  <a:lnTo>
                    <a:pt x="31623" y="5715"/>
                  </a:lnTo>
                  <a:lnTo>
                    <a:pt x="28448" y="1676"/>
                  </a:lnTo>
                  <a:lnTo>
                    <a:pt x="23622" y="50"/>
                  </a:lnTo>
                  <a:lnTo>
                    <a:pt x="18923" y="50"/>
                  </a:lnTo>
                  <a:lnTo>
                    <a:pt x="18542" y="12"/>
                  </a:lnTo>
                  <a:lnTo>
                    <a:pt x="18034" y="0"/>
                  </a:lnTo>
                  <a:lnTo>
                    <a:pt x="17653" y="0"/>
                  </a:lnTo>
                  <a:close/>
                </a:path>
              </a:pathLst>
            </a:custGeom>
            <a:ln w="9525">
              <a:solidFill>
                <a:srgbClr val="E2E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5397817" y="3997261"/>
            <a:ext cx="848994" cy="721360"/>
            <a:chOff x="5397817" y="3997261"/>
            <a:chExt cx="848994" cy="721360"/>
          </a:xfrm>
        </p:grpSpPr>
        <p:sp>
          <p:nvSpPr>
            <p:cNvPr id="27" name="object 27"/>
            <p:cNvSpPr/>
            <p:nvPr/>
          </p:nvSpPr>
          <p:spPr>
            <a:xfrm>
              <a:off x="6204203" y="4488179"/>
              <a:ext cx="37465" cy="38100"/>
            </a:xfrm>
            <a:custGeom>
              <a:avLst/>
              <a:gdLst/>
              <a:ahLst/>
              <a:cxnLst/>
              <a:rect l="l" t="t" r="r" b="b"/>
              <a:pathLst>
                <a:path w="37464" h="38100">
                  <a:moveTo>
                    <a:pt x="17653" y="0"/>
                  </a:moveTo>
                  <a:lnTo>
                    <a:pt x="10822" y="1498"/>
                  </a:lnTo>
                  <a:lnTo>
                    <a:pt x="5207" y="5553"/>
                  </a:lnTo>
                  <a:lnTo>
                    <a:pt x="1400" y="11497"/>
                  </a:lnTo>
                  <a:lnTo>
                    <a:pt x="0" y="18669"/>
                  </a:lnTo>
                  <a:lnTo>
                    <a:pt x="1402" y="26484"/>
                  </a:lnTo>
                  <a:lnTo>
                    <a:pt x="5318" y="32632"/>
                  </a:lnTo>
                  <a:lnTo>
                    <a:pt x="11304" y="36656"/>
                  </a:lnTo>
                  <a:lnTo>
                    <a:pt x="18923" y="38100"/>
                  </a:lnTo>
                  <a:lnTo>
                    <a:pt x="29694" y="34747"/>
                  </a:lnTo>
                  <a:lnTo>
                    <a:pt x="36226" y="26460"/>
                  </a:lnTo>
                  <a:lnTo>
                    <a:pt x="37282" y="15897"/>
                  </a:lnTo>
                  <a:lnTo>
                    <a:pt x="31623" y="5715"/>
                  </a:lnTo>
                  <a:lnTo>
                    <a:pt x="28448" y="1663"/>
                  </a:lnTo>
                  <a:lnTo>
                    <a:pt x="23622" y="50"/>
                  </a:lnTo>
                  <a:lnTo>
                    <a:pt x="18923" y="50"/>
                  </a:lnTo>
                  <a:lnTo>
                    <a:pt x="18542" y="12"/>
                  </a:lnTo>
                  <a:lnTo>
                    <a:pt x="18034" y="0"/>
                  </a:lnTo>
                  <a:lnTo>
                    <a:pt x="17653" y="0"/>
                  </a:lnTo>
                  <a:close/>
                </a:path>
              </a:pathLst>
            </a:custGeom>
            <a:ln w="9525">
              <a:solidFill>
                <a:srgbClr val="435D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204203" y="4381499"/>
              <a:ext cx="37465" cy="38100"/>
            </a:xfrm>
            <a:custGeom>
              <a:avLst/>
              <a:gdLst/>
              <a:ahLst/>
              <a:cxnLst/>
              <a:rect l="l" t="t" r="r" b="b"/>
              <a:pathLst>
                <a:path w="37464" h="38100">
                  <a:moveTo>
                    <a:pt x="20828" y="0"/>
                  </a:moveTo>
                  <a:lnTo>
                    <a:pt x="20193" y="0"/>
                  </a:lnTo>
                  <a:lnTo>
                    <a:pt x="19558" y="50"/>
                  </a:lnTo>
                  <a:lnTo>
                    <a:pt x="18923" y="165"/>
                  </a:lnTo>
                  <a:lnTo>
                    <a:pt x="18542" y="126"/>
                  </a:lnTo>
                  <a:lnTo>
                    <a:pt x="0" y="18719"/>
                  </a:lnTo>
                  <a:lnTo>
                    <a:pt x="1402" y="26178"/>
                  </a:lnTo>
                  <a:lnTo>
                    <a:pt x="5318" y="32348"/>
                  </a:lnTo>
                  <a:lnTo>
                    <a:pt x="11304" y="36548"/>
                  </a:lnTo>
                  <a:lnTo>
                    <a:pt x="18923" y="38100"/>
                  </a:lnTo>
                  <a:lnTo>
                    <a:pt x="29694" y="34630"/>
                  </a:lnTo>
                  <a:lnTo>
                    <a:pt x="36226" y="26090"/>
                  </a:lnTo>
                  <a:lnTo>
                    <a:pt x="37282" y="15281"/>
                  </a:lnTo>
                  <a:lnTo>
                    <a:pt x="31623" y="5003"/>
                  </a:lnTo>
                  <a:lnTo>
                    <a:pt x="28829" y="2197"/>
                  </a:lnTo>
                  <a:lnTo>
                    <a:pt x="24892" y="0"/>
                  </a:lnTo>
                  <a:lnTo>
                    <a:pt x="20828" y="0"/>
                  </a:lnTo>
                  <a:close/>
                </a:path>
              </a:pathLst>
            </a:custGeom>
            <a:ln w="9525">
              <a:solidFill>
                <a:srgbClr val="859F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04203" y="4274819"/>
              <a:ext cx="37465" cy="38100"/>
            </a:xfrm>
            <a:custGeom>
              <a:avLst/>
              <a:gdLst/>
              <a:ahLst/>
              <a:cxnLst/>
              <a:rect l="l" t="t" r="r" b="b"/>
              <a:pathLst>
                <a:path w="37464" h="38100">
                  <a:moveTo>
                    <a:pt x="18923" y="0"/>
                  </a:moveTo>
                  <a:lnTo>
                    <a:pt x="11626" y="1524"/>
                  </a:lnTo>
                  <a:lnTo>
                    <a:pt x="5603" y="5653"/>
                  </a:lnTo>
                  <a:lnTo>
                    <a:pt x="1510" y="11717"/>
                  </a:lnTo>
                  <a:lnTo>
                    <a:pt x="0" y="19049"/>
                  </a:lnTo>
                  <a:lnTo>
                    <a:pt x="1402" y="26377"/>
                  </a:lnTo>
                  <a:lnTo>
                    <a:pt x="5318" y="32442"/>
                  </a:lnTo>
                  <a:lnTo>
                    <a:pt x="11304" y="36573"/>
                  </a:lnTo>
                  <a:lnTo>
                    <a:pt x="18923" y="38099"/>
                  </a:lnTo>
                  <a:lnTo>
                    <a:pt x="29694" y="34689"/>
                  </a:lnTo>
                  <a:lnTo>
                    <a:pt x="36226" y="26292"/>
                  </a:lnTo>
                  <a:lnTo>
                    <a:pt x="37282" y="15661"/>
                  </a:lnTo>
                  <a:lnTo>
                    <a:pt x="31623" y="5549"/>
                  </a:lnTo>
                  <a:lnTo>
                    <a:pt x="28448" y="1587"/>
                  </a:lnTo>
                  <a:lnTo>
                    <a:pt x="23622" y="0"/>
                  </a:lnTo>
                  <a:lnTo>
                    <a:pt x="18923" y="0"/>
                  </a:lnTo>
                  <a:close/>
                </a:path>
              </a:pathLst>
            </a:custGeom>
            <a:ln w="9525">
              <a:solidFill>
                <a:srgbClr val="B9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402579" y="4460747"/>
              <a:ext cx="788035" cy="253365"/>
            </a:xfrm>
            <a:custGeom>
              <a:avLst/>
              <a:gdLst/>
              <a:ahLst/>
              <a:cxnLst/>
              <a:rect l="l" t="t" r="r" b="b"/>
              <a:pathLst>
                <a:path w="788035" h="253364">
                  <a:moveTo>
                    <a:pt x="107315" y="0"/>
                  </a:moveTo>
                  <a:lnTo>
                    <a:pt x="0" y="52044"/>
                  </a:lnTo>
                  <a:lnTo>
                    <a:pt x="393954" y="252983"/>
                  </a:lnTo>
                  <a:lnTo>
                    <a:pt x="787908" y="52044"/>
                  </a:lnTo>
                  <a:lnTo>
                    <a:pt x="680593" y="0"/>
                  </a:lnTo>
                  <a:lnTo>
                    <a:pt x="393954" y="146507"/>
                  </a:lnTo>
                  <a:lnTo>
                    <a:pt x="107315" y="0"/>
                  </a:lnTo>
                  <a:close/>
                </a:path>
              </a:pathLst>
            </a:custGeom>
            <a:ln w="9525">
              <a:solidFill>
                <a:srgbClr val="435D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402579" y="4354067"/>
              <a:ext cx="788035" cy="253365"/>
            </a:xfrm>
            <a:custGeom>
              <a:avLst/>
              <a:gdLst/>
              <a:ahLst/>
              <a:cxnLst/>
              <a:rect l="l" t="t" r="r" b="b"/>
              <a:pathLst>
                <a:path w="788035" h="253364">
                  <a:moveTo>
                    <a:pt x="680593" y="0"/>
                  </a:moveTo>
                  <a:lnTo>
                    <a:pt x="573278" y="54444"/>
                  </a:lnTo>
                  <a:lnTo>
                    <a:pt x="393954" y="146507"/>
                  </a:lnTo>
                  <a:lnTo>
                    <a:pt x="214630" y="54444"/>
                  </a:lnTo>
                  <a:lnTo>
                    <a:pt x="107315" y="0"/>
                  </a:lnTo>
                  <a:lnTo>
                    <a:pt x="0" y="52031"/>
                  </a:lnTo>
                  <a:lnTo>
                    <a:pt x="107315" y="106476"/>
                  </a:lnTo>
                  <a:lnTo>
                    <a:pt x="393954" y="252983"/>
                  </a:lnTo>
                  <a:lnTo>
                    <a:pt x="680593" y="106476"/>
                  </a:lnTo>
                  <a:lnTo>
                    <a:pt x="787908" y="52031"/>
                  </a:lnTo>
                  <a:lnTo>
                    <a:pt x="680593" y="0"/>
                  </a:lnTo>
                  <a:close/>
                </a:path>
              </a:pathLst>
            </a:custGeom>
            <a:ln w="9525">
              <a:solidFill>
                <a:srgbClr val="859F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402579" y="4247387"/>
              <a:ext cx="788035" cy="253365"/>
            </a:xfrm>
            <a:custGeom>
              <a:avLst/>
              <a:gdLst/>
              <a:ahLst/>
              <a:cxnLst/>
              <a:rect l="l" t="t" r="r" b="b"/>
              <a:pathLst>
                <a:path w="788035" h="253364">
                  <a:moveTo>
                    <a:pt x="680593" y="0"/>
                  </a:moveTo>
                  <a:lnTo>
                    <a:pt x="573278" y="54444"/>
                  </a:lnTo>
                  <a:lnTo>
                    <a:pt x="465963" y="108877"/>
                  </a:lnTo>
                  <a:lnTo>
                    <a:pt x="393954" y="146507"/>
                  </a:lnTo>
                  <a:lnTo>
                    <a:pt x="321945" y="108877"/>
                  </a:lnTo>
                  <a:lnTo>
                    <a:pt x="214630" y="54444"/>
                  </a:lnTo>
                  <a:lnTo>
                    <a:pt x="107315" y="0"/>
                  </a:lnTo>
                  <a:lnTo>
                    <a:pt x="0" y="51244"/>
                  </a:lnTo>
                  <a:lnTo>
                    <a:pt x="107315" y="106476"/>
                  </a:lnTo>
                  <a:lnTo>
                    <a:pt x="214630" y="160921"/>
                  </a:lnTo>
                  <a:lnTo>
                    <a:pt x="393954" y="252984"/>
                  </a:lnTo>
                  <a:lnTo>
                    <a:pt x="573278" y="160921"/>
                  </a:lnTo>
                  <a:lnTo>
                    <a:pt x="680593" y="106476"/>
                  </a:lnTo>
                  <a:lnTo>
                    <a:pt x="787908" y="51244"/>
                  </a:lnTo>
                  <a:lnTo>
                    <a:pt x="680593" y="0"/>
                  </a:lnTo>
                  <a:close/>
                </a:path>
              </a:pathLst>
            </a:custGeom>
            <a:ln w="9525">
              <a:solidFill>
                <a:srgbClr val="B9C7D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02579" y="4002023"/>
              <a:ext cx="788035" cy="391795"/>
            </a:xfrm>
            <a:custGeom>
              <a:avLst/>
              <a:gdLst/>
              <a:ahLst/>
              <a:cxnLst/>
              <a:rect l="l" t="t" r="r" b="b"/>
              <a:pathLst>
                <a:path w="788035" h="391795">
                  <a:moveTo>
                    <a:pt x="393954" y="0"/>
                  </a:moveTo>
                  <a:lnTo>
                    <a:pt x="0" y="190233"/>
                  </a:lnTo>
                  <a:lnTo>
                    <a:pt x="393954" y="391667"/>
                  </a:lnTo>
                  <a:lnTo>
                    <a:pt x="787908" y="190233"/>
                  </a:lnTo>
                  <a:lnTo>
                    <a:pt x="393954" y="0"/>
                  </a:lnTo>
                  <a:close/>
                </a:path>
              </a:pathLst>
            </a:custGeom>
            <a:ln w="9525">
              <a:solidFill>
                <a:srgbClr val="E2E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204203" y="4168139"/>
              <a:ext cx="37465" cy="36830"/>
            </a:xfrm>
            <a:custGeom>
              <a:avLst/>
              <a:gdLst/>
              <a:ahLst/>
              <a:cxnLst/>
              <a:rect l="l" t="t" r="r" b="b"/>
              <a:pathLst>
                <a:path w="37464" h="36829">
                  <a:moveTo>
                    <a:pt x="17653" y="0"/>
                  </a:moveTo>
                  <a:lnTo>
                    <a:pt x="8000" y="0"/>
                  </a:lnTo>
                  <a:lnTo>
                    <a:pt x="0" y="8242"/>
                  </a:lnTo>
                  <a:lnTo>
                    <a:pt x="0" y="17894"/>
                  </a:lnTo>
                  <a:lnTo>
                    <a:pt x="1291" y="25206"/>
                  </a:lnTo>
                  <a:lnTo>
                    <a:pt x="4905" y="31140"/>
                  </a:lnTo>
                  <a:lnTo>
                    <a:pt x="10447" y="35121"/>
                  </a:lnTo>
                  <a:lnTo>
                    <a:pt x="17525" y="36576"/>
                  </a:lnTo>
                  <a:lnTo>
                    <a:pt x="18034" y="36576"/>
                  </a:lnTo>
                  <a:lnTo>
                    <a:pt x="37282" y="15243"/>
                  </a:lnTo>
                  <a:lnTo>
                    <a:pt x="31623" y="5486"/>
                  </a:lnTo>
                  <a:lnTo>
                    <a:pt x="28448" y="1600"/>
                  </a:lnTo>
                  <a:lnTo>
                    <a:pt x="23622" y="50"/>
                  </a:lnTo>
                  <a:lnTo>
                    <a:pt x="18923" y="50"/>
                  </a:lnTo>
                  <a:lnTo>
                    <a:pt x="18542" y="12"/>
                  </a:lnTo>
                  <a:lnTo>
                    <a:pt x="18034" y="0"/>
                  </a:lnTo>
                  <a:lnTo>
                    <a:pt x="17653" y="0"/>
                  </a:lnTo>
                  <a:close/>
                </a:path>
              </a:pathLst>
            </a:custGeom>
            <a:ln w="9525">
              <a:solidFill>
                <a:srgbClr val="E2E9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1427733" y="4208475"/>
            <a:ext cx="85851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STORAGE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02563" y="2885897"/>
            <a:ext cx="18148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QUERY</a:t>
            </a:r>
            <a:r>
              <a:rPr sz="1600" spc="-1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PROCESSING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76934" y="1587246"/>
            <a:ext cx="15201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65" dirty="0">
                <a:solidFill>
                  <a:srgbClr val="FFFFFF"/>
                </a:solidFill>
                <a:latin typeface="Lucida Sans Unicode"/>
                <a:cs typeface="Lucida Sans Unicode"/>
              </a:rPr>
              <a:t>CLOUD</a:t>
            </a:r>
            <a:r>
              <a:rPr sz="160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SERVICES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38" name="object 3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64735" y="2810255"/>
            <a:ext cx="713231" cy="725424"/>
          </a:xfrm>
          <a:prstGeom prst="rect">
            <a:avLst/>
          </a:prstGeom>
        </p:spPr>
      </p:pic>
      <p:sp>
        <p:nvSpPr>
          <p:cNvPr id="39" name="object 39"/>
          <p:cNvSpPr/>
          <p:nvPr/>
        </p:nvSpPr>
        <p:spPr>
          <a:xfrm>
            <a:off x="5583935" y="2955035"/>
            <a:ext cx="426720" cy="407034"/>
          </a:xfrm>
          <a:custGeom>
            <a:avLst/>
            <a:gdLst/>
            <a:ahLst/>
            <a:cxnLst/>
            <a:rect l="l" t="t" r="r" b="b"/>
            <a:pathLst>
              <a:path w="426720" h="407035">
                <a:moveTo>
                  <a:pt x="213360" y="80899"/>
                </a:moveTo>
                <a:lnTo>
                  <a:pt x="263392" y="90529"/>
                </a:lnTo>
                <a:lnTo>
                  <a:pt x="304244" y="116792"/>
                </a:lnTo>
                <a:lnTo>
                  <a:pt x="331785" y="155747"/>
                </a:lnTo>
                <a:lnTo>
                  <a:pt x="341884" y="203453"/>
                </a:lnTo>
                <a:lnTo>
                  <a:pt x="331785" y="251160"/>
                </a:lnTo>
                <a:lnTo>
                  <a:pt x="304244" y="290115"/>
                </a:lnTo>
                <a:lnTo>
                  <a:pt x="263392" y="316378"/>
                </a:lnTo>
                <a:lnTo>
                  <a:pt x="213360" y="326008"/>
                </a:lnTo>
                <a:lnTo>
                  <a:pt x="163327" y="316378"/>
                </a:lnTo>
                <a:lnTo>
                  <a:pt x="122475" y="290115"/>
                </a:lnTo>
                <a:lnTo>
                  <a:pt x="94934" y="251160"/>
                </a:lnTo>
                <a:lnTo>
                  <a:pt x="84836" y="203453"/>
                </a:lnTo>
                <a:lnTo>
                  <a:pt x="94934" y="155747"/>
                </a:lnTo>
                <a:lnTo>
                  <a:pt x="122475" y="116792"/>
                </a:lnTo>
                <a:lnTo>
                  <a:pt x="163327" y="90529"/>
                </a:lnTo>
                <a:lnTo>
                  <a:pt x="213360" y="80899"/>
                </a:lnTo>
                <a:close/>
              </a:path>
              <a:path w="426720" h="407035">
                <a:moveTo>
                  <a:pt x="183514" y="0"/>
                </a:moveTo>
                <a:lnTo>
                  <a:pt x="176275" y="0"/>
                </a:lnTo>
                <a:lnTo>
                  <a:pt x="170561" y="5587"/>
                </a:lnTo>
                <a:lnTo>
                  <a:pt x="170561" y="12445"/>
                </a:lnTo>
                <a:lnTo>
                  <a:pt x="170561" y="45593"/>
                </a:lnTo>
                <a:lnTo>
                  <a:pt x="159087" y="48809"/>
                </a:lnTo>
                <a:lnTo>
                  <a:pt x="147923" y="52752"/>
                </a:lnTo>
                <a:lnTo>
                  <a:pt x="137092" y="57433"/>
                </a:lnTo>
                <a:lnTo>
                  <a:pt x="126618" y="62864"/>
                </a:lnTo>
                <a:lnTo>
                  <a:pt x="101980" y="39496"/>
                </a:lnTo>
                <a:lnTo>
                  <a:pt x="99440" y="37083"/>
                </a:lnTo>
                <a:lnTo>
                  <a:pt x="96138" y="35813"/>
                </a:lnTo>
                <a:lnTo>
                  <a:pt x="92837" y="35813"/>
                </a:lnTo>
                <a:lnTo>
                  <a:pt x="89408" y="35813"/>
                </a:lnTo>
                <a:lnTo>
                  <a:pt x="86105" y="37083"/>
                </a:lnTo>
                <a:lnTo>
                  <a:pt x="83565" y="39496"/>
                </a:lnTo>
                <a:lnTo>
                  <a:pt x="41401" y="79756"/>
                </a:lnTo>
                <a:lnTo>
                  <a:pt x="36322" y="84581"/>
                </a:lnTo>
                <a:lnTo>
                  <a:pt x="36322" y="92456"/>
                </a:lnTo>
                <a:lnTo>
                  <a:pt x="41401" y="97281"/>
                </a:lnTo>
                <a:lnTo>
                  <a:pt x="65912" y="120650"/>
                </a:lnTo>
                <a:lnTo>
                  <a:pt x="60253" y="130645"/>
                </a:lnTo>
                <a:lnTo>
                  <a:pt x="55308" y="140985"/>
                </a:lnTo>
                <a:lnTo>
                  <a:pt x="51125" y="151636"/>
                </a:lnTo>
                <a:lnTo>
                  <a:pt x="47751" y="162559"/>
                </a:lnTo>
                <a:lnTo>
                  <a:pt x="13080" y="162559"/>
                </a:lnTo>
                <a:lnTo>
                  <a:pt x="5841" y="162559"/>
                </a:lnTo>
                <a:lnTo>
                  <a:pt x="0" y="168147"/>
                </a:lnTo>
                <a:lnTo>
                  <a:pt x="0" y="175006"/>
                </a:lnTo>
                <a:lnTo>
                  <a:pt x="0" y="231901"/>
                </a:lnTo>
                <a:lnTo>
                  <a:pt x="0" y="238759"/>
                </a:lnTo>
                <a:lnTo>
                  <a:pt x="5841" y="244347"/>
                </a:lnTo>
                <a:lnTo>
                  <a:pt x="13080" y="244347"/>
                </a:lnTo>
                <a:lnTo>
                  <a:pt x="47751" y="244347"/>
                </a:lnTo>
                <a:lnTo>
                  <a:pt x="51125" y="255271"/>
                </a:lnTo>
                <a:lnTo>
                  <a:pt x="55308" y="265922"/>
                </a:lnTo>
                <a:lnTo>
                  <a:pt x="60253" y="276262"/>
                </a:lnTo>
                <a:lnTo>
                  <a:pt x="65912" y="286257"/>
                </a:lnTo>
                <a:lnTo>
                  <a:pt x="41401" y="309625"/>
                </a:lnTo>
                <a:lnTo>
                  <a:pt x="36322" y="314451"/>
                </a:lnTo>
                <a:lnTo>
                  <a:pt x="36322" y="322325"/>
                </a:lnTo>
                <a:lnTo>
                  <a:pt x="41401" y="327151"/>
                </a:lnTo>
                <a:lnTo>
                  <a:pt x="83565" y="367411"/>
                </a:lnTo>
                <a:lnTo>
                  <a:pt x="86105" y="369824"/>
                </a:lnTo>
                <a:lnTo>
                  <a:pt x="89408" y="371094"/>
                </a:lnTo>
                <a:lnTo>
                  <a:pt x="92837" y="371094"/>
                </a:lnTo>
                <a:lnTo>
                  <a:pt x="96138" y="371094"/>
                </a:lnTo>
                <a:lnTo>
                  <a:pt x="99440" y="369824"/>
                </a:lnTo>
                <a:lnTo>
                  <a:pt x="101980" y="367411"/>
                </a:lnTo>
                <a:lnTo>
                  <a:pt x="126618" y="344043"/>
                </a:lnTo>
                <a:lnTo>
                  <a:pt x="137092" y="349476"/>
                </a:lnTo>
                <a:lnTo>
                  <a:pt x="147923" y="354171"/>
                </a:lnTo>
                <a:lnTo>
                  <a:pt x="159087" y="358151"/>
                </a:lnTo>
                <a:lnTo>
                  <a:pt x="170561" y="361441"/>
                </a:lnTo>
                <a:lnTo>
                  <a:pt x="170561" y="394462"/>
                </a:lnTo>
                <a:lnTo>
                  <a:pt x="170561" y="401319"/>
                </a:lnTo>
                <a:lnTo>
                  <a:pt x="176275" y="406907"/>
                </a:lnTo>
                <a:lnTo>
                  <a:pt x="183514" y="406907"/>
                </a:lnTo>
                <a:lnTo>
                  <a:pt x="243204" y="406907"/>
                </a:lnTo>
                <a:lnTo>
                  <a:pt x="250443" y="406907"/>
                </a:lnTo>
                <a:lnTo>
                  <a:pt x="256159" y="401319"/>
                </a:lnTo>
                <a:lnTo>
                  <a:pt x="256159" y="394462"/>
                </a:lnTo>
                <a:lnTo>
                  <a:pt x="256159" y="361441"/>
                </a:lnTo>
                <a:lnTo>
                  <a:pt x="267632" y="358151"/>
                </a:lnTo>
                <a:lnTo>
                  <a:pt x="278796" y="354171"/>
                </a:lnTo>
                <a:lnTo>
                  <a:pt x="289627" y="349476"/>
                </a:lnTo>
                <a:lnTo>
                  <a:pt x="300100" y="344043"/>
                </a:lnTo>
                <a:lnTo>
                  <a:pt x="324738" y="367411"/>
                </a:lnTo>
                <a:lnTo>
                  <a:pt x="327278" y="369824"/>
                </a:lnTo>
                <a:lnTo>
                  <a:pt x="330580" y="371094"/>
                </a:lnTo>
                <a:lnTo>
                  <a:pt x="333883" y="371094"/>
                </a:lnTo>
                <a:lnTo>
                  <a:pt x="337312" y="371094"/>
                </a:lnTo>
                <a:lnTo>
                  <a:pt x="340613" y="369824"/>
                </a:lnTo>
                <a:lnTo>
                  <a:pt x="343153" y="367411"/>
                </a:lnTo>
                <a:lnTo>
                  <a:pt x="385317" y="327151"/>
                </a:lnTo>
                <a:lnTo>
                  <a:pt x="390398" y="322325"/>
                </a:lnTo>
                <a:lnTo>
                  <a:pt x="390398" y="314451"/>
                </a:lnTo>
                <a:lnTo>
                  <a:pt x="385317" y="309625"/>
                </a:lnTo>
                <a:lnTo>
                  <a:pt x="360806" y="286257"/>
                </a:lnTo>
                <a:lnTo>
                  <a:pt x="366466" y="276262"/>
                </a:lnTo>
                <a:lnTo>
                  <a:pt x="371411" y="265922"/>
                </a:lnTo>
                <a:lnTo>
                  <a:pt x="375594" y="255271"/>
                </a:lnTo>
                <a:lnTo>
                  <a:pt x="378967" y="244347"/>
                </a:lnTo>
                <a:lnTo>
                  <a:pt x="413765" y="244347"/>
                </a:lnTo>
                <a:lnTo>
                  <a:pt x="420877" y="244347"/>
                </a:lnTo>
                <a:lnTo>
                  <a:pt x="426719" y="238759"/>
                </a:lnTo>
                <a:lnTo>
                  <a:pt x="426719" y="231901"/>
                </a:lnTo>
                <a:lnTo>
                  <a:pt x="426719" y="175006"/>
                </a:lnTo>
                <a:lnTo>
                  <a:pt x="426719" y="168147"/>
                </a:lnTo>
                <a:lnTo>
                  <a:pt x="420877" y="162559"/>
                </a:lnTo>
                <a:lnTo>
                  <a:pt x="413765" y="162559"/>
                </a:lnTo>
                <a:lnTo>
                  <a:pt x="378967" y="162559"/>
                </a:lnTo>
                <a:lnTo>
                  <a:pt x="375594" y="151636"/>
                </a:lnTo>
                <a:lnTo>
                  <a:pt x="371411" y="140985"/>
                </a:lnTo>
                <a:lnTo>
                  <a:pt x="366466" y="130645"/>
                </a:lnTo>
                <a:lnTo>
                  <a:pt x="360806" y="120650"/>
                </a:lnTo>
                <a:lnTo>
                  <a:pt x="385317" y="97281"/>
                </a:lnTo>
                <a:lnTo>
                  <a:pt x="390398" y="92456"/>
                </a:lnTo>
                <a:lnTo>
                  <a:pt x="390398" y="84581"/>
                </a:lnTo>
                <a:lnTo>
                  <a:pt x="385317" y="79756"/>
                </a:lnTo>
                <a:lnTo>
                  <a:pt x="343153" y="39496"/>
                </a:lnTo>
                <a:lnTo>
                  <a:pt x="340613" y="37083"/>
                </a:lnTo>
                <a:lnTo>
                  <a:pt x="337312" y="35813"/>
                </a:lnTo>
                <a:lnTo>
                  <a:pt x="333883" y="35813"/>
                </a:lnTo>
                <a:lnTo>
                  <a:pt x="330580" y="35813"/>
                </a:lnTo>
                <a:lnTo>
                  <a:pt x="327278" y="37083"/>
                </a:lnTo>
                <a:lnTo>
                  <a:pt x="324738" y="39496"/>
                </a:lnTo>
                <a:lnTo>
                  <a:pt x="300100" y="62864"/>
                </a:lnTo>
                <a:lnTo>
                  <a:pt x="289627" y="57433"/>
                </a:lnTo>
                <a:lnTo>
                  <a:pt x="278796" y="52752"/>
                </a:lnTo>
                <a:lnTo>
                  <a:pt x="267632" y="48809"/>
                </a:lnTo>
                <a:lnTo>
                  <a:pt x="256159" y="45593"/>
                </a:lnTo>
                <a:lnTo>
                  <a:pt x="256159" y="12445"/>
                </a:lnTo>
                <a:lnTo>
                  <a:pt x="256159" y="5587"/>
                </a:lnTo>
                <a:lnTo>
                  <a:pt x="250443" y="0"/>
                </a:lnTo>
                <a:lnTo>
                  <a:pt x="243204" y="0"/>
                </a:lnTo>
                <a:lnTo>
                  <a:pt x="183514" y="0"/>
                </a:lnTo>
                <a:close/>
              </a:path>
            </a:pathLst>
          </a:custGeom>
          <a:ln w="9525">
            <a:solidFill>
              <a:srgbClr val="A4B7C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434841" y="2319655"/>
            <a:ext cx="699770" cy="3644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127635">
              <a:lnSpc>
                <a:spcPct val="101800"/>
              </a:lnSpc>
              <a:spcBef>
                <a:spcPts val="80"/>
              </a:spcBef>
            </a:pPr>
            <a:r>
              <a:rPr sz="11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Virtual </a:t>
            </a:r>
            <a:r>
              <a:rPr sz="11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Warehouse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416933" y="2327224"/>
            <a:ext cx="699770" cy="365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2225" algn="ctr">
              <a:lnSpc>
                <a:spcPct val="100000"/>
              </a:lnSpc>
              <a:spcBef>
                <a:spcPts val="105"/>
              </a:spcBef>
            </a:pPr>
            <a:r>
              <a:rPr sz="11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Virtual</a:t>
            </a:r>
            <a:endParaRPr sz="110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11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Warehouse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420995" y="2340610"/>
            <a:ext cx="699770" cy="36449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127635">
              <a:lnSpc>
                <a:spcPct val="101800"/>
              </a:lnSpc>
              <a:spcBef>
                <a:spcPts val="80"/>
              </a:spcBef>
            </a:pPr>
            <a:r>
              <a:rPr sz="11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Virtual </a:t>
            </a:r>
            <a:r>
              <a:rPr sz="11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Warehouse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817370" y="3792473"/>
            <a:ext cx="5041265" cy="0"/>
          </a:xfrm>
          <a:custGeom>
            <a:avLst/>
            <a:gdLst/>
            <a:ahLst/>
            <a:cxnLst/>
            <a:rect l="l" t="t" r="r" b="b"/>
            <a:pathLst>
              <a:path w="5041265">
                <a:moveTo>
                  <a:pt x="0" y="0"/>
                </a:moveTo>
                <a:lnTo>
                  <a:pt x="5040883" y="0"/>
                </a:lnTo>
              </a:path>
            </a:pathLst>
          </a:custGeom>
          <a:ln w="19050">
            <a:solidFill>
              <a:srgbClr val="BCBC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750314" y="2181605"/>
            <a:ext cx="5041265" cy="0"/>
          </a:xfrm>
          <a:custGeom>
            <a:avLst/>
            <a:gdLst/>
            <a:ahLst/>
            <a:cxnLst/>
            <a:rect l="l" t="t" r="r" b="b"/>
            <a:pathLst>
              <a:path w="5041265">
                <a:moveTo>
                  <a:pt x="0" y="0"/>
                </a:moveTo>
                <a:lnTo>
                  <a:pt x="5040884" y="0"/>
                </a:lnTo>
              </a:path>
            </a:pathLst>
          </a:custGeom>
          <a:ln w="19050">
            <a:solidFill>
              <a:srgbClr val="BCBC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20725">
              <a:lnSpc>
                <a:spcPct val="100000"/>
              </a:lnSpc>
              <a:spcBef>
                <a:spcPts val="105"/>
              </a:spcBef>
            </a:pPr>
            <a:r>
              <a:rPr dirty="0"/>
              <a:t>Snowflake</a:t>
            </a:r>
            <a:r>
              <a:rPr spc="-55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2420" y="1505711"/>
            <a:ext cx="4387596" cy="251917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55464" y="1338059"/>
            <a:ext cx="1652778" cy="39853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79847" y="2439911"/>
            <a:ext cx="1774698" cy="39853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79847" y="3328403"/>
            <a:ext cx="2036826" cy="39853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854702" y="1366265"/>
            <a:ext cx="3711575" cy="2447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3030" indent="-100330">
              <a:lnSpc>
                <a:spcPct val="100000"/>
              </a:lnSpc>
              <a:spcBef>
                <a:spcPts val="105"/>
              </a:spcBef>
              <a:buChar char="-"/>
              <a:tabLst>
                <a:tab pos="113030" algn="l"/>
              </a:tabLst>
            </a:pPr>
            <a:r>
              <a:rPr sz="1400" i="1" spc="-80" dirty="0">
                <a:solidFill>
                  <a:srgbClr val="FFFFFF"/>
                </a:solidFill>
                <a:latin typeface="Trebuchet MS"/>
                <a:cs typeface="Trebuchet MS"/>
              </a:rPr>
              <a:t>Brain</a:t>
            </a:r>
            <a:r>
              <a:rPr sz="1400" i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i="1" spc="-105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400" i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i="1" spc="-114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400" i="1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i="1" spc="-60" dirty="0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r>
              <a:rPr sz="1400" i="1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i="1" spc="-5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40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Managing</a:t>
            </a:r>
            <a:r>
              <a:rPr sz="14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infrastructure,</a:t>
            </a: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Access</a:t>
            </a:r>
            <a:r>
              <a:rPr sz="14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control,</a:t>
            </a:r>
            <a:r>
              <a:rPr sz="14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Lucida Sans Unicode"/>
                <a:cs typeface="Lucida Sans Unicode"/>
              </a:rPr>
              <a:t>security,</a:t>
            </a:r>
            <a:endParaRPr sz="1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40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Optimizier,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Metadata</a:t>
            </a:r>
            <a:r>
              <a:rPr sz="14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etc.</a:t>
            </a: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455"/>
              </a:spcBef>
            </a:pPr>
            <a:endParaRPr sz="1400">
              <a:latin typeface="Lucida Sans Unicode"/>
              <a:cs typeface="Lucida Sans Unicode"/>
            </a:endParaRPr>
          </a:p>
          <a:p>
            <a:pPr marL="138430" indent="-100330">
              <a:lnSpc>
                <a:spcPct val="100000"/>
              </a:lnSpc>
              <a:buChar char="-"/>
              <a:tabLst>
                <a:tab pos="138430" algn="l"/>
              </a:tabLst>
            </a:pPr>
            <a:r>
              <a:rPr sz="1400" i="1" spc="-70" dirty="0">
                <a:solidFill>
                  <a:srgbClr val="FFFFFF"/>
                </a:solidFill>
                <a:latin typeface="Trebuchet MS"/>
                <a:cs typeface="Trebuchet MS"/>
              </a:rPr>
              <a:t>Muscle</a:t>
            </a:r>
            <a:r>
              <a:rPr sz="1400" i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i="1" spc="-105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1400" i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i="1" spc="-12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1400" i="1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i="1" spc="-60" dirty="0">
                <a:solidFill>
                  <a:srgbClr val="FFFFFF"/>
                </a:solidFill>
                <a:latin typeface="Trebuchet MS"/>
                <a:cs typeface="Trebuchet MS"/>
              </a:rPr>
              <a:t>system</a:t>
            </a:r>
            <a:r>
              <a:rPr sz="1400" i="1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i="1" spc="-5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endParaRPr sz="14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4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Performs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MMP</a:t>
            </a:r>
            <a:r>
              <a:rPr sz="14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(Massive</a:t>
            </a:r>
            <a:r>
              <a:rPr sz="14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Parallel</a:t>
            </a:r>
            <a:r>
              <a:rPr sz="140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Processing)</a:t>
            </a: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445"/>
              </a:spcBef>
            </a:pPr>
            <a:endParaRPr sz="1400">
              <a:latin typeface="Lucida Sans Unicode"/>
              <a:cs typeface="Lucida Sans Unicode"/>
            </a:endParaRPr>
          </a:p>
          <a:p>
            <a:pPr marL="138430" indent="-100330">
              <a:lnSpc>
                <a:spcPct val="100000"/>
              </a:lnSpc>
              <a:buChar char="-"/>
              <a:tabLst>
                <a:tab pos="138430" algn="l"/>
              </a:tabLst>
            </a:pPr>
            <a:r>
              <a:rPr sz="1400" i="1" spc="-95" dirty="0">
                <a:solidFill>
                  <a:srgbClr val="FFFFFF"/>
                </a:solidFill>
                <a:latin typeface="Trebuchet MS"/>
                <a:cs typeface="Trebuchet MS"/>
              </a:rPr>
              <a:t>Hybrid</a:t>
            </a:r>
            <a:r>
              <a:rPr sz="1400" i="1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i="1" spc="-100" dirty="0">
                <a:solidFill>
                  <a:srgbClr val="FFFFFF"/>
                </a:solidFill>
                <a:latin typeface="Trebuchet MS"/>
                <a:cs typeface="Trebuchet MS"/>
              </a:rPr>
              <a:t>Columnar</a:t>
            </a:r>
            <a:r>
              <a:rPr sz="1400" i="1" spc="-85" dirty="0">
                <a:solidFill>
                  <a:srgbClr val="FFFFFF"/>
                </a:solidFill>
                <a:latin typeface="Trebuchet MS"/>
                <a:cs typeface="Trebuchet MS"/>
              </a:rPr>
              <a:t> Storage</a:t>
            </a:r>
            <a:r>
              <a:rPr sz="1400" i="1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400" i="1" spc="-5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endParaRPr sz="14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4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Saved</a:t>
            </a:r>
            <a:r>
              <a:rPr sz="14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in</a:t>
            </a:r>
            <a:r>
              <a:rPr sz="140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blobs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50875">
              <a:lnSpc>
                <a:spcPct val="100000"/>
              </a:lnSpc>
              <a:spcBef>
                <a:spcPts val="105"/>
              </a:spcBef>
            </a:pPr>
            <a:r>
              <a:rPr dirty="0"/>
              <a:t>Virtual</a:t>
            </a:r>
            <a:r>
              <a:rPr spc="-30" dirty="0"/>
              <a:t> </a:t>
            </a:r>
            <a:r>
              <a:rPr dirty="0"/>
              <a:t>Warehouse</a:t>
            </a:r>
            <a:r>
              <a:rPr spc="-35" dirty="0"/>
              <a:t> </a:t>
            </a:r>
            <a:r>
              <a:rPr spc="-10" dirty="0"/>
              <a:t>Sizes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85670" y="2183333"/>
            <a:ext cx="2520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00C3FF"/>
                </a:solidFill>
                <a:latin typeface="Trebuchet MS"/>
                <a:cs typeface="Trebuchet MS"/>
              </a:rPr>
              <a:t>XS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01495" y="2817698"/>
            <a:ext cx="1358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" dirty="0">
                <a:solidFill>
                  <a:srgbClr val="00C3FF"/>
                </a:solidFill>
                <a:latin typeface="Trebuchet MS"/>
                <a:cs typeface="Trebuchet MS"/>
              </a:rPr>
              <a:t>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7486" y="3425190"/>
            <a:ext cx="1993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25" dirty="0">
                <a:solidFill>
                  <a:srgbClr val="00C3FF"/>
                </a:solidFill>
                <a:latin typeface="Trebuchet MS"/>
                <a:cs typeface="Trebuchet MS"/>
              </a:rPr>
              <a:t>M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055876" y="2045169"/>
            <a:ext cx="1902460" cy="2022475"/>
            <a:chOff x="2055876" y="2045169"/>
            <a:chExt cx="1902460" cy="20224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5876" y="2045169"/>
              <a:ext cx="749807" cy="78489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4862" y="2189226"/>
              <a:ext cx="230124" cy="2667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324862" y="2189226"/>
              <a:ext cx="230504" cy="266700"/>
            </a:xfrm>
            <a:custGeom>
              <a:avLst/>
              <a:gdLst/>
              <a:ahLst/>
              <a:cxnLst/>
              <a:rect l="l" t="t" r="r" b="b"/>
              <a:pathLst>
                <a:path w="230505" h="266700">
                  <a:moveTo>
                    <a:pt x="115062" y="266700"/>
                  </a:moveTo>
                  <a:lnTo>
                    <a:pt x="0" y="200025"/>
                  </a:lnTo>
                  <a:lnTo>
                    <a:pt x="0" y="66675"/>
                  </a:lnTo>
                  <a:lnTo>
                    <a:pt x="115062" y="0"/>
                  </a:lnTo>
                  <a:lnTo>
                    <a:pt x="230124" y="66675"/>
                  </a:lnTo>
                  <a:lnTo>
                    <a:pt x="230124" y="200025"/>
                  </a:lnTo>
                  <a:lnTo>
                    <a:pt x="115062" y="26670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5876" y="3282696"/>
              <a:ext cx="749807" cy="78489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4862" y="3426713"/>
              <a:ext cx="230124" cy="2667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324862" y="3426713"/>
              <a:ext cx="230504" cy="266700"/>
            </a:xfrm>
            <a:custGeom>
              <a:avLst/>
              <a:gdLst/>
              <a:ahLst/>
              <a:cxnLst/>
              <a:rect l="l" t="t" r="r" b="b"/>
              <a:pathLst>
                <a:path w="230505" h="266700">
                  <a:moveTo>
                    <a:pt x="115062" y="266700"/>
                  </a:moveTo>
                  <a:lnTo>
                    <a:pt x="0" y="200025"/>
                  </a:lnTo>
                  <a:lnTo>
                    <a:pt x="0" y="66675"/>
                  </a:lnTo>
                  <a:lnTo>
                    <a:pt x="115062" y="0"/>
                  </a:lnTo>
                  <a:lnTo>
                    <a:pt x="230124" y="66675"/>
                  </a:lnTo>
                  <a:lnTo>
                    <a:pt x="230124" y="200025"/>
                  </a:lnTo>
                  <a:lnTo>
                    <a:pt x="115062" y="26670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9924" y="3282696"/>
              <a:ext cx="749807" cy="78489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8910" y="3426713"/>
              <a:ext cx="230123" cy="2667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708910" y="3426713"/>
              <a:ext cx="230504" cy="266700"/>
            </a:xfrm>
            <a:custGeom>
              <a:avLst/>
              <a:gdLst/>
              <a:ahLst/>
              <a:cxnLst/>
              <a:rect l="l" t="t" r="r" b="b"/>
              <a:pathLst>
                <a:path w="230505" h="266700">
                  <a:moveTo>
                    <a:pt x="115062" y="266700"/>
                  </a:moveTo>
                  <a:lnTo>
                    <a:pt x="0" y="200025"/>
                  </a:lnTo>
                  <a:lnTo>
                    <a:pt x="0" y="66675"/>
                  </a:lnTo>
                  <a:lnTo>
                    <a:pt x="115062" y="0"/>
                  </a:lnTo>
                  <a:lnTo>
                    <a:pt x="230123" y="66675"/>
                  </a:lnTo>
                  <a:lnTo>
                    <a:pt x="230123" y="200025"/>
                  </a:lnTo>
                  <a:lnTo>
                    <a:pt x="115062" y="26670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23972" y="3282696"/>
              <a:ext cx="749808" cy="7848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2958" y="3426713"/>
              <a:ext cx="230124" cy="2667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092958" y="3426713"/>
              <a:ext cx="230504" cy="266700"/>
            </a:xfrm>
            <a:custGeom>
              <a:avLst/>
              <a:gdLst/>
              <a:ahLst/>
              <a:cxnLst/>
              <a:rect l="l" t="t" r="r" b="b"/>
              <a:pathLst>
                <a:path w="230504" h="266700">
                  <a:moveTo>
                    <a:pt x="115062" y="266700"/>
                  </a:moveTo>
                  <a:lnTo>
                    <a:pt x="0" y="200025"/>
                  </a:lnTo>
                  <a:lnTo>
                    <a:pt x="0" y="66675"/>
                  </a:lnTo>
                  <a:lnTo>
                    <a:pt x="115062" y="0"/>
                  </a:lnTo>
                  <a:lnTo>
                    <a:pt x="230124" y="66675"/>
                  </a:lnTo>
                  <a:lnTo>
                    <a:pt x="230124" y="200025"/>
                  </a:lnTo>
                  <a:lnTo>
                    <a:pt x="115062" y="26670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8020" y="3282696"/>
              <a:ext cx="749807" cy="78489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77006" y="3426713"/>
              <a:ext cx="230124" cy="2667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477006" y="3426713"/>
              <a:ext cx="230504" cy="266700"/>
            </a:xfrm>
            <a:custGeom>
              <a:avLst/>
              <a:gdLst/>
              <a:ahLst/>
              <a:cxnLst/>
              <a:rect l="l" t="t" r="r" b="b"/>
              <a:pathLst>
                <a:path w="230504" h="266700">
                  <a:moveTo>
                    <a:pt x="115062" y="266700"/>
                  </a:moveTo>
                  <a:lnTo>
                    <a:pt x="0" y="200025"/>
                  </a:lnTo>
                  <a:lnTo>
                    <a:pt x="0" y="66675"/>
                  </a:lnTo>
                  <a:lnTo>
                    <a:pt x="115062" y="0"/>
                  </a:lnTo>
                  <a:lnTo>
                    <a:pt x="230124" y="66675"/>
                  </a:lnTo>
                  <a:lnTo>
                    <a:pt x="230124" y="200025"/>
                  </a:lnTo>
                  <a:lnTo>
                    <a:pt x="115062" y="26670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55876" y="2653347"/>
              <a:ext cx="749807" cy="78339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24862" y="2797302"/>
              <a:ext cx="230124" cy="26517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324862" y="2797302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5" h="265430">
                  <a:moveTo>
                    <a:pt x="115062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2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00300" y="2659443"/>
              <a:ext cx="749807" cy="78339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69286" y="2803398"/>
              <a:ext cx="230124" cy="26517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669286" y="2803398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5" h="265430">
                  <a:moveTo>
                    <a:pt x="115062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2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4828032" y="1927923"/>
            <a:ext cx="3423285" cy="1917700"/>
            <a:chOff x="4828032" y="1927923"/>
            <a:chExt cx="3423285" cy="1917700"/>
          </a:xfrm>
        </p:grpSpPr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37176" y="1927923"/>
              <a:ext cx="749808" cy="78339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6162" y="2071877"/>
              <a:ext cx="230124" cy="26517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106162" y="2071877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6"/>
                  </a:moveTo>
                  <a:lnTo>
                    <a:pt x="0" y="198882"/>
                  </a:lnTo>
                  <a:lnTo>
                    <a:pt x="0" y="66294"/>
                  </a:lnTo>
                  <a:lnTo>
                    <a:pt x="115062" y="0"/>
                  </a:lnTo>
                  <a:lnTo>
                    <a:pt x="230124" y="66294"/>
                  </a:lnTo>
                  <a:lnTo>
                    <a:pt x="230124" y="198882"/>
                  </a:lnTo>
                  <a:lnTo>
                    <a:pt x="115062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21224" y="1927923"/>
              <a:ext cx="749808" cy="78339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90210" y="2071877"/>
              <a:ext cx="230124" cy="26517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490210" y="2071877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6"/>
                  </a:moveTo>
                  <a:lnTo>
                    <a:pt x="0" y="198882"/>
                  </a:lnTo>
                  <a:lnTo>
                    <a:pt x="0" y="66294"/>
                  </a:lnTo>
                  <a:lnTo>
                    <a:pt x="115062" y="0"/>
                  </a:lnTo>
                  <a:lnTo>
                    <a:pt x="230124" y="66294"/>
                  </a:lnTo>
                  <a:lnTo>
                    <a:pt x="230124" y="198882"/>
                  </a:lnTo>
                  <a:lnTo>
                    <a:pt x="115062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05272" y="1927923"/>
              <a:ext cx="749808" cy="78339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74258" y="2071877"/>
              <a:ext cx="230124" cy="26517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874258" y="2071877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6"/>
                  </a:moveTo>
                  <a:lnTo>
                    <a:pt x="0" y="198882"/>
                  </a:lnTo>
                  <a:lnTo>
                    <a:pt x="0" y="66294"/>
                  </a:lnTo>
                  <a:lnTo>
                    <a:pt x="115062" y="0"/>
                  </a:lnTo>
                  <a:lnTo>
                    <a:pt x="230124" y="66294"/>
                  </a:lnTo>
                  <a:lnTo>
                    <a:pt x="230124" y="198882"/>
                  </a:lnTo>
                  <a:lnTo>
                    <a:pt x="115062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90844" y="1927923"/>
              <a:ext cx="749807" cy="78339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59830" y="2071877"/>
              <a:ext cx="230124" cy="26517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259830" y="2071877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6"/>
                  </a:moveTo>
                  <a:lnTo>
                    <a:pt x="0" y="198882"/>
                  </a:lnTo>
                  <a:lnTo>
                    <a:pt x="0" y="66294"/>
                  </a:lnTo>
                  <a:lnTo>
                    <a:pt x="115062" y="0"/>
                  </a:lnTo>
                  <a:lnTo>
                    <a:pt x="230124" y="66294"/>
                  </a:lnTo>
                  <a:lnTo>
                    <a:pt x="230124" y="198882"/>
                  </a:lnTo>
                  <a:lnTo>
                    <a:pt x="115062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37176" y="2241867"/>
              <a:ext cx="749808" cy="78339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06162" y="2385821"/>
              <a:ext cx="230124" cy="265175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106162" y="2385821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2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21224" y="2241867"/>
              <a:ext cx="749808" cy="78339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90210" y="2385821"/>
              <a:ext cx="230124" cy="265175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490210" y="2385821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2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05272" y="2241867"/>
              <a:ext cx="749808" cy="78339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74258" y="2385821"/>
              <a:ext cx="230124" cy="265175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5874258" y="2385821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2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90844" y="2241867"/>
              <a:ext cx="749807" cy="78339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59830" y="2385821"/>
              <a:ext cx="230124" cy="265175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259830" y="2385821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2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28032" y="2749359"/>
              <a:ext cx="749808" cy="783399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97018" y="2893313"/>
              <a:ext cx="230124" cy="265175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5097018" y="289331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2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13604" y="2749359"/>
              <a:ext cx="749808" cy="783399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82590" y="2893313"/>
              <a:ext cx="230124" cy="265175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5482590" y="289331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2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7652" y="2749359"/>
              <a:ext cx="749808" cy="783399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66638" y="2893313"/>
              <a:ext cx="230124" cy="265175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5866638" y="289331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2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81700" y="2749359"/>
              <a:ext cx="749807" cy="783399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50686" y="2893313"/>
              <a:ext cx="230124" cy="265175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6250686" y="289331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2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43272" y="3061779"/>
              <a:ext cx="749808" cy="783399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12258" y="3205733"/>
              <a:ext cx="230124" cy="265176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5112258" y="320573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29">
                  <a:moveTo>
                    <a:pt x="115062" y="265176"/>
                  </a:moveTo>
                  <a:lnTo>
                    <a:pt x="0" y="198882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2"/>
                  </a:lnTo>
                  <a:lnTo>
                    <a:pt x="115062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28844" y="3061779"/>
              <a:ext cx="749808" cy="783399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97830" y="3205733"/>
              <a:ext cx="230124" cy="265176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5497830" y="320573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29">
                  <a:moveTo>
                    <a:pt x="115062" y="265176"/>
                  </a:moveTo>
                  <a:lnTo>
                    <a:pt x="0" y="198882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2"/>
                  </a:lnTo>
                  <a:lnTo>
                    <a:pt x="115062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12892" y="3061779"/>
              <a:ext cx="749808" cy="783399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81878" y="3205733"/>
              <a:ext cx="230124" cy="265176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5881878" y="320573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29">
                  <a:moveTo>
                    <a:pt x="115062" y="265176"/>
                  </a:moveTo>
                  <a:lnTo>
                    <a:pt x="0" y="198882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2"/>
                  </a:lnTo>
                  <a:lnTo>
                    <a:pt x="115062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96940" y="3061779"/>
              <a:ext cx="749808" cy="783399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65926" y="3205733"/>
              <a:ext cx="230124" cy="265176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6265926" y="320573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29">
                  <a:moveTo>
                    <a:pt x="115062" y="265176"/>
                  </a:moveTo>
                  <a:lnTo>
                    <a:pt x="0" y="198882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2"/>
                  </a:lnTo>
                  <a:lnTo>
                    <a:pt x="115062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47460" y="2749359"/>
              <a:ext cx="749808" cy="783399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16446" y="2893313"/>
              <a:ext cx="230124" cy="265175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6616446" y="289331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1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1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1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31508" y="2749359"/>
              <a:ext cx="749807" cy="783399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000494" y="2893313"/>
              <a:ext cx="230124" cy="265175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7000494" y="289331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1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1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1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15555" y="2749359"/>
              <a:ext cx="749807" cy="783399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84542" y="2893313"/>
              <a:ext cx="230124" cy="265175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7384542" y="289331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1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1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1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01127" y="2749359"/>
              <a:ext cx="749807" cy="783399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770114" y="2893313"/>
              <a:ext cx="230124" cy="265175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7770114" y="289331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1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1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1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47460" y="3061779"/>
              <a:ext cx="749808" cy="783399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16446" y="3205733"/>
              <a:ext cx="230124" cy="265176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6616446" y="320573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29">
                  <a:moveTo>
                    <a:pt x="115061" y="265176"/>
                  </a:moveTo>
                  <a:lnTo>
                    <a:pt x="0" y="198882"/>
                  </a:lnTo>
                  <a:lnTo>
                    <a:pt x="0" y="66293"/>
                  </a:lnTo>
                  <a:lnTo>
                    <a:pt x="115061" y="0"/>
                  </a:lnTo>
                  <a:lnTo>
                    <a:pt x="230124" y="66293"/>
                  </a:lnTo>
                  <a:lnTo>
                    <a:pt x="230124" y="198882"/>
                  </a:lnTo>
                  <a:lnTo>
                    <a:pt x="115061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31508" y="3061779"/>
              <a:ext cx="749807" cy="783399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000494" y="3205733"/>
              <a:ext cx="230124" cy="265176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7000494" y="320573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29">
                  <a:moveTo>
                    <a:pt x="115061" y="265176"/>
                  </a:moveTo>
                  <a:lnTo>
                    <a:pt x="0" y="198882"/>
                  </a:lnTo>
                  <a:lnTo>
                    <a:pt x="0" y="66293"/>
                  </a:lnTo>
                  <a:lnTo>
                    <a:pt x="115061" y="0"/>
                  </a:lnTo>
                  <a:lnTo>
                    <a:pt x="230124" y="66293"/>
                  </a:lnTo>
                  <a:lnTo>
                    <a:pt x="230124" y="198882"/>
                  </a:lnTo>
                  <a:lnTo>
                    <a:pt x="115061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15555" y="3061779"/>
              <a:ext cx="749807" cy="783399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84542" y="3205733"/>
              <a:ext cx="230124" cy="265176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7384542" y="320573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29">
                  <a:moveTo>
                    <a:pt x="115061" y="265176"/>
                  </a:moveTo>
                  <a:lnTo>
                    <a:pt x="0" y="198882"/>
                  </a:lnTo>
                  <a:lnTo>
                    <a:pt x="0" y="66293"/>
                  </a:lnTo>
                  <a:lnTo>
                    <a:pt x="115061" y="0"/>
                  </a:lnTo>
                  <a:lnTo>
                    <a:pt x="230124" y="66293"/>
                  </a:lnTo>
                  <a:lnTo>
                    <a:pt x="230124" y="198882"/>
                  </a:lnTo>
                  <a:lnTo>
                    <a:pt x="115061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8" name="object 9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01127" y="3061779"/>
              <a:ext cx="749807" cy="783399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70114" y="3205733"/>
              <a:ext cx="230124" cy="265176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7770114" y="320573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29">
                  <a:moveTo>
                    <a:pt x="115061" y="265176"/>
                  </a:moveTo>
                  <a:lnTo>
                    <a:pt x="0" y="198882"/>
                  </a:lnTo>
                  <a:lnTo>
                    <a:pt x="0" y="66293"/>
                  </a:lnTo>
                  <a:lnTo>
                    <a:pt x="115061" y="0"/>
                  </a:lnTo>
                  <a:lnTo>
                    <a:pt x="230124" y="66293"/>
                  </a:lnTo>
                  <a:lnTo>
                    <a:pt x="230124" y="198882"/>
                  </a:lnTo>
                  <a:lnTo>
                    <a:pt x="115061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4672710" y="2183333"/>
            <a:ext cx="121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90" dirty="0">
                <a:solidFill>
                  <a:srgbClr val="00C3FF"/>
                </a:solidFill>
                <a:latin typeface="Trebuchet MS"/>
                <a:cs typeface="Trebuchet MS"/>
              </a:rPr>
              <a:t>L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2954527" y="2171826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0" dirty="0">
                <a:solidFill>
                  <a:srgbClr val="00C3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3229101" y="2790266"/>
            <a:ext cx="1397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0" dirty="0">
                <a:solidFill>
                  <a:srgbClr val="00C3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3972814" y="3421507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0" dirty="0">
                <a:solidFill>
                  <a:srgbClr val="00C3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6932168" y="2218689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0" dirty="0">
                <a:solidFill>
                  <a:srgbClr val="00C3FF"/>
                </a:solidFill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8119364" y="3033522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25" dirty="0">
                <a:solidFill>
                  <a:srgbClr val="00C3FF"/>
                </a:solidFill>
                <a:latin typeface="Arial"/>
                <a:cs typeface="Arial"/>
              </a:rPr>
              <a:t>16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4566665" y="3000247"/>
            <a:ext cx="2374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solidFill>
                  <a:srgbClr val="00C3FF"/>
                </a:solidFill>
                <a:latin typeface="Trebuchet MS"/>
                <a:cs typeface="Trebuchet MS"/>
              </a:rPr>
              <a:t>XL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4517897" y="3813759"/>
            <a:ext cx="3492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70" dirty="0">
                <a:solidFill>
                  <a:srgbClr val="00C3FF"/>
                </a:solidFill>
                <a:latin typeface="Trebuchet MS"/>
                <a:cs typeface="Trebuchet MS"/>
              </a:rPr>
              <a:t>4XL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5683122" y="3813759"/>
            <a:ext cx="363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25" dirty="0">
                <a:solidFill>
                  <a:srgbClr val="00C3FF"/>
                </a:solidFill>
                <a:latin typeface="Arial"/>
                <a:cs typeface="Arial"/>
              </a:rPr>
              <a:t>128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5800" y="2339086"/>
            <a:ext cx="26936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Multi-</a:t>
            </a:r>
            <a:r>
              <a:rPr spc="-10" dirty="0"/>
              <a:t>Clustering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1572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Multi-</a:t>
            </a:r>
            <a:r>
              <a:rPr spc="-10" dirty="0"/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84803" y="2047747"/>
            <a:ext cx="1358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00C3FF"/>
                </a:solidFill>
                <a:latin typeface="Trebuchet MS"/>
                <a:cs typeface="Trebuchet MS"/>
              </a:rPr>
              <a:t>S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39184" y="1882203"/>
            <a:ext cx="1094740" cy="2266315"/>
            <a:chOff x="4139184" y="1882203"/>
            <a:chExt cx="1094740" cy="22663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9184" y="1882203"/>
              <a:ext cx="749808" cy="7833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8170" y="2026158"/>
              <a:ext cx="230124" cy="2651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408170" y="2026158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2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83608" y="1888299"/>
              <a:ext cx="749808" cy="7833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52594" y="2032254"/>
              <a:ext cx="230123" cy="26517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52594" y="2032254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1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1" y="0"/>
                  </a:lnTo>
                  <a:lnTo>
                    <a:pt x="230123" y="66293"/>
                  </a:lnTo>
                  <a:lnTo>
                    <a:pt x="230123" y="198881"/>
                  </a:lnTo>
                  <a:lnTo>
                    <a:pt x="115061" y="265175"/>
                  </a:lnTo>
                  <a:close/>
                </a:path>
              </a:pathLst>
            </a:custGeom>
            <a:ln w="19049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9184" y="2633535"/>
              <a:ext cx="749808" cy="7833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8170" y="2777490"/>
              <a:ext cx="230124" cy="2651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408170" y="2777490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6"/>
                  </a:moveTo>
                  <a:lnTo>
                    <a:pt x="0" y="198882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2"/>
                  </a:lnTo>
                  <a:lnTo>
                    <a:pt x="115062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83608" y="2639631"/>
              <a:ext cx="749808" cy="7833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52594" y="2783586"/>
              <a:ext cx="230123" cy="2651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752594" y="2783586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1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1" y="0"/>
                  </a:lnTo>
                  <a:lnTo>
                    <a:pt x="230123" y="66293"/>
                  </a:lnTo>
                  <a:lnTo>
                    <a:pt x="230123" y="198881"/>
                  </a:lnTo>
                  <a:lnTo>
                    <a:pt x="115061" y="265175"/>
                  </a:lnTo>
                  <a:close/>
                </a:path>
              </a:pathLst>
            </a:custGeom>
            <a:ln w="19049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9184" y="3358896"/>
              <a:ext cx="749808" cy="7833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08170" y="3502913"/>
              <a:ext cx="230124" cy="26517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408170" y="350291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29">
                  <a:moveTo>
                    <a:pt x="115062" y="265176"/>
                  </a:moveTo>
                  <a:lnTo>
                    <a:pt x="0" y="198882"/>
                  </a:lnTo>
                  <a:lnTo>
                    <a:pt x="0" y="66294"/>
                  </a:lnTo>
                  <a:lnTo>
                    <a:pt x="115062" y="0"/>
                  </a:lnTo>
                  <a:lnTo>
                    <a:pt x="230124" y="66294"/>
                  </a:lnTo>
                  <a:lnTo>
                    <a:pt x="230124" y="198882"/>
                  </a:lnTo>
                  <a:lnTo>
                    <a:pt x="115062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83608" y="3364991"/>
              <a:ext cx="749808" cy="78339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52594" y="3509010"/>
              <a:ext cx="230123" cy="26517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752594" y="3509010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29">
                  <a:moveTo>
                    <a:pt x="115061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1" y="0"/>
                  </a:lnTo>
                  <a:lnTo>
                    <a:pt x="230123" y="66293"/>
                  </a:lnTo>
                  <a:lnTo>
                    <a:pt x="230123" y="198881"/>
                  </a:lnTo>
                  <a:lnTo>
                    <a:pt x="115061" y="265175"/>
                  </a:lnTo>
                  <a:close/>
                </a:path>
              </a:pathLst>
            </a:custGeom>
            <a:ln w="19049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884803" y="2798825"/>
            <a:ext cx="1358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00C3FF"/>
                </a:solidFill>
                <a:latin typeface="Trebuchet MS"/>
                <a:cs typeface="Trebuchet MS"/>
              </a:rPr>
              <a:t>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84803" y="3524503"/>
            <a:ext cx="1358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00C3FF"/>
                </a:solidFill>
                <a:latin typeface="Trebuchet MS"/>
                <a:cs typeface="Trebuchet MS"/>
              </a:rPr>
              <a:t>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65477" y="2629915"/>
            <a:ext cx="1536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450" dirty="0">
                <a:solidFill>
                  <a:srgbClr val="FFFFFF"/>
                </a:solidFill>
                <a:latin typeface="Lucida Sans Unicode"/>
                <a:cs typeface="Lucida Sans Unicode"/>
              </a:rPr>
              <a:t>…</a:t>
            </a:r>
            <a:r>
              <a:rPr sz="16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More</a:t>
            </a:r>
            <a:r>
              <a:rPr sz="160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queries</a:t>
            </a:r>
            <a:r>
              <a:rPr sz="16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500" dirty="0">
                <a:solidFill>
                  <a:srgbClr val="FFFFFF"/>
                </a:solidFill>
                <a:latin typeface="Lucida Sans Unicode"/>
                <a:cs typeface="Lucida Sans Unicode"/>
              </a:rPr>
              <a:t>…</a:t>
            </a:r>
            <a:endParaRPr sz="1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1572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Multi-</a:t>
            </a:r>
            <a:r>
              <a:rPr spc="-10" dirty="0"/>
              <a:t>Clustering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84803" y="2047747"/>
            <a:ext cx="1358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00C3FF"/>
                </a:solidFill>
                <a:latin typeface="Trebuchet MS"/>
                <a:cs typeface="Trebuchet MS"/>
              </a:rPr>
              <a:t>S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139184" y="1882203"/>
            <a:ext cx="1094740" cy="2266315"/>
            <a:chOff x="4139184" y="1882203"/>
            <a:chExt cx="1094740" cy="22663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9184" y="1882203"/>
              <a:ext cx="749808" cy="7833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8170" y="2026158"/>
              <a:ext cx="230124" cy="26517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408170" y="2026158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2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83608" y="1888299"/>
              <a:ext cx="749808" cy="7833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52594" y="2032254"/>
              <a:ext cx="230123" cy="26517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52594" y="2032254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1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1" y="0"/>
                  </a:lnTo>
                  <a:lnTo>
                    <a:pt x="230123" y="66293"/>
                  </a:lnTo>
                  <a:lnTo>
                    <a:pt x="230123" y="198881"/>
                  </a:lnTo>
                  <a:lnTo>
                    <a:pt x="115061" y="265175"/>
                  </a:lnTo>
                  <a:close/>
                </a:path>
              </a:pathLst>
            </a:custGeom>
            <a:ln w="19049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9184" y="2633535"/>
              <a:ext cx="749808" cy="78339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8170" y="2777490"/>
              <a:ext cx="230124" cy="26517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408170" y="2777490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6"/>
                  </a:moveTo>
                  <a:lnTo>
                    <a:pt x="0" y="198882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2"/>
                  </a:lnTo>
                  <a:lnTo>
                    <a:pt x="115062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83608" y="2639631"/>
              <a:ext cx="749808" cy="7833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52594" y="2783586"/>
              <a:ext cx="230123" cy="2651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752594" y="2783586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1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1" y="0"/>
                  </a:lnTo>
                  <a:lnTo>
                    <a:pt x="230123" y="66293"/>
                  </a:lnTo>
                  <a:lnTo>
                    <a:pt x="230123" y="198881"/>
                  </a:lnTo>
                  <a:lnTo>
                    <a:pt x="115061" y="265175"/>
                  </a:lnTo>
                  <a:close/>
                </a:path>
              </a:pathLst>
            </a:custGeom>
            <a:ln w="19049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9184" y="3358896"/>
              <a:ext cx="749808" cy="7833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08170" y="3502913"/>
              <a:ext cx="230124" cy="26517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408170" y="350291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29">
                  <a:moveTo>
                    <a:pt x="115062" y="265176"/>
                  </a:moveTo>
                  <a:lnTo>
                    <a:pt x="0" y="198882"/>
                  </a:lnTo>
                  <a:lnTo>
                    <a:pt x="0" y="66294"/>
                  </a:lnTo>
                  <a:lnTo>
                    <a:pt x="115062" y="0"/>
                  </a:lnTo>
                  <a:lnTo>
                    <a:pt x="230124" y="66294"/>
                  </a:lnTo>
                  <a:lnTo>
                    <a:pt x="230124" y="198882"/>
                  </a:lnTo>
                  <a:lnTo>
                    <a:pt x="115062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83608" y="3364991"/>
              <a:ext cx="749808" cy="78339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52594" y="3509010"/>
              <a:ext cx="230123" cy="26517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752594" y="3509010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29">
                  <a:moveTo>
                    <a:pt x="115061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1" y="0"/>
                  </a:lnTo>
                  <a:lnTo>
                    <a:pt x="230123" y="66293"/>
                  </a:lnTo>
                  <a:lnTo>
                    <a:pt x="230123" y="198881"/>
                  </a:lnTo>
                  <a:lnTo>
                    <a:pt x="115061" y="265175"/>
                  </a:lnTo>
                  <a:close/>
                </a:path>
              </a:pathLst>
            </a:custGeom>
            <a:ln w="19049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884803" y="2798825"/>
            <a:ext cx="1358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00C3FF"/>
                </a:solidFill>
                <a:latin typeface="Trebuchet MS"/>
                <a:cs typeface="Trebuchet MS"/>
              </a:rPr>
              <a:t>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84803" y="3524503"/>
            <a:ext cx="1358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00C3FF"/>
                </a:solidFill>
                <a:latin typeface="Trebuchet MS"/>
                <a:cs typeface="Trebuchet MS"/>
              </a:rPr>
              <a:t>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65477" y="2629915"/>
            <a:ext cx="1536065" cy="832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450" dirty="0">
                <a:solidFill>
                  <a:srgbClr val="FFFFFF"/>
                </a:solidFill>
                <a:latin typeface="Lucida Sans Unicode"/>
                <a:cs typeface="Lucida Sans Unicode"/>
              </a:rPr>
              <a:t>…</a:t>
            </a:r>
            <a:r>
              <a:rPr sz="16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More</a:t>
            </a:r>
            <a:r>
              <a:rPr sz="160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queries</a:t>
            </a:r>
            <a:r>
              <a:rPr sz="16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500" dirty="0">
                <a:solidFill>
                  <a:srgbClr val="FFFFFF"/>
                </a:solidFill>
                <a:latin typeface="Lucida Sans Unicode"/>
                <a:cs typeface="Lucida Sans Unicode"/>
              </a:rPr>
              <a:t>…</a:t>
            </a:r>
            <a:endParaRPr sz="16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>
              <a:latin typeface="Lucida Sans Unicode"/>
              <a:cs typeface="Lucida Sans Unicode"/>
            </a:endParaRPr>
          </a:p>
          <a:p>
            <a:pPr marL="69850">
              <a:lnSpc>
                <a:spcPct val="100000"/>
              </a:lnSpc>
            </a:pPr>
            <a:r>
              <a:rPr sz="1600" spc="-385" dirty="0">
                <a:solidFill>
                  <a:srgbClr val="FFFFFF"/>
                </a:solidFill>
                <a:latin typeface="Lucida Sans Unicode"/>
                <a:cs typeface="Lucida Sans Unicode"/>
              </a:rPr>
              <a:t>&gt;</a:t>
            </a:r>
            <a:r>
              <a:rPr sz="16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Auto-</a:t>
            </a: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Scaling</a:t>
            </a:r>
            <a:endParaRPr sz="1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1572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Multi-</a:t>
            </a:r>
            <a:r>
              <a:rPr spc="-10" dirty="0"/>
              <a:t>Clustering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139184" y="2195829"/>
            <a:ext cx="1094740" cy="890905"/>
            <a:chOff x="4139184" y="2195829"/>
            <a:chExt cx="1094740" cy="89090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39184" y="2295105"/>
              <a:ext cx="749808" cy="7848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8170" y="2439161"/>
              <a:ext cx="230124" cy="2667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408170" y="2439161"/>
              <a:ext cx="230504" cy="266700"/>
            </a:xfrm>
            <a:custGeom>
              <a:avLst/>
              <a:gdLst/>
              <a:ahLst/>
              <a:cxnLst/>
              <a:rect l="l" t="t" r="r" b="b"/>
              <a:pathLst>
                <a:path w="230504" h="266700">
                  <a:moveTo>
                    <a:pt x="115062" y="266700"/>
                  </a:moveTo>
                  <a:lnTo>
                    <a:pt x="0" y="200025"/>
                  </a:lnTo>
                  <a:lnTo>
                    <a:pt x="0" y="66675"/>
                  </a:lnTo>
                  <a:lnTo>
                    <a:pt x="115062" y="0"/>
                  </a:lnTo>
                  <a:lnTo>
                    <a:pt x="230124" y="66675"/>
                  </a:lnTo>
                  <a:lnTo>
                    <a:pt x="230124" y="200025"/>
                  </a:lnTo>
                  <a:lnTo>
                    <a:pt x="115062" y="26670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3608" y="2302827"/>
              <a:ext cx="749808" cy="7833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52594" y="2446781"/>
              <a:ext cx="230123" cy="2651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17492" y="2195829"/>
              <a:ext cx="724788" cy="525652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19855" y="2499360"/>
            <a:ext cx="228600" cy="20726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54095" y="2499360"/>
            <a:ext cx="228600" cy="20726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051175" y="2031872"/>
            <a:ext cx="969644" cy="698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Queue</a:t>
            </a:r>
            <a:endParaRPr sz="1600">
              <a:latin typeface="Lucida Sans Unicode"/>
              <a:cs typeface="Lucida Sans Unicode"/>
            </a:endParaRPr>
          </a:p>
          <a:p>
            <a:pPr marR="5080" algn="r">
              <a:lnSpc>
                <a:spcPct val="100000"/>
              </a:lnSpc>
              <a:spcBef>
                <a:spcPts val="1460"/>
              </a:spcBef>
            </a:pPr>
            <a:r>
              <a:rPr sz="1600" b="1" spc="-50" dirty="0">
                <a:solidFill>
                  <a:srgbClr val="00C3FF"/>
                </a:solidFill>
                <a:latin typeface="Trebuchet MS"/>
                <a:cs typeface="Trebuchet MS"/>
              </a:rPr>
              <a:t>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16555" y="3597909"/>
            <a:ext cx="42570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5" dirty="0">
                <a:solidFill>
                  <a:srgbClr val="FFFFFF"/>
                </a:solidFill>
                <a:latin typeface="Lucida Sans Unicode"/>
                <a:cs typeface="Lucida Sans Unicode"/>
              </a:rPr>
              <a:t>Auto-</a:t>
            </a:r>
            <a:r>
              <a:rPr sz="16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Scaling:</a:t>
            </a:r>
            <a:r>
              <a:rPr sz="16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When </a:t>
            </a:r>
            <a:r>
              <a:rPr sz="16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sz="16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start</a:t>
            </a:r>
            <a:r>
              <a:rPr sz="16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an</a:t>
            </a:r>
            <a:r>
              <a:rPr sz="16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additional</a:t>
            </a:r>
            <a:r>
              <a:rPr sz="16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55" dirty="0">
                <a:solidFill>
                  <a:srgbClr val="FFFFFF"/>
                </a:solidFill>
                <a:latin typeface="Lucida Sans Unicode"/>
                <a:cs typeface="Lucida Sans Unicode"/>
              </a:rPr>
              <a:t>cluster?</a:t>
            </a:r>
            <a:endParaRPr sz="16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4"/>
            <a:ext cx="9144000" cy="514345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44320">
              <a:lnSpc>
                <a:spcPct val="100000"/>
              </a:lnSpc>
              <a:spcBef>
                <a:spcPts val="105"/>
              </a:spcBef>
            </a:pPr>
            <a:r>
              <a:rPr dirty="0"/>
              <a:t>Scaling</a:t>
            </a:r>
            <a:r>
              <a:rPr spc="-80" dirty="0"/>
              <a:t> </a:t>
            </a:r>
            <a:r>
              <a:rPr spc="-10" dirty="0"/>
              <a:t>policy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40583" y="2903099"/>
            <a:ext cx="1318895" cy="112141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sz="1800" b="1" spc="-10" dirty="0">
                <a:solidFill>
                  <a:srgbClr val="00C3FF"/>
                </a:solidFill>
                <a:latin typeface="Trebuchet MS"/>
                <a:cs typeface="Trebuchet MS"/>
              </a:rPr>
              <a:t>Standard</a:t>
            </a:r>
            <a:endParaRPr sz="1800">
              <a:latin typeface="Trebuchet MS"/>
              <a:cs typeface="Trebuchet MS"/>
            </a:endParaRPr>
          </a:p>
          <a:p>
            <a:pPr marL="12065" marR="5080" algn="ctr">
              <a:lnSpc>
                <a:spcPct val="100000"/>
              </a:lnSpc>
              <a:spcBef>
                <a:spcPts val="335"/>
              </a:spcBef>
            </a:pPr>
            <a:r>
              <a:rPr sz="16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Favors</a:t>
            </a:r>
            <a:r>
              <a:rPr sz="16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starting </a:t>
            </a:r>
            <a:r>
              <a:rPr sz="16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additional </a:t>
            </a: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warehouses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41519" y="2903099"/>
            <a:ext cx="1614170" cy="136588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75"/>
              </a:spcBef>
            </a:pPr>
            <a:r>
              <a:rPr sz="1800" b="1" spc="-10" dirty="0">
                <a:solidFill>
                  <a:srgbClr val="00C3FF"/>
                </a:solidFill>
                <a:latin typeface="Trebuchet MS"/>
                <a:cs typeface="Trebuchet MS"/>
              </a:rPr>
              <a:t>Economy</a:t>
            </a:r>
            <a:endParaRPr sz="1800">
              <a:latin typeface="Trebuchet MS"/>
              <a:cs typeface="Trebuchet MS"/>
            </a:endParaRPr>
          </a:p>
          <a:p>
            <a:pPr marL="12700" marR="5080" indent="635" algn="ctr">
              <a:lnSpc>
                <a:spcPct val="100000"/>
              </a:lnSpc>
              <a:spcBef>
                <a:spcPts val="335"/>
              </a:spcBef>
            </a:pPr>
            <a:r>
              <a:rPr sz="16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Favors</a:t>
            </a:r>
            <a:r>
              <a:rPr sz="16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conserving </a:t>
            </a:r>
            <a:r>
              <a:rPr sz="16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credits</a:t>
            </a:r>
            <a:r>
              <a:rPr sz="160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rather</a:t>
            </a:r>
            <a:r>
              <a:rPr sz="16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than </a:t>
            </a:r>
            <a:r>
              <a:rPr sz="16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starting</a:t>
            </a:r>
            <a:r>
              <a:rPr sz="16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additional </a:t>
            </a: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warehouses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96311" y="1278636"/>
            <a:ext cx="1586865" cy="1754505"/>
            <a:chOff x="2496311" y="1278636"/>
            <a:chExt cx="1586865" cy="1754505"/>
          </a:xfrm>
        </p:grpSpPr>
        <p:sp>
          <p:nvSpPr>
            <p:cNvPr id="7" name="object 7"/>
            <p:cNvSpPr/>
            <p:nvPr/>
          </p:nvSpPr>
          <p:spPr>
            <a:xfrm>
              <a:off x="2827781" y="1683258"/>
              <a:ext cx="943610" cy="1089660"/>
            </a:xfrm>
            <a:custGeom>
              <a:avLst/>
              <a:gdLst/>
              <a:ahLst/>
              <a:cxnLst/>
              <a:rect l="l" t="t" r="r" b="b"/>
              <a:pathLst>
                <a:path w="943610" h="1089660">
                  <a:moveTo>
                    <a:pt x="471551" y="1089659"/>
                  </a:moveTo>
                  <a:lnTo>
                    <a:pt x="0" y="817244"/>
                  </a:lnTo>
                  <a:lnTo>
                    <a:pt x="0" y="272414"/>
                  </a:lnTo>
                  <a:lnTo>
                    <a:pt x="471551" y="0"/>
                  </a:lnTo>
                  <a:lnTo>
                    <a:pt x="943356" y="272414"/>
                  </a:lnTo>
                  <a:lnTo>
                    <a:pt x="943356" y="817244"/>
                  </a:lnTo>
                  <a:lnTo>
                    <a:pt x="471551" y="1089659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96311" y="1278636"/>
              <a:ext cx="1586484" cy="175399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55391" y="1414272"/>
              <a:ext cx="1086611" cy="125425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113531" y="1880743"/>
              <a:ext cx="367665" cy="362585"/>
            </a:xfrm>
            <a:custGeom>
              <a:avLst/>
              <a:gdLst/>
              <a:ahLst/>
              <a:cxnLst/>
              <a:rect l="l" t="t" r="r" b="b"/>
              <a:pathLst>
                <a:path w="367664" h="362585">
                  <a:moveTo>
                    <a:pt x="196318" y="286258"/>
                  </a:moveTo>
                  <a:lnTo>
                    <a:pt x="170306" y="286258"/>
                  </a:lnTo>
                  <a:lnTo>
                    <a:pt x="170230" y="291744"/>
                  </a:lnTo>
                  <a:lnTo>
                    <a:pt x="170104" y="300843"/>
                  </a:lnTo>
                  <a:lnTo>
                    <a:pt x="168116" y="315785"/>
                  </a:lnTo>
                  <a:lnTo>
                    <a:pt x="164577" y="329533"/>
                  </a:lnTo>
                  <a:lnTo>
                    <a:pt x="164228" y="330835"/>
                  </a:lnTo>
                  <a:lnTo>
                    <a:pt x="158495" y="345313"/>
                  </a:lnTo>
                  <a:lnTo>
                    <a:pt x="156591" y="349885"/>
                  </a:lnTo>
                  <a:lnTo>
                    <a:pt x="157452" y="355177"/>
                  </a:lnTo>
                  <a:lnTo>
                    <a:pt x="157480" y="355346"/>
                  </a:lnTo>
                  <a:lnTo>
                    <a:pt x="161163" y="358902"/>
                  </a:lnTo>
                  <a:lnTo>
                    <a:pt x="162941" y="361315"/>
                  </a:lnTo>
                  <a:lnTo>
                    <a:pt x="166496" y="362585"/>
                  </a:lnTo>
                  <a:lnTo>
                    <a:pt x="171577" y="362585"/>
                  </a:lnTo>
                  <a:lnTo>
                    <a:pt x="207758" y="339853"/>
                  </a:lnTo>
                  <a:lnTo>
                    <a:pt x="222266" y="325374"/>
                  </a:lnTo>
                  <a:lnTo>
                    <a:pt x="193929" y="325374"/>
                  </a:lnTo>
                  <a:lnTo>
                    <a:pt x="195933" y="314452"/>
                  </a:lnTo>
                  <a:lnTo>
                    <a:pt x="196059" y="313563"/>
                  </a:lnTo>
                  <a:lnTo>
                    <a:pt x="196929" y="302752"/>
                  </a:lnTo>
                  <a:lnTo>
                    <a:pt x="196804" y="291744"/>
                  </a:lnTo>
                  <a:lnTo>
                    <a:pt x="196336" y="286464"/>
                  </a:lnTo>
                  <a:lnTo>
                    <a:pt x="196318" y="286258"/>
                  </a:lnTo>
                  <a:close/>
                </a:path>
                <a:path w="367664" h="362585">
                  <a:moveTo>
                    <a:pt x="105358" y="194310"/>
                  </a:moveTo>
                  <a:lnTo>
                    <a:pt x="73406" y="194310"/>
                  </a:lnTo>
                  <a:lnTo>
                    <a:pt x="75437" y="194437"/>
                  </a:lnTo>
                  <a:lnTo>
                    <a:pt x="77343" y="194437"/>
                  </a:lnTo>
                  <a:lnTo>
                    <a:pt x="76454" y="199009"/>
                  </a:lnTo>
                  <a:lnTo>
                    <a:pt x="75565" y="202692"/>
                  </a:lnTo>
                  <a:lnTo>
                    <a:pt x="74675" y="207264"/>
                  </a:lnTo>
                  <a:lnTo>
                    <a:pt x="35560" y="229870"/>
                  </a:lnTo>
                  <a:lnTo>
                    <a:pt x="29082" y="234442"/>
                  </a:lnTo>
                  <a:lnTo>
                    <a:pt x="27305" y="243586"/>
                  </a:lnTo>
                  <a:lnTo>
                    <a:pt x="33655" y="248031"/>
                  </a:lnTo>
                  <a:lnTo>
                    <a:pt x="50037" y="264414"/>
                  </a:lnTo>
                  <a:lnTo>
                    <a:pt x="27305" y="301752"/>
                  </a:lnTo>
                  <a:lnTo>
                    <a:pt x="22732" y="308991"/>
                  </a:lnTo>
                  <a:lnTo>
                    <a:pt x="20955" y="314452"/>
                  </a:lnTo>
                  <a:lnTo>
                    <a:pt x="19065" y="322635"/>
                  </a:lnTo>
                  <a:lnTo>
                    <a:pt x="18986" y="329533"/>
                  </a:lnTo>
                  <a:lnTo>
                    <a:pt x="20812" y="335240"/>
                  </a:lnTo>
                  <a:lnTo>
                    <a:pt x="24639" y="339853"/>
                  </a:lnTo>
                  <a:lnTo>
                    <a:pt x="28198" y="343535"/>
                  </a:lnTo>
                  <a:lnTo>
                    <a:pt x="28320" y="343662"/>
                  </a:lnTo>
                  <a:lnTo>
                    <a:pt x="33019" y="344805"/>
                  </a:lnTo>
                  <a:lnTo>
                    <a:pt x="41656" y="344805"/>
                  </a:lnTo>
                  <a:lnTo>
                    <a:pt x="71881" y="331724"/>
                  </a:lnTo>
                  <a:lnTo>
                    <a:pt x="79240" y="327475"/>
                  </a:lnTo>
                  <a:lnTo>
                    <a:pt x="86264" y="322976"/>
                  </a:lnTo>
                  <a:lnTo>
                    <a:pt x="89384" y="320802"/>
                  </a:lnTo>
                  <a:lnTo>
                    <a:pt x="47370" y="320802"/>
                  </a:lnTo>
                  <a:lnTo>
                    <a:pt x="49149" y="316230"/>
                  </a:lnTo>
                  <a:lnTo>
                    <a:pt x="51943" y="310769"/>
                  </a:lnTo>
                  <a:lnTo>
                    <a:pt x="61849" y="294386"/>
                  </a:lnTo>
                  <a:lnTo>
                    <a:pt x="65531" y="288925"/>
                  </a:lnTo>
                  <a:lnTo>
                    <a:pt x="68325" y="284480"/>
                  </a:lnTo>
                  <a:lnTo>
                    <a:pt x="102908" y="284480"/>
                  </a:lnTo>
                  <a:lnTo>
                    <a:pt x="61849" y="243586"/>
                  </a:lnTo>
                  <a:lnTo>
                    <a:pt x="83819" y="230886"/>
                  </a:lnTo>
                  <a:lnTo>
                    <a:pt x="117815" y="230886"/>
                  </a:lnTo>
                  <a:lnTo>
                    <a:pt x="98298" y="211709"/>
                  </a:lnTo>
                  <a:lnTo>
                    <a:pt x="105307" y="194437"/>
                  </a:lnTo>
                  <a:lnTo>
                    <a:pt x="105358" y="194310"/>
                  </a:lnTo>
                  <a:close/>
                </a:path>
                <a:path w="367664" h="362585">
                  <a:moveTo>
                    <a:pt x="143706" y="313563"/>
                  </a:moveTo>
                  <a:lnTo>
                    <a:pt x="99313" y="313563"/>
                  </a:lnTo>
                  <a:lnTo>
                    <a:pt x="118999" y="333248"/>
                  </a:lnTo>
                  <a:lnTo>
                    <a:pt x="122174" y="334391"/>
                  </a:lnTo>
                  <a:lnTo>
                    <a:pt x="129031" y="334391"/>
                  </a:lnTo>
                  <a:lnTo>
                    <a:pt x="132715" y="332486"/>
                  </a:lnTo>
                  <a:lnTo>
                    <a:pt x="134747" y="328930"/>
                  </a:lnTo>
                  <a:lnTo>
                    <a:pt x="143706" y="313563"/>
                  </a:lnTo>
                  <a:close/>
                </a:path>
                <a:path w="367664" h="362585">
                  <a:moveTo>
                    <a:pt x="258254" y="258953"/>
                  </a:moveTo>
                  <a:lnTo>
                    <a:pt x="236728" y="258953"/>
                  </a:lnTo>
                  <a:lnTo>
                    <a:pt x="230433" y="277671"/>
                  </a:lnTo>
                  <a:lnTo>
                    <a:pt x="221138" y="295259"/>
                  </a:lnTo>
                  <a:lnTo>
                    <a:pt x="208938" y="311298"/>
                  </a:lnTo>
                  <a:lnTo>
                    <a:pt x="193929" y="325374"/>
                  </a:lnTo>
                  <a:lnTo>
                    <a:pt x="222266" y="325374"/>
                  </a:lnTo>
                  <a:lnTo>
                    <a:pt x="235394" y="309751"/>
                  </a:lnTo>
                  <a:lnTo>
                    <a:pt x="248824" y="286464"/>
                  </a:lnTo>
                  <a:lnTo>
                    <a:pt x="257825" y="261487"/>
                  </a:lnTo>
                  <a:lnTo>
                    <a:pt x="258254" y="258953"/>
                  </a:lnTo>
                  <a:close/>
                </a:path>
                <a:path w="367664" h="362585">
                  <a:moveTo>
                    <a:pt x="102908" y="284480"/>
                  </a:moveTo>
                  <a:lnTo>
                    <a:pt x="68325" y="284480"/>
                  </a:lnTo>
                  <a:lnTo>
                    <a:pt x="83819" y="298958"/>
                  </a:lnTo>
                  <a:lnTo>
                    <a:pt x="79093" y="302752"/>
                  </a:lnTo>
                  <a:lnTo>
                    <a:pt x="72898" y="307213"/>
                  </a:lnTo>
                  <a:lnTo>
                    <a:pt x="66420" y="310769"/>
                  </a:lnTo>
                  <a:lnTo>
                    <a:pt x="57404" y="316230"/>
                  </a:lnTo>
                  <a:lnTo>
                    <a:pt x="50037" y="319913"/>
                  </a:lnTo>
                  <a:lnTo>
                    <a:pt x="47370" y="320802"/>
                  </a:lnTo>
                  <a:lnTo>
                    <a:pt x="89384" y="320802"/>
                  </a:lnTo>
                  <a:lnTo>
                    <a:pt x="92956" y="318311"/>
                  </a:lnTo>
                  <a:lnTo>
                    <a:pt x="99313" y="313563"/>
                  </a:lnTo>
                  <a:lnTo>
                    <a:pt x="143706" y="313563"/>
                  </a:lnTo>
                  <a:lnTo>
                    <a:pt x="148001" y="306197"/>
                  </a:lnTo>
                  <a:lnTo>
                    <a:pt x="124713" y="306197"/>
                  </a:lnTo>
                  <a:lnTo>
                    <a:pt x="102908" y="284480"/>
                  </a:lnTo>
                  <a:close/>
                </a:path>
                <a:path w="367664" h="362585">
                  <a:moveTo>
                    <a:pt x="117815" y="230886"/>
                  </a:moveTo>
                  <a:lnTo>
                    <a:pt x="83819" y="230886"/>
                  </a:lnTo>
                  <a:lnTo>
                    <a:pt x="138430" y="285369"/>
                  </a:lnTo>
                  <a:lnTo>
                    <a:pt x="124713" y="306197"/>
                  </a:lnTo>
                  <a:lnTo>
                    <a:pt x="148001" y="306197"/>
                  </a:lnTo>
                  <a:lnTo>
                    <a:pt x="157480" y="289941"/>
                  </a:lnTo>
                  <a:lnTo>
                    <a:pt x="162052" y="288925"/>
                  </a:lnTo>
                  <a:lnTo>
                    <a:pt x="165734" y="288036"/>
                  </a:lnTo>
                  <a:lnTo>
                    <a:pt x="170306" y="286258"/>
                  </a:lnTo>
                  <a:lnTo>
                    <a:pt x="196318" y="286258"/>
                  </a:lnTo>
                  <a:lnTo>
                    <a:pt x="195833" y="280797"/>
                  </a:lnTo>
                  <a:lnTo>
                    <a:pt x="207045" y="276240"/>
                  </a:lnTo>
                  <a:lnTo>
                    <a:pt x="217614" y="270922"/>
                  </a:lnTo>
                  <a:lnTo>
                    <a:pt x="220897" y="268986"/>
                  </a:lnTo>
                  <a:lnTo>
                    <a:pt x="156591" y="268986"/>
                  </a:lnTo>
                  <a:lnTo>
                    <a:pt x="117815" y="230886"/>
                  </a:lnTo>
                  <a:close/>
                </a:path>
                <a:path w="367664" h="362585">
                  <a:moveTo>
                    <a:pt x="250572" y="58166"/>
                  </a:moveTo>
                  <a:lnTo>
                    <a:pt x="218567" y="58166"/>
                  </a:lnTo>
                  <a:lnTo>
                    <a:pt x="308737" y="148209"/>
                  </a:lnTo>
                  <a:lnTo>
                    <a:pt x="280356" y="188886"/>
                  </a:lnTo>
                  <a:lnTo>
                    <a:pt x="244951" y="223218"/>
                  </a:lnTo>
                  <a:lnTo>
                    <a:pt x="203402" y="250239"/>
                  </a:lnTo>
                  <a:lnTo>
                    <a:pt x="156591" y="268986"/>
                  </a:lnTo>
                  <a:lnTo>
                    <a:pt x="220897" y="268986"/>
                  </a:lnTo>
                  <a:lnTo>
                    <a:pt x="227516" y="265080"/>
                  </a:lnTo>
                  <a:lnTo>
                    <a:pt x="236728" y="258953"/>
                  </a:lnTo>
                  <a:lnTo>
                    <a:pt x="258254" y="258953"/>
                  </a:lnTo>
                  <a:lnTo>
                    <a:pt x="262255" y="235331"/>
                  </a:lnTo>
                  <a:lnTo>
                    <a:pt x="272339" y="226417"/>
                  </a:lnTo>
                  <a:lnTo>
                    <a:pt x="281971" y="217170"/>
                  </a:lnTo>
                  <a:lnTo>
                    <a:pt x="313251" y="178442"/>
                  </a:lnTo>
                  <a:lnTo>
                    <a:pt x="336043" y="141263"/>
                  </a:lnTo>
                  <a:lnTo>
                    <a:pt x="342530" y="127254"/>
                  </a:lnTo>
                  <a:lnTo>
                    <a:pt x="320547" y="127254"/>
                  </a:lnTo>
                  <a:lnTo>
                    <a:pt x="250572" y="58166"/>
                  </a:lnTo>
                  <a:close/>
                </a:path>
                <a:path w="367664" h="362585">
                  <a:moveTo>
                    <a:pt x="333848" y="0"/>
                  </a:moveTo>
                  <a:lnTo>
                    <a:pt x="329692" y="0"/>
                  </a:lnTo>
                  <a:lnTo>
                    <a:pt x="307443" y="2792"/>
                  </a:lnTo>
                  <a:lnTo>
                    <a:pt x="264326" y="13090"/>
                  </a:lnTo>
                  <a:lnTo>
                    <a:pt x="223466" y="29579"/>
                  </a:lnTo>
                  <a:lnTo>
                    <a:pt x="185624" y="52208"/>
                  </a:lnTo>
                  <a:lnTo>
                    <a:pt x="147399" y="83026"/>
                  </a:lnTo>
                  <a:lnTo>
                    <a:pt x="129286" y="102743"/>
                  </a:lnTo>
                  <a:lnTo>
                    <a:pt x="102985" y="106741"/>
                  </a:lnTo>
                  <a:lnTo>
                    <a:pt x="54383" y="129407"/>
                  </a:lnTo>
                  <a:lnTo>
                    <a:pt x="24618" y="156684"/>
                  </a:lnTo>
                  <a:lnTo>
                    <a:pt x="2793" y="189992"/>
                  </a:lnTo>
                  <a:lnTo>
                    <a:pt x="79" y="194310"/>
                  </a:lnTo>
                  <a:lnTo>
                    <a:pt x="10922" y="207264"/>
                  </a:lnTo>
                  <a:lnTo>
                    <a:pt x="16382" y="207264"/>
                  </a:lnTo>
                  <a:lnTo>
                    <a:pt x="18161" y="206248"/>
                  </a:lnTo>
                  <a:lnTo>
                    <a:pt x="30886" y="200953"/>
                  </a:lnTo>
                  <a:lnTo>
                    <a:pt x="44148" y="197231"/>
                  </a:lnTo>
                  <a:lnTo>
                    <a:pt x="57719" y="195032"/>
                  </a:lnTo>
                  <a:lnTo>
                    <a:pt x="71374" y="194310"/>
                  </a:lnTo>
                  <a:lnTo>
                    <a:pt x="105358" y="194310"/>
                  </a:lnTo>
                  <a:lnTo>
                    <a:pt x="113398" y="174498"/>
                  </a:lnTo>
                  <a:lnTo>
                    <a:pt x="42799" y="174498"/>
                  </a:lnTo>
                  <a:lnTo>
                    <a:pt x="44576" y="170815"/>
                  </a:lnTo>
                  <a:lnTo>
                    <a:pt x="48260" y="167259"/>
                  </a:lnTo>
                  <a:lnTo>
                    <a:pt x="50034" y="165357"/>
                  </a:lnTo>
                  <a:lnTo>
                    <a:pt x="63430" y="153491"/>
                  </a:lnTo>
                  <a:lnTo>
                    <a:pt x="77644" y="143700"/>
                  </a:lnTo>
                  <a:lnTo>
                    <a:pt x="92882" y="136100"/>
                  </a:lnTo>
                  <a:lnTo>
                    <a:pt x="109347" y="130810"/>
                  </a:lnTo>
                  <a:lnTo>
                    <a:pt x="139489" y="130810"/>
                  </a:lnTo>
                  <a:lnTo>
                    <a:pt x="144097" y="123698"/>
                  </a:lnTo>
                  <a:lnTo>
                    <a:pt x="178254" y="87657"/>
                  </a:lnTo>
                  <a:lnTo>
                    <a:pt x="218567" y="58166"/>
                  </a:lnTo>
                  <a:lnTo>
                    <a:pt x="250572" y="58166"/>
                  </a:lnTo>
                  <a:lnTo>
                    <a:pt x="240410" y="48133"/>
                  </a:lnTo>
                  <a:lnTo>
                    <a:pt x="261536" y="39477"/>
                  </a:lnTo>
                  <a:lnTo>
                    <a:pt x="283781" y="32607"/>
                  </a:lnTo>
                  <a:lnTo>
                    <a:pt x="306883" y="27594"/>
                  </a:lnTo>
                  <a:lnTo>
                    <a:pt x="330581" y="24511"/>
                  </a:lnTo>
                  <a:lnTo>
                    <a:pt x="366204" y="24511"/>
                  </a:lnTo>
                  <a:lnTo>
                    <a:pt x="366045" y="23510"/>
                  </a:lnTo>
                  <a:lnTo>
                    <a:pt x="339330" y="563"/>
                  </a:lnTo>
                  <a:lnTo>
                    <a:pt x="333848" y="0"/>
                  </a:lnTo>
                  <a:close/>
                </a:path>
                <a:path w="367664" h="362585">
                  <a:moveTo>
                    <a:pt x="77978" y="171196"/>
                  </a:moveTo>
                  <a:lnTo>
                    <a:pt x="72898" y="171196"/>
                  </a:lnTo>
                  <a:lnTo>
                    <a:pt x="61870" y="171450"/>
                  </a:lnTo>
                  <a:lnTo>
                    <a:pt x="64201" y="171450"/>
                  </a:lnTo>
                  <a:lnTo>
                    <a:pt x="57658" y="171942"/>
                  </a:lnTo>
                  <a:lnTo>
                    <a:pt x="50180" y="172964"/>
                  </a:lnTo>
                  <a:lnTo>
                    <a:pt x="42799" y="174498"/>
                  </a:lnTo>
                  <a:lnTo>
                    <a:pt x="113398" y="174498"/>
                  </a:lnTo>
                  <a:lnTo>
                    <a:pt x="114435" y="171942"/>
                  </a:lnTo>
                  <a:lnTo>
                    <a:pt x="89910" y="171942"/>
                  </a:lnTo>
                  <a:lnTo>
                    <a:pt x="83185" y="171450"/>
                  </a:lnTo>
                  <a:lnTo>
                    <a:pt x="77978" y="171196"/>
                  </a:lnTo>
                  <a:close/>
                </a:path>
                <a:path w="367664" h="362585">
                  <a:moveTo>
                    <a:pt x="139489" y="130810"/>
                  </a:moveTo>
                  <a:lnTo>
                    <a:pt x="109347" y="130810"/>
                  </a:lnTo>
                  <a:lnTo>
                    <a:pt x="103733" y="140577"/>
                  </a:lnTo>
                  <a:lnTo>
                    <a:pt x="98155" y="150653"/>
                  </a:lnTo>
                  <a:lnTo>
                    <a:pt x="92934" y="161063"/>
                  </a:lnTo>
                  <a:lnTo>
                    <a:pt x="88345" y="171942"/>
                  </a:lnTo>
                  <a:lnTo>
                    <a:pt x="114435" y="171942"/>
                  </a:lnTo>
                  <a:lnTo>
                    <a:pt x="117107" y="165357"/>
                  </a:lnTo>
                  <a:lnTo>
                    <a:pt x="139489" y="130810"/>
                  </a:lnTo>
                  <a:close/>
                </a:path>
                <a:path w="367664" h="362585">
                  <a:moveTo>
                    <a:pt x="366204" y="24511"/>
                  </a:moveTo>
                  <a:lnTo>
                    <a:pt x="334137" y="24511"/>
                  </a:lnTo>
                  <a:lnTo>
                    <a:pt x="336931" y="25527"/>
                  </a:lnTo>
                  <a:lnTo>
                    <a:pt x="340614" y="27305"/>
                  </a:lnTo>
                  <a:lnTo>
                    <a:pt x="343281" y="30988"/>
                  </a:lnTo>
                  <a:lnTo>
                    <a:pt x="345058" y="34544"/>
                  </a:lnTo>
                  <a:lnTo>
                    <a:pt x="344169" y="38227"/>
                  </a:lnTo>
                  <a:lnTo>
                    <a:pt x="341264" y="61567"/>
                  </a:lnTo>
                  <a:lnTo>
                    <a:pt x="336454" y="84074"/>
                  </a:lnTo>
                  <a:lnTo>
                    <a:pt x="329596" y="105914"/>
                  </a:lnTo>
                  <a:lnTo>
                    <a:pt x="320547" y="127254"/>
                  </a:lnTo>
                  <a:lnTo>
                    <a:pt x="342530" y="127254"/>
                  </a:lnTo>
                  <a:lnTo>
                    <a:pt x="359013" y="79279"/>
                  </a:lnTo>
                  <a:lnTo>
                    <a:pt x="366014" y="35433"/>
                  </a:lnTo>
                  <a:lnTo>
                    <a:pt x="367065" y="29942"/>
                  </a:lnTo>
                  <a:lnTo>
                    <a:pt x="366204" y="24511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76568" y="1988820"/>
            <a:ext cx="94551" cy="96012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5042915" y="1278636"/>
            <a:ext cx="1586865" cy="1754505"/>
            <a:chOff x="5042915" y="1278636"/>
            <a:chExt cx="1586865" cy="1754505"/>
          </a:xfrm>
        </p:grpSpPr>
        <p:sp>
          <p:nvSpPr>
            <p:cNvPr id="13" name="object 13"/>
            <p:cNvSpPr/>
            <p:nvPr/>
          </p:nvSpPr>
          <p:spPr>
            <a:xfrm>
              <a:off x="5374385" y="1683258"/>
              <a:ext cx="943610" cy="1089660"/>
            </a:xfrm>
            <a:custGeom>
              <a:avLst/>
              <a:gdLst/>
              <a:ahLst/>
              <a:cxnLst/>
              <a:rect l="l" t="t" r="r" b="b"/>
              <a:pathLst>
                <a:path w="943610" h="1089660">
                  <a:moveTo>
                    <a:pt x="471550" y="1089659"/>
                  </a:moveTo>
                  <a:lnTo>
                    <a:pt x="0" y="817244"/>
                  </a:lnTo>
                  <a:lnTo>
                    <a:pt x="0" y="272414"/>
                  </a:lnTo>
                  <a:lnTo>
                    <a:pt x="471550" y="0"/>
                  </a:lnTo>
                  <a:lnTo>
                    <a:pt x="943355" y="272414"/>
                  </a:lnTo>
                  <a:lnTo>
                    <a:pt x="943355" y="817244"/>
                  </a:lnTo>
                  <a:lnTo>
                    <a:pt x="471550" y="1089659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42915" y="1278636"/>
              <a:ext cx="1586484" cy="175399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01995" y="1414272"/>
              <a:ext cx="1086612" cy="125425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696711" y="1877568"/>
              <a:ext cx="318770" cy="365760"/>
            </a:xfrm>
            <a:custGeom>
              <a:avLst/>
              <a:gdLst/>
              <a:ahLst/>
              <a:cxnLst/>
              <a:rect l="l" t="t" r="r" b="b"/>
              <a:pathLst>
                <a:path w="318770" h="365760">
                  <a:moveTo>
                    <a:pt x="14350" y="381"/>
                  </a:moveTo>
                  <a:lnTo>
                    <a:pt x="5714" y="381"/>
                  </a:lnTo>
                  <a:lnTo>
                    <a:pt x="0" y="5461"/>
                  </a:lnTo>
                  <a:lnTo>
                    <a:pt x="0" y="151130"/>
                  </a:lnTo>
                  <a:lnTo>
                    <a:pt x="4783" y="197601"/>
                  </a:lnTo>
                  <a:lnTo>
                    <a:pt x="4891" y="198650"/>
                  </a:lnTo>
                  <a:lnTo>
                    <a:pt x="19111" y="243092"/>
                  </a:lnTo>
                  <a:lnTo>
                    <a:pt x="41973" y="283194"/>
                  </a:lnTo>
                  <a:lnTo>
                    <a:pt x="72794" y="317697"/>
                  </a:lnTo>
                  <a:lnTo>
                    <a:pt x="110889" y="345342"/>
                  </a:lnTo>
                  <a:lnTo>
                    <a:pt x="155575" y="364871"/>
                  </a:lnTo>
                  <a:lnTo>
                    <a:pt x="156590" y="364871"/>
                  </a:lnTo>
                  <a:lnTo>
                    <a:pt x="157479" y="365760"/>
                  </a:lnTo>
                  <a:lnTo>
                    <a:pt x="161036" y="365760"/>
                  </a:lnTo>
                  <a:lnTo>
                    <a:pt x="162940" y="364871"/>
                  </a:lnTo>
                  <a:lnTo>
                    <a:pt x="207934" y="344540"/>
                  </a:lnTo>
                  <a:lnTo>
                    <a:pt x="212559" y="341122"/>
                  </a:lnTo>
                  <a:lnTo>
                    <a:pt x="159258" y="341122"/>
                  </a:lnTo>
                  <a:lnTo>
                    <a:pt x="114037" y="318790"/>
                  </a:lnTo>
                  <a:lnTo>
                    <a:pt x="76510" y="286735"/>
                  </a:lnTo>
                  <a:lnTo>
                    <a:pt x="48030" y="246847"/>
                  </a:lnTo>
                  <a:lnTo>
                    <a:pt x="29949" y="201015"/>
                  </a:lnTo>
                  <a:lnTo>
                    <a:pt x="23622" y="151130"/>
                  </a:lnTo>
                  <a:lnTo>
                    <a:pt x="23622" y="34798"/>
                  </a:lnTo>
                  <a:lnTo>
                    <a:pt x="151152" y="34798"/>
                  </a:lnTo>
                  <a:lnTo>
                    <a:pt x="159258" y="30226"/>
                  </a:lnTo>
                  <a:lnTo>
                    <a:pt x="318515" y="30226"/>
                  </a:lnTo>
                  <a:lnTo>
                    <a:pt x="318515" y="27432"/>
                  </a:lnTo>
                  <a:lnTo>
                    <a:pt x="87375" y="27432"/>
                  </a:lnTo>
                  <a:lnTo>
                    <a:pt x="70613" y="25808"/>
                  </a:lnTo>
                  <a:lnTo>
                    <a:pt x="70425" y="25808"/>
                  </a:lnTo>
                  <a:lnTo>
                    <a:pt x="53276" y="20986"/>
                  </a:lnTo>
                  <a:lnTo>
                    <a:pt x="36226" y="13287"/>
                  </a:lnTo>
                  <a:lnTo>
                    <a:pt x="19176" y="2921"/>
                  </a:lnTo>
                  <a:lnTo>
                    <a:pt x="16763" y="1143"/>
                  </a:lnTo>
                  <a:lnTo>
                    <a:pt x="14350" y="381"/>
                  </a:lnTo>
                  <a:close/>
                </a:path>
                <a:path w="318770" h="365760">
                  <a:moveTo>
                    <a:pt x="318515" y="34798"/>
                  </a:moveTo>
                  <a:lnTo>
                    <a:pt x="294893" y="34798"/>
                  </a:lnTo>
                  <a:lnTo>
                    <a:pt x="294893" y="151130"/>
                  </a:lnTo>
                  <a:lnTo>
                    <a:pt x="288310" y="201015"/>
                  </a:lnTo>
                  <a:lnTo>
                    <a:pt x="270357" y="246847"/>
                  </a:lnTo>
                  <a:lnTo>
                    <a:pt x="242133" y="286735"/>
                  </a:lnTo>
                  <a:lnTo>
                    <a:pt x="204734" y="318790"/>
                  </a:lnTo>
                  <a:lnTo>
                    <a:pt x="159258" y="341122"/>
                  </a:lnTo>
                  <a:lnTo>
                    <a:pt x="212559" y="341122"/>
                  </a:lnTo>
                  <a:lnTo>
                    <a:pt x="246116" y="316314"/>
                  </a:lnTo>
                  <a:lnTo>
                    <a:pt x="276875" y="281527"/>
                  </a:lnTo>
                  <a:lnTo>
                    <a:pt x="299602" y="241511"/>
                  </a:lnTo>
                  <a:lnTo>
                    <a:pt x="313685" y="197601"/>
                  </a:lnTo>
                  <a:lnTo>
                    <a:pt x="318515" y="151130"/>
                  </a:lnTo>
                  <a:lnTo>
                    <a:pt x="318515" y="34798"/>
                  </a:lnTo>
                  <a:close/>
                </a:path>
                <a:path w="318770" h="365760">
                  <a:moveTo>
                    <a:pt x="151152" y="34798"/>
                  </a:moveTo>
                  <a:lnTo>
                    <a:pt x="23622" y="34798"/>
                  </a:lnTo>
                  <a:lnTo>
                    <a:pt x="38977" y="42243"/>
                  </a:lnTo>
                  <a:lnTo>
                    <a:pt x="54832" y="47974"/>
                  </a:lnTo>
                  <a:lnTo>
                    <a:pt x="71020" y="51657"/>
                  </a:lnTo>
                  <a:lnTo>
                    <a:pt x="87375" y="52959"/>
                  </a:lnTo>
                  <a:lnTo>
                    <a:pt x="105501" y="51442"/>
                  </a:lnTo>
                  <a:lnTo>
                    <a:pt x="123983" y="47021"/>
                  </a:lnTo>
                  <a:lnTo>
                    <a:pt x="142132" y="39885"/>
                  </a:lnTo>
                  <a:lnTo>
                    <a:pt x="151152" y="34798"/>
                  </a:lnTo>
                  <a:close/>
                </a:path>
                <a:path w="318770" h="365760">
                  <a:moveTo>
                    <a:pt x="318515" y="30226"/>
                  </a:moveTo>
                  <a:lnTo>
                    <a:pt x="159258" y="30226"/>
                  </a:lnTo>
                  <a:lnTo>
                    <a:pt x="176133" y="39510"/>
                  </a:lnTo>
                  <a:lnTo>
                    <a:pt x="194532" y="46688"/>
                  </a:lnTo>
                  <a:lnTo>
                    <a:pt x="213770" y="51442"/>
                  </a:lnTo>
                  <a:lnTo>
                    <a:pt x="214626" y="51442"/>
                  </a:lnTo>
                  <a:lnTo>
                    <a:pt x="231139" y="52959"/>
                  </a:lnTo>
                  <a:lnTo>
                    <a:pt x="243923" y="52157"/>
                  </a:lnTo>
                  <a:lnTo>
                    <a:pt x="258921" y="49307"/>
                  </a:lnTo>
                  <a:lnTo>
                    <a:pt x="275967" y="43743"/>
                  </a:lnTo>
                  <a:lnTo>
                    <a:pt x="294893" y="34798"/>
                  </a:lnTo>
                  <a:lnTo>
                    <a:pt x="318515" y="34798"/>
                  </a:lnTo>
                  <a:lnTo>
                    <a:pt x="318515" y="30226"/>
                  </a:lnTo>
                  <a:close/>
                </a:path>
                <a:path w="318770" h="365760">
                  <a:moveTo>
                    <a:pt x="162178" y="2032"/>
                  </a:moveTo>
                  <a:lnTo>
                    <a:pt x="156972" y="2032"/>
                  </a:lnTo>
                  <a:lnTo>
                    <a:pt x="154304" y="2921"/>
                  </a:lnTo>
                  <a:lnTo>
                    <a:pt x="152018" y="4699"/>
                  </a:lnTo>
                  <a:lnTo>
                    <a:pt x="137328" y="14037"/>
                  </a:lnTo>
                  <a:lnTo>
                    <a:pt x="121078" y="21209"/>
                  </a:lnTo>
                  <a:lnTo>
                    <a:pt x="104138" y="25808"/>
                  </a:lnTo>
                  <a:lnTo>
                    <a:pt x="87375" y="27432"/>
                  </a:lnTo>
                  <a:lnTo>
                    <a:pt x="232028" y="27432"/>
                  </a:lnTo>
                  <a:lnTo>
                    <a:pt x="181522" y="14037"/>
                  </a:lnTo>
                  <a:lnTo>
                    <a:pt x="164718" y="2921"/>
                  </a:lnTo>
                  <a:lnTo>
                    <a:pt x="162178" y="2032"/>
                  </a:lnTo>
                  <a:close/>
                </a:path>
                <a:path w="318770" h="365760">
                  <a:moveTo>
                    <a:pt x="313309" y="0"/>
                  </a:moveTo>
                  <a:lnTo>
                    <a:pt x="305180" y="0"/>
                  </a:lnTo>
                  <a:lnTo>
                    <a:pt x="302640" y="889"/>
                  </a:lnTo>
                  <a:lnTo>
                    <a:pt x="300354" y="2921"/>
                  </a:lnTo>
                  <a:lnTo>
                    <a:pt x="279409" y="15591"/>
                  </a:lnTo>
                  <a:lnTo>
                    <a:pt x="260715" y="23034"/>
                  </a:lnTo>
                  <a:lnTo>
                    <a:pt x="244758" y="26548"/>
                  </a:lnTo>
                  <a:lnTo>
                    <a:pt x="232028" y="27432"/>
                  </a:lnTo>
                  <a:lnTo>
                    <a:pt x="318515" y="27432"/>
                  </a:lnTo>
                  <a:lnTo>
                    <a:pt x="318515" y="4699"/>
                  </a:lnTo>
                  <a:lnTo>
                    <a:pt x="318660" y="4699"/>
                  </a:lnTo>
                  <a:lnTo>
                    <a:pt x="313309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18632" y="1976627"/>
            <a:ext cx="73151" cy="169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43050">
              <a:lnSpc>
                <a:spcPct val="100000"/>
              </a:lnSpc>
              <a:spcBef>
                <a:spcPts val="105"/>
              </a:spcBef>
            </a:pPr>
            <a:r>
              <a:rPr dirty="0"/>
              <a:t>Scaling</a:t>
            </a:r>
            <a:r>
              <a:rPr spc="-80" dirty="0"/>
              <a:t> </a:t>
            </a:r>
            <a:r>
              <a:rPr spc="-10" dirty="0"/>
              <a:t>policy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555" y="1479803"/>
            <a:ext cx="7569708" cy="230276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685800" y="1507489"/>
            <a:ext cx="7467600" cy="2207260"/>
            <a:chOff x="685800" y="1507489"/>
            <a:chExt cx="7467600" cy="220726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00" y="1507489"/>
              <a:ext cx="7467600" cy="22067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85800" y="1507489"/>
              <a:ext cx="7467600" cy="370840"/>
            </a:xfrm>
            <a:custGeom>
              <a:avLst/>
              <a:gdLst/>
              <a:ahLst/>
              <a:cxnLst/>
              <a:rect l="l" t="t" r="r" b="b"/>
              <a:pathLst>
                <a:path w="7467600" h="370839">
                  <a:moveTo>
                    <a:pt x="7467600" y="0"/>
                  </a:moveTo>
                  <a:lnTo>
                    <a:pt x="5600700" y="0"/>
                  </a:lnTo>
                  <a:lnTo>
                    <a:pt x="3733800" y="0"/>
                  </a:lnTo>
                  <a:lnTo>
                    <a:pt x="1866900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1866900" y="370840"/>
                  </a:lnTo>
                  <a:lnTo>
                    <a:pt x="3733800" y="370840"/>
                  </a:lnTo>
                  <a:lnTo>
                    <a:pt x="5600700" y="370840"/>
                  </a:lnTo>
                  <a:lnTo>
                    <a:pt x="7467600" y="370840"/>
                  </a:lnTo>
                  <a:lnTo>
                    <a:pt x="7467600" y="0"/>
                  </a:lnTo>
                  <a:close/>
                </a:path>
              </a:pathLst>
            </a:custGeom>
            <a:solidFill>
              <a:srgbClr val="383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2856" y="1565160"/>
              <a:ext cx="575310" cy="30554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19755" y="1565160"/>
              <a:ext cx="921257" cy="3055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86655" y="1565160"/>
              <a:ext cx="1194053" cy="30554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53555" y="1565160"/>
              <a:ext cx="1587246" cy="305549"/>
            </a:xfrm>
            <a:prstGeom prst="rect">
              <a:avLst/>
            </a:prstGeom>
          </p:spPr>
        </p:pic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81037" y="1502727"/>
          <a:ext cx="7467600" cy="2206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Policy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98425" marB="0">
                    <a:lnL w="9525">
                      <a:solidFill>
                        <a:srgbClr val="373737"/>
                      </a:solidFill>
                      <a:prstDash val="solid"/>
                    </a:lnL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0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98425" marB="0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Cluster</a:t>
                      </a:r>
                      <a:r>
                        <a:rPr sz="105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Starts…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98425" marB="0"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775"/>
                        </a:spcBef>
                      </a:pPr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Cluster</a:t>
                      </a:r>
                      <a:r>
                        <a:rPr sz="105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Shuts</a:t>
                      </a:r>
                      <a:r>
                        <a:rPr sz="105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05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Down…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98425" marB="0">
                    <a:lnR w="9525">
                      <a:solidFill>
                        <a:srgbClr val="373737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52400">
                        <a:lnSpc>
                          <a:spcPct val="100000"/>
                        </a:lnSpc>
                      </a:pPr>
                      <a:r>
                        <a:rPr sz="1000" b="1" dirty="0">
                          <a:latin typeface="Arial"/>
                          <a:cs typeface="Arial"/>
                        </a:rPr>
                        <a:t>Standard</a:t>
                      </a:r>
                      <a:r>
                        <a:rPr sz="1000" b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000" b="1" spc="-10" dirty="0">
                          <a:latin typeface="Arial"/>
                          <a:cs typeface="Arial"/>
                        </a:rPr>
                        <a:t>(default)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383838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52400" marR="206375">
                        <a:lnSpc>
                          <a:spcPct val="100000"/>
                        </a:lnSpc>
                      </a:pPr>
                      <a:r>
                        <a:rPr sz="800" spc="-10" dirty="0">
                          <a:latin typeface="Arial MT"/>
                          <a:cs typeface="Arial MT"/>
                        </a:rPr>
                        <a:t>Prevents/minimizes</a:t>
                      </a:r>
                      <a:r>
                        <a:rPr sz="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queuing</a:t>
                      </a:r>
                      <a:r>
                        <a:rPr sz="800" spc="6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by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favoring</a:t>
                      </a:r>
                      <a:r>
                        <a:rPr sz="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starting</a:t>
                      </a:r>
                      <a:r>
                        <a:rPr sz="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additional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clusters</a:t>
                      </a:r>
                      <a:r>
                        <a:rPr sz="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over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conserving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credits.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7493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383838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3035" marR="17399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Immediately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when</a:t>
                      </a:r>
                      <a:r>
                        <a:rPr sz="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either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query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is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queued</a:t>
                      </a:r>
                      <a:r>
                        <a:rPr sz="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or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the system</a:t>
                      </a:r>
                      <a:r>
                        <a:rPr sz="8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detects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that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there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are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more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queries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than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can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executed by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currently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available</a:t>
                      </a:r>
                      <a:r>
                        <a:rPr sz="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clusters.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6985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383838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3035" marR="39560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After</a:t>
                      </a:r>
                      <a:r>
                        <a:rPr sz="800" b="1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2</a:t>
                      </a:r>
                      <a:r>
                        <a:rPr sz="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3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 consecutive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successful</a:t>
                      </a:r>
                      <a:r>
                        <a:rPr sz="800" b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checks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(performed</a:t>
                      </a:r>
                      <a:r>
                        <a:rPr sz="700" spc="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at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minute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 intervals),</a:t>
                      </a:r>
                      <a:endParaRPr sz="700">
                        <a:latin typeface="Arial MT"/>
                        <a:cs typeface="Arial MT"/>
                      </a:endParaRPr>
                    </a:p>
                    <a:p>
                      <a:pPr marL="153035" marR="2520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00" dirty="0">
                          <a:latin typeface="Arial MT"/>
                          <a:cs typeface="Arial MT"/>
                        </a:rPr>
                        <a:t>which</a:t>
                      </a:r>
                      <a:r>
                        <a:rPr sz="7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determine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whether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7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load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 on</a:t>
                      </a:r>
                      <a:r>
                        <a:rPr sz="700" spc="5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7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least-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loaded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cluster</a:t>
                      </a:r>
                      <a:r>
                        <a:rPr sz="7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could</a:t>
                      </a:r>
                      <a:r>
                        <a:rPr sz="7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5" dirty="0">
                          <a:latin typeface="Arial MT"/>
                          <a:cs typeface="Arial MT"/>
                        </a:rPr>
                        <a:t>be</a:t>
                      </a:r>
                      <a:r>
                        <a:rPr sz="700" spc="5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redistributed</a:t>
                      </a:r>
                      <a:r>
                        <a:rPr sz="700" spc="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to the</a:t>
                      </a:r>
                      <a:r>
                        <a:rPr sz="7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dirty="0">
                          <a:latin typeface="Arial MT"/>
                          <a:cs typeface="Arial MT"/>
                        </a:rPr>
                        <a:t>other</a:t>
                      </a:r>
                      <a:r>
                        <a:rPr sz="700" spc="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latin typeface="Arial MT"/>
                          <a:cs typeface="Arial MT"/>
                        </a:rPr>
                        <a:t>clusters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383838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06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52400">
                        <a:lnSpc>
                          <a:spcPct val="100000"/>
                        </a:lnSpc>
                      </a:pPr>
                      <a:r>
                        <a:rPr sz="1000" b="1" spc="-10" dirty="0">
                          <a:latin typeface="Arial"/>
                          <a:cs typeface="Arial"/>
                        </a:rPr>
                        <a:t>Economy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 marR="35369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Conserves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credits</a:t>
                      </a:r>
                      <a:r>
                        <a:rPr sz="8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by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favoring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keeping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running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clusters</a:t>
                      </a:r>
                      <a:r>
                        <a:rPr sz="8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fully-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loaded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rather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than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starting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additional</a:t>
                      </a:r>
                      <a:r>
                        <a:rPr sz="8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clusters,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52400" marR="20510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i="1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Arial"/>
                          <a:cs typeface="Arial"/>
                        </a:rPr>
                        <a:t>Result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: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May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result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in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queries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being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queued</a:t>
                      </a:r>
                      <a:r>
                        <a:rPr sz="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taking</a:t>
                      </a:r>
                      <a:r>
                        <a:rPr sz="800" b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longer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 complete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.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3937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53035" marR="1581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dirty="0">
                          <a:latin typeface="Arial MT"/>
                          <a:cs typeface="Arial MT"/>
                        </a:rPr>
                        <a:t>Only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if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system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estimates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there’s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enough</a:t>
                      </a:r>
                      <a:r>
                        <a:rPr sz="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query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load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to</a:t>
                      </a:r>
                      <a:r>
                        <a:rPr sz="800" spc="-3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keep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the</a:t>
                      </a:r>
                      <a:r>
                        <a:rPr sz="8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cluster</a:t>
                      </a:r>
                      <a:r>
                        <a:rPr sz="8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busy</a:t>
                      </a:r>
                      <a:r>
                        <a:rPr sz="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dirty="0">
                          <a:latin typeface="Arial MT"/>
                          <a:cs typeface="Arial MT"/>
                        </a:rPr>
                        <a:t>for</a:t>
                      </a:r>
                      <a:r>
                        <a:rPr sz="8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at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least</a:t>
                      </a:r>
                      <a:r>
                        <a:rPr sz="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50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 minutes</a:t>
                      </a:r>
                      <a:r>
                        <a:rPr sz="800" spc="-10" dirty="0">
                          <a:latin typeface="Arial MT"/>
                          <a:cs typeface="Arial MT"/>
                        </a:rPr>
                        <a:t>.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  <a:p>
                      <a:pPr marL="153035" marR="5556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After</a:t>
                      </a:r>
                      <a:r>
                        <a:rPr sz="800" b="1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8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8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6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 consecutive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successful</a:t>
                      </a:r>
                      <a:r>
                        <a:rPr sz="8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dirty="0">
                          <a:latin typeface="Arial"/>
                          <a:cs typeface="Arial"/>
                        </a:rPr>
                        <a:t>checks</a:t>
                      </a:r>
                      <a:r>
                        <a:rPr sz="800" b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50" dirty="0">
                          <a:latin typeface="Arial"/>
                          <a:cs typeface="Arial"/>
                        </a:rPr>
                        <a:t>…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4632" y="2339086"/>
            <a:ext cx="30981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55" dirty="0"/>
              <a:t> </a:t>
            </a:r>
            <a:r>
              <a:rPr spc="-10" dirty="0"/>
              <a:t>Warehousing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386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10" dirty="0"/>
              <a:t>warehouse?</a:t>
            </a:r>
          </a:p>
        </p:txBody>
      </p:sp>
      <p:sp>
        <p:nvSpPr>
          <p:cNvPr id="4" name="object 4"/>
          <p:cNvSpPr/>
          <p:nvPr/>
        </p:nvSpPr>
        <p:spPr>
          <a:xfrm>
            <a:off x="3872572" y="1774570"/>
            <a:ext cx="1405890" cy="1908175"/>
          </a:xfrm>
          <a:custGeom>
            <a:avLst/>
            <a:gdLst/>
            <a:ahLst/>
            <a:cxnLst/>
            <a:rect l="l" t="t" r="r" b="b"/>
            <a:pathLst>
              <a:path w="1405889" h="1908175">
                <a:moveTo>
                  <a:pt x="1405597" y="1305153"/>
                </a:moveTo>
                <a:lnTo>
                  <a:pt x="1391259" y="1345501"/>
                </a:lnTo>
                <a:lnTo>
                  <a:pt x="1350137" y="1383131"/>
                </a:lnTo>
                <a:lnTo>
                  <a:pt x="1285151" y="1417231"/>
                </a:lnTo>
                <a:lnTo>
                  <a:pt x="1255001" y="1428737"/>
                </a:lnTo>
                <a:lnTo>
                  <a:pt x="1255001" y="1656575"/>
                </a:lnTo>
                <a:lnTo>
                  <a:pt x="1251394" y="1677123"/>
                </a:lnTo>
                <a:lnTo>
                  <a:pt x="1241196" y="1692960"/>
                </a:lnTo>
                <a:lnTo>
                  <a:pt x="1225346" y="1703158"/>
                </a:lnTo>
                <a:lnTo>
                  <a:pt x="1204798" y="1706778"/>
                </a:lnTo>
                <a:lnTo>
                  <a:pt x="1184249" y="1703158"/>
                </a:lnTo>
                <a:lnTo>
                  <a:pt x="1168400" y="1692960"/>
                </a:lnTo>
                <a:lnTo>
                  <a:pt x="1158201" y="1677123"/>
                </a:lnTo>
                <a:lnTo>
                  <a:pt x="1154595" y="1656575"/>
                </a:lnTo>
                <a:lnTo>
                  <a:pt x="1158201" y="1636014"/>
                </a:lnTo>
                <a:lnTo>
                  <a:pt x="1168400" y="1620177"/>
                </a:lnTo>
                <a:lnTo>
                  <a:pt x="1184249" y="1609979"/>
                </a:lnTo>
                <a:lnTo>
                  <a:pt x="1204798" y="1606372"/>
                </a:lnTo>
                <a:lnTo>
                  <a:pt x="1225346" y="1609979"/>
                </a:lnTo>
                <a:lnTo>
                  <a:pt x="1241196" y="1620177"/>
                </a:lnTo>
                <a:lnTo>
                  <a:pt x="1251394" y="1636014"/>
                </a:lnTo>
                <a:lnTo>
                  <a:pt x="1255001" y="1656575"/>
                </a:lnTo>
                <a:lnTo>
                  <a:pt x="1255001" y="1428737"/>
                </a:lnTo>
                <a:lnTo>
                  <a:pt x="1199146" y="1446974"/>
                </a:lnTo>
                <a:lnTo>
                  <a:pt x="1149172" y="1459966"/>
                </a:lnTo>
                <a:lnTo>
                  <a:pt x="1095032" y="1471549"/>
                </a:lnTo>
                <a:lnTo>
                  <a:pt x="1037082" y="1481632"/>
                </a:lnTo>
                <a:lnTo>
                  <a:pt x="975677" y="1490116"/>
                </a:lnTo>
                <a:lnTo>
                  <a:pt x="911199" y="1496898"/>
                </a:lnTo>
                <a:lnTo>
                  <a:pt x="843978" y="1501863"/>
                </a:lnTo>
                <a:lnTo>
                  <a:pt x="774395" y="1504924"/>
                </a:lnTo>
                <a:lnTo>
                  <a:pt x="702792" y="1505966"/>
                </a:lnTo>
                <a:lnTo>
                  <a:pt x="631202" y="1504924"/>
                </a:lnTo>
                <a:lnTo>
                  <a:pt x="561619" y="1501863"/>
                </a:lnTo>
                <a:lnTo>
                  <a:pt x="494398" y="1496898"/>
                </a:lnTo>
                <a:lnTo>
                  <a:pt x="429920" y="1490116"/>
                </a:lnTo>
                <a:lnTo>
                  <a:pt x="368515" y="1481632"/>
                </a:lnTo>
                <a:lnTo>
                  <a:pt x="310565" y="1471549"/>
                </a:lnTo>
                <a:lnTo>
                  <a:pt x="256425" y="1459966"/>
                </a:lnTo>
                <a:lnTo>
                  <a:pt x="206451" y="1446974"/>
                </a:lnTo>
                <a:lnTo>
                  <a:pt x="160997" y="1432699"/>
                </a:lnTo>
                <a:lnTo>
                  <a:pt x="120446" y="1417231"/>
                </a:lnTo>
                <a:lnTo>
                  <a:pt x="85140" y="1400670"/>
                </a:lnTo>
                <a:lnTo>
                  <a:pt x="31737" y="1364703"/>
                </a:lnTo>
                <a:lnTo>
                  <a:pt x="3644" y="1325613"/>
                </a:lnTo>
                <a:lnTo>
                  <a:pt x="0" y="1305153"/>
                </a:lnTo>
                <a:lnTo>
                  <a:pt x="0" y="1706778"/>
                </a:lnTo>
                <a:lnTo>
                  <a:pt x="14338" y="1747113"/>
                </a:lnTo>
                <a:lnTo>
                  <a:pt x="55460" y="1784743"/>
                </a:lnTo>
                <a:lnTo>
                  <a:pt x="120446" y="1818843"/>
                </a:lnTo>
                <a:lnTo>
                  <a:pt x="160997" y="1834311"/>
                </a:lnTo>
                <a:lnTo>
                  <a:pt x="206451" y="1848586"/>
                </a:lnTo>
                <a:lnTo>
                  <a:pt x="256425" y="1861578"/>
                </a:lnTo>
                <a:lnTo>
                  <a:pt x="310565" y="1873161"/>
                </a:lnTo>
                <a:lnTo>
                  <a:pt x="368515" y="1883244"/>
                </a:lnTo>
                <a:lnTo>
                  <a:pt x="429920" y="1891728"/>
                </a:lnTo>
                <a:lnTo>
                  <a:pt x="494398" y="1898510"/>
                </a:lnTo>
                <a:lnTo>
                  <a:pt x="561619" y="1903476"/>
                </a:lnTo>
                <a:lnTo>
                  <a:pt x="631202" y="1906536"/>
                </a:lnTo>
                <a:lnTo>
                  <a:pt x="702805" y="1907578"/>
                </a:lnTo>
                <a:lnTo>
                  <a:pt x="774395" y="1906536"/>
                </a:lnTo>
                <a:lnTo>
                  <a:pt x="843978" y="1903476"/>
                </a:lnTo>
                <a:lnTo>
                  <a:pt x="911199" y="1898510"/>
                </a:lnTo>
                <a:lnTo>
                  <a:pt x="975677" y="1891728"/>
                </a:lnTo>
                <a:lnTo>
                  <a:pt x="1037082" y="1883244"/>
                </a:lnTo>
                <a:lnTo>
                  <a:pt x="1095032" y="1873161"/>
                </a:lnTo>
                <a:lnTo>
                  <a:pt x="1149172" y="1861578"/>
                </a:lnTo>
                <a:lnTo>
                  <a:pt x="1199146" y="1848586"/>
                </a:lnTo>
                <a:lnTo>
                  <a:pt x="1244600" y="1834311"/>
                </a:lnTo>
                <a:lnTo>
                  <a:pt x="1285151" y="1818843"/>
                </a:lnTo>
                <a:lnTo>
                  <a:pt x="1320457" y="1802282"/>
                </a:lnTo>
                <a:lnTo>
                  <a:pt x="1373860" y="1766316"/>
                </a:lnTo>
                <a:lnTo>
                  <a:pt x="1401953" y="1727225"/>
                </a:lnTo>
                <a:lnTo>
                  <a:pt x="1405597" y="1706778"/>
                </a:lnTo>
                <a:lnTo>
                  <a:pt x="1405597" y="1606372"/>
                </a:lnTo>
                <a:lnTo>
                  <a:pt x="1405597" y="1505966"/>
                </a:lnTo>
                <a:lnTo>
                  <a:pt x="1405597" y="1305153"/>
                </a:lnTo>
                <a:close/>
              </a:path>
              <a:path w="1405889" h="1908175">
                <a:moveTo>
                  <a:pt x="1405597" y="803148"/>
                </a:moveTo>
                <a:lnTo>
                  <a:pt x="1391259" y="843483"/>
                </a:lnTo>
                <a:lnTo>
                  <a:pt x="1350137" y="881113"/>
                </a:lnTo>
                <a:lnTo>
                  <a:pt x="1285151" y="915212"/>
                </a:lnTo>
                <a:lnTo>
                  <a:pt x="1255001" y="926719"/>
                </a:lnTo>
                <a:lnTo>
                  <a:pt x="1255001" y="1154557"/>
                </a:lnTo>
                <a:lnTo>
                  <a:pt x="1251394" y="1175105"/>
                </a:lnTo>
                <a:lnTo>
                  <a:pt x="1241196" y="1190955"/>
                </a:lnTo>
                <a:lnTo>
                  <a:pt x="1225346" y="1201153"/>
                </a:lnTo>
                <a:lnTo>
                  <a:pt x="1204798" y="1204760"/>
                </a:lnTo>
                <a:lnTo>
                  <a:pt x="1184249" y="1201153"/>
                </a:lnTo>
                <a:lnTo>
                  <a:pt x="1168400" y="1190955"/>
                </a:lnTo>
                <a:lnTo>
                  <a:pt x="1158201" y="1175105"/>
                </a:lnTo>
                <a:lnTo>
                  <a:pt x="1154595" y="1154557"/>
                </a:lnTo>
                <a:lnTo>
                  <a:pt x="1158201" y="1134008"/>
                </a:lnTo>
                <a:lnTo>
                  <a:pt x="1168400" y="1118158"/>
                </a:lnTo>
                <a:lnTo>
                  <a:pt x="1184249" y="1107960"/>
                </a:lnTo>
                <a:lnTo>
                  <a:pt x="1204798" y="1104353"/>
                </a:lnTo>
                <a:lnTo>
                  <a:pt x="1225346" y="1107960"/>
                </a:lnTo>
                <a:lnTo>
                  <a:pt x="1241196" y="1118158"/>
                </a:lnTo>
                <a:lnTo>
                  <a:pt x="1251394" y="1134008"/>
                </a:lnTo>
                <a:lnTo>
                  <a:pt x="1255001" y="1154557"/>
                </a:lnTo>
                <a:lnTo>
                  <a:pt x="1255001" y="926719"/>
                </a:lnTo>
                <a:lnTo>
                  <a:pt x="1199146" y="944968"/>
                </a:lnTo>
                <a:lnTo>
                  <a:pt x="1149172" y="957948"/>
                </a:lnTo>
                <a:lnTo>
                  <a:pt x="1095032" y="969530"/>
                </a:lnTo>
                <a:lnTo>
                  <a:pt x="1037082" y="979627"/>
                </a:lnTo>
                <a:lnTo>
                  <a:pt x="975677" y="988110"/>
                </a:lnTo>
                <a:lnTo>
                  <a:pt x="911199" y="994879"/>
                </a:lnTo>
                <a:lnTo>
                  <a:pt x="843978" y="999845"/>
                </a:lnTo>
                <a:lnTo>
                  <a:pt x="774395" y="1002906"/>
                </a:lnTo>
                <a:lnTo>
                  <a:pt x="702792" y="1003947"/>
                </a:lnTo>
                <a:lnTo>
                  <a:pt x="631202" y="1002906"/>
                </a:lnTo>
                <a:lnTo>
                  <a:pt x="561619" y="999845"/>
                </a:lnTo>
                <a:lnTo>
                  <a:pt x="494398" y="994879"/>
                </a:lnTo>
                <a:lnTo>
                  <a:pt x="429920" y="988110"/>
                </a:lnTo>
                <a:lnTo>
                  <a:pt x="368515" y="979627"/>
                </a:lnTo>
                <a:lnTo>
                  <a:pt x="310565" y="969530"/>
                </a:lnTo>
                <a:lnTo>
                  <a:pt x="256425" y="957948"/>
                </a:lnTo>
                <a:lnTo>
                  <a:pt x="206451" y="944968"/>
                </a:lnTo>
                <a:lnTo>
                  <a:pt x="160997" y="930681"/>
                </a:lnTo>
                <a:lnTo>
                  <a:pt x="120446" y="915212"/>
                </a:lnTo>
                <a:lnTo>
                  <a:pt x="85140" y="898652"/>
                </a:lnTo>
                <a:lnTo>
                  <a:pt x="31737" y="862685"/>
                </a:lnTo>
                <a:lnTo>
                  <a:pt x="3644" y="823595"/>
                </a:lnTo>
                <a:lnTo>
                  <a:pt x="0" y="803148"/>
                </a:lnTo>
                <a:lnTo>
                  <a:pt x="0" y="1204760"/>
                </a:lnTo>
                <a:lnTo>
                  <a:pt x="14338" y="1245095"/>
                </a:lnTo>
                <a:lnTo>
                  <a:pt x="55460" y="1282725"/>
                </a:lnTo>
                <a:lnTo>
                  <a:pt x="120446" y="1316824"/>
                </a:lnTo>
                <a:lnTo>
                  <a:pt x="160997" y="1332293"/>
                </a:lnTo>
                <a:lnTo>
                  <a:pt x="206451" y="1346581"/>
                </a:lnTo>
                <a:lnTo>
                  <a:pt x="256425" y="1359560"/>
                </a:lnTo>
                <a:lnTo>
                  <a:pt x="310565" y="1371142"/>
                </a:lnTo>
                <a:lnTo>
                  <a:pt x="368515" y="1381239"/>
                </a:lnTo>
                <a:lnTo>
                  <a:pt x="429920" y="1389722"/>
                </a:lnTo>
                <a:lnTo>
                  <a:pt x="494398" y="1396492"/>
                </a:lnTo>
                <a:lnTo>
                  <a:pt x="561619" y="1401470"/>
                </a:lnTo>
                <a:lnTo>
                  <a:pt x="631202" y="1404518"/>
                </a:lnTo>
                <a:lnTo>
                  <a:pt x="702792" y="1405559"/>
                </a:lnTo>
                <a:lnTo>
                  <a:pt x="774395" y="1404518"/>
                </a:lnTo>
                <a:lnTo>
                  <a:pt x="843978" y="1401470"/>
                </a:lnTo>
                <a:lnTo>
                  <a:pt x="911199" y="1396492"/>
                </a:lnTo>
                <a:lnTo>
                  <a:pt x="975677" y="1389722"/>
                </a:lnTo>
                <a:lnTo>
                  <a:pt x="1037082" y="1381239"/>
                </a:lnTo>
                <a:lnTo>
                  <a:pt x="1095032" y="1371142"/>
                </a:lnTo>
                <a:lnTo>
                  <a:pt x="1149172" y="1359560"/>
                </a:lnTo>
                <a:lnTo>
                  <a:pt x="1199146" y="1346581"/>
                </a:lnTo>
                <a:lnTo>
                  <a:pt x="1244600" y="1332293"/>
                </a:lnTo>
                <a:lnTo>
                  <a:pt x="1285151" y="1316824"/>
                </a:lnTo>
                <a:lnTo>
                  <a:pt x="1320457" y="1300264"/>
                </a:lnTo>
                <a:lnTo>
                  <a:pt x="1373860" y="1264297"/>
                </a:lnTo>
                <a:lnTo>
                  <a:pt x="1401953" y="1225207"/>
                </a:lnTo>
                <a:lnTo>
                  <a:pt x="1405597" y="1204760"/>
                </a:lnTo>
                <a:lnTo>
                  <a:pt x="1405597" y="1104353"/>
                </a:lnTo>
                <a:lnTo>
                  <a:pt x="1405597" y="1003947"/>
                </a:lnTo>
                <a:lnTo>
                  <a:pt x="1405597" y="803148"/>
                </a:lnTo>
                <a:close/>
              </a:path>
              <a:path w="1405889" h="1908175">
                <a:moveTo>
                  <a:pt x="1405597" y="301129"/>
                </a:moveTo>
                <a:lnTo>
                  <a:pt x="1391259" y="341464"/>
                </a:lnTo>
                <a:lnTo>
                  <a:pt x="1350137" y="379095"/>
                </a:lnTo>
                <a:lnTo>
                  <a:pt x="1285151" y="413194"/>
                </a:lnTo>
                <a:lnTo>
                  <a:pt x="1255001" y="424700"/>
                </a:lnTo>
                <a:lnTo>
                  <a:pt x="1255001" y="652538"/>
                </a:lnTo>
                <a:lnTo>
                  <a:pt x="1251394" y="673087"/>
                </a:lnTo>
                <a:lnTo>
                  <a:pt x="1241196" y="688936"/>
                </a:lnTo>
                <a:lnTo>
                  <a:pt x="1225346" y="699135"/>
                </a:lnTo>
                <a:lnTo>
                  <a:pt x="1204798" y="702741"/>
                </a:lnTo>
                <a:lnTo>
                  <a:pt x="1184249" y="699135"/>
                </a:lnTo>
                <a:lnTo>
                  <a:pt x="1168400" y="688936"/>
                </a:lnTo>
                <a:lnTo>
                  <a:pt x="1158201" y="673087"/>
                </a:lnTo>
                <a:lnTo>
                  <a:pt x="1154595" y="652538"/>
                </a:lnTo>
                <a:lnTo>
                  <a:pt x="1158201" y="631990"/>
                </a:lnTo>
                <a:lnTo>
                  <a:pt x="1168400" y="616140"/>
                </a:lnTo>
                <a:lnTo>
                  <a:pt x="1184249" y="605942"/>
                </a:lnTo>
                <a:lnTo>
                  <a:pt x="1204798" y="602335"/>
                </a:lnTo>
                <a:lnTo>
                  <a:pt x="1225346" y="605942"/>
                </a:lnTo>
                <a:lnTo>
                  <a:pt x="1241196" y="616140"/>
                </a:lnTo>
                <a:lnTo>
                  <a:pt x="1251394" y="631990"/>
                </a:lnTo>
                <a:lnTo>
                  <a:pt x="1255001" y="652538"/>
                </a:lnTo>
                <a:lnTo>
                  <a:pt x="1255001" y="424700"/>
                </a:lnTo>
                <a:lnTo>
                  <a:pt x="1199146" y="442950"/>
                </a:lnTo>
                <a:lnTo>
                  <a:pt x="1149172" y="455930"/>
                </a:lnTo>
                <a:lnTo>
                  <a:pt x="1095032" y="467512"/>
                </a:lnTo>
                <a:lnTo>
                  <a:pt x="1037082" y="477608"/>
                </a:lnTo>
                <a:lnTo>
                  <a:pt x="975677" y="486092"/>
                </a:lnTo>
                <a:lnTo>
                  <a:pt x="911199" y="492861"/>
                </a:lnTo>
                <a:lnTo>
                  <a:pt x="843978" y="497840"/>
                </a:lnTo>
                <a:lnTo>
                  <a:pt x="774395" y="500888"/>
                </a:lnTo>
                <a:lnTo>
                  <a:pt x="702792" y="501929"/>
                </a:lnTo>
                <a:lnTo>
                  <a:pt x="631202" y="500888"/>
                </a:lnTo>
                <a:lnTo>
                  <a:pt x="561619" y="497840"/>
                </a:lnTo>
                <a:lnTo>
                  <a:pt x="494398" y="492861"/>
                </a:lnTo>
                <a:lnTo>
                  <a:pt x="429920" y="486092"/>
                </a:lnTo>
                <a:lnTo>
                  <a:pt x="368515" y="477608"/>
                </a:lnTo>
                <a:lnTo>
                  <a:pt x="310565" y="467512"/>
                </a:lnTo>
                <a:lnTo>
                  <a:pt x="256425" y="455930"/>
                </a:lnTo>
                <a:lnTo>
                  <a:pt x="206451" y="442950"/>
                </a:lnTo>
                <a:lnTo>
                  <a:pt x="160997" y="428663"/>
                </a:lnTo>
                <a:lnTo>
                  <a:pt x="120446" y="413194"/>
                </a:lnTo>
                <a:lnTo>
                  <a:pt x="85140" y="396646"/>
                </a:lnTo>
                <a:lnTo>
                  <a:pt x="31737" y="360667"/>
                </a:lnTo>
                <a:lnTo>
                  <a:pt x="3644" y="321589"/>
                </a:lnTo>
                <a:lnTo>
                  <a:pt x="0" y="301129"/>
                </a:lnTo>
                <a:lnTo>
                  <a:pt x="0" y="702741"/>
                </a:lnTo>
                <a:lnTo>
                  <a:pt x="14338" y="743077"/>
                </a:lnTo>
                <a:lnTo>
                  <a:pt x="55460" y="780707"/>
                </a:lnTo>
                <a:lnTo>
                  <a:pt x="120446" y="814806"/>
                </a:lnTo>
                <a:lnTo>
                  <a:pt x="160997" y="830275"/>
                </a:lnTo>
                <a:lnTo>
                  <a:pt x="206451" y="844562"/>
                </a:lnTo>
                <a:lnTo>
                  <a:pt x="256425" y="857542"/>
                </a:lnTo>
                <a:lnTo>
                  <a:pt x="310565" y="869137"/>
                </a:lnTo>
                <a:lnTo>
                  <a:pt x="368515" y="879221"/>
                </a:lnTo>
                <a:lnTo>
                  <a:pt x="429920" y="887704"/>
                </a:lnTo>
                <a:lnTo>
                  <a:pt x="494398" y="894473"/>
                </a:lnTo>
                <a:lnTo>
                  <a:pt x="561619" y="899452"/>
                </a:lnTo>
                <a:lnTo>
                  <a:pt x="631202" y="902500"/>
                </a:lnTo>
                <a:lnTo>
                  <a:pt x="702792" y="903541"/>
                </a:lnTo>
                <a:lnTo>
                  <a:pt x="774395" y="902500"/>
                </a:lnTo>
                <a:lnTo>
                  <a:pt x="843978" y="899452"/>
                </a:lnTo>
                <a:lnTo>
                  <a:pt x="911199" y="894473"/>
                </a:lnTo>
                <a:lnTo>
                  <a:pt x="975677" y="887704"/>
                </a:lnTo>
                <a:lnTo>
                  <a:pt x="1037082" y="879221"/>
                </a:lnTo>
                <a:lnTo>
                  <a:pt x="1095032" y="869137"/>
                </a:lnTo>
                <a:lnTo>
                  <a:pt x="1149172" y="857542"/>
                </a:lnTo>
                <a:lnTo>
                  <a:pt x="1199146" y="844562"/>
                </a:lnTo>
                <a:lnTo>
                  <a:pt x="1244600" y="830275"/>
                </a:lnTo>
                <a:lnTo>
                  <a:pt x="1285151" y="814806"/>
                </a:lnTo>
                <a:lnTo>
                  <a:pt x="1320457" y="798258"/>
                </a:lnTo>
                <a:lnTo>
                  <a:pt x="1373860" y="762279"/>
                </a:lnTo>
                <a:lnTo>
                  <a:pt x="1401953" y="723201"/>
                </a:lnTo>
                <a:lnTo>
                  <a:pt x="1405597" y="702741"/>
                </a:lnTo>
                <a:lnTo>
                  <a:pt x="1405597" y="602335"/>
                </a:lnTo>
                <a:lnTo>
                  <a:pt x="1405597" y="501929"/>
                </a:lnTo>
                <a:lnTo>
                  <a:pt x="1405597" y="301129"/>
                </a:lnTo>
                <a:close/>
              </a:path>
              <a:path w="1405889" h="1908175">
                <a:moveTo>
                  <a:pt x="1405597" y="200723"/>
                </a:moveTo>
                <a:lnTo>
                  <a:pt x="1391323" y="160261"/>
                </a:lnTo>
                <a:lnTo>
                  <a:pt x="1350365" y="122567"/>
                </a:lnTo>
                <a:lnTo>
                  <a:pt x="1285570" y="88480"/>
                </a:lnTo>
                <a:lnTo>
                  <a:pt x="1199756" y="58775"/>
                </a:lnTo>
                <a:lnTo>
                  <a:pt x="1095743" y="34264"/>
                </a:lnTo>
                <a:lnTo>
                  <a:pt x="976363" y="15773"/>
                </a:lnTo>
                <a:lnTo>
                  <a:pt x="844435" y="4076"/>
                </a:lnTo>
                <a:lnTo>
                  <a:pt x="702792" y="0"/>
                </a:lnTo>
                <a:lnTo>
                  <a:pt x="561162" y="4076"/>
                </a:lnTo>
                <a:lnTo>
                  <a:pt x="429247" y="15773"/>
                </a:lnTo>
                <a:lnTo>
                  <a:pt x="309867" y="34264"/>
                </a:lnTo>
                <a:lnTo>
                  <a:pt x="205854" y="58775"/>
                </a:lnTo>
                <a:lnTo>
                  <a:pt x="120027" y="88480"/>
                </a:lnTo>
                <a:lnTo>
                  <a:pt x="84823" y="105029"/>
                </a:lnTo>
                <a:lnTo>
                  <a:pt x="31597" y="141020"/>
                </a:lnTo>
                <a:lnTo>
                  <a:pt x="3632" y="180187"/>
                </a:lnTo>
                <a:lnTo>
                  <a:pt x="0" y="200723"/>
                </a:lnTo>
                <a:lnTo>
                  <a:pt x="3632" y="221259"/>
                </a:lnTo>
                <a:lnTo>
                  <a:pt x="31597" y="260438"/>
                </a:lnTo>
                <a:lnTo>
                  <a:pt x="84823" y="296443"/>
                </a:lnTo>
                <a:lnTo>
                  <a:pt x="120027" y="312991"/>
                </a:lnTo>
                <a:lnTo>
                  <a:pt x="205854" y="342722"/>
                </a:lnTo>
                <a:lnTo>
                  <a:pt x="309867" y="367233"/>
                </a:lnTo>
                <a:lnTo>
                  <a:pt x="429247" y="385749"/>
                </a:lnTo>
                <a:lnTo>
                  <a:pt x="561162" y="397446"/>
                </a:lnTo>
                <a:lnTo>
                  <a:pt x="702792" y="401535"/>
                </a:lnTo>
                <a:lnTo>
                  <a:pt x="844435" y="397446"/>
                </a:lnTo>
                <a:lnTo>
                  <a:pt x="976363" y="385749"/>
                </a:lnTo>
                <a:lnTo>
                  <a:pt x="1095743" y="367233"/>
                </a:lnTo>
                <a:lnTo>
                  <a:pt x="1199756" y="342722"/>
                </a:lnTo>
                <a:lnTo>
                  <a:pt x="1285570" y="312991"/>
                </a:lnTo>
                <a:lnTo>
                  <a:pt x="1320774" y="296443"/>
                </a:lnTo>
                <a:lnTo>
                  <a:pt x="1374000" y="260438"/>
                </a:lnTo>
                <a:lnTo>
                  <a:pt x="1401965" y="221259"/>
                </a:lnTo>
                <a:lnTo>
                  <a:pt x="1405597" y="200723"/>
                </a:lnTo>
                <a:close/>
              </a:path>
            </a:pathLst>
          </a:custGeom>
          <a:solidFill>
            <a:srgbClr val="006E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386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10" dirty="0"/>
              <a:t>warehouse?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45819" y="1774566"/>
            <a:ext cx="7487920" cy="1908175"/>
            <a:chOff x="845819" y="1774566"/>
            <a:chExt cx="7487920" cy="1908175"/>
          </a:xfrm>
        </p:grpSpPr>
        <p:sp>
          <p:nvSpPr>
            <p:cNvPr id="4" name="object 4"/>
            <p:cNvSpPr/>
            <p:nvPr/>
          </p:nvSpPr>
          <p:spPr>
            <a:xfrm>
              <a:off x="3872573" y="1774570"/>
              <a:ext cx="1405890" cy="1908175"/>
            </a:xfrm>
            <a:custGeom>
              <a:avLst/>
              <a:gdLst/>
              <a:ahLst/>
              <a:cxnLst/>
              <a:rect l="l" t="t" r="r" b="b"/>
              <a:pathLst>
                <a:path w="1405889" h="1908175">
                  <a:moveTo>
                    <a:pt x="1405597" y="1305153"/>
                  </a:moveTo>
                  <a:lnTo>
                    <a:pt x="1391259" y="1345501"/>
                  </a:lnTo>
                  <a:lnTo>
                    <a:pt x="1350137" y="1383131"/>
                  </a:lnTo>
                  <a:lnTo>
                    <a:pt x="1285151" y="1417231"/>
                  </a:lnTo>
                  <a:lnTo>
                    <a:pt x="1255001" y="1428737"/>
                  </a:lnTo>
                  <a:lnTo>
                    <a:pt x="1255001" y="1656575"/>
                  </a:lnTo>
                  <a:lnTo>
                    <a:pt x="1251394" y="1677123"/>
                  </a:lnTo>
                  <a:lnTo>
                    <a:pt x="1241196" y="1692960"/>
                  </a:lnTo>
                  <a:lnTo>
                    <a:pt x="1225346" y="1703158"/>
                  </a:lnTo>
                  <a:lnTo>
                    <a:pt x="1204798" y="1706778"/>
                  </a:lnTo>
                  <a:lnTo>
                    <a:pt x="1184249" y="1703158"/>
                  </a:lnTo>
                  <a:lnTo>
                    <a:pt x="1168400" y="1692960"/>
                  </a:lnTo>
                  <a:lnTo>
                    <a:pt x="1158201" y="1677123"/>
                  </a:lnTo>
                  <a:lnTo>
                    <a:pt x="1154595" y="1656575"/>
                  </a:lnTo>
                  <a:lnTo>
                    <a:pt x="1158201" y="1636014"/>
                  </a:lnTo>
                  <a:lnTo>
                    <a:pt x="1168400" y="1620177"/>
                  </a:lnTo>
                  <a:lnTo>
                    <a:pt x="1184249" y="1609979"/>
                  </a:lnTo>
                  <a:lnTo>
                    <a:pt x="1204798" y="1606372"/>
                  </a:lnTo>
                  <a:lnTo>
                    <a:pt x="1225346" y="1609979"/>
                  </a:lnTo>
                  <a:lnTo>
                    <a:pt x="1241196" y="1620177"/>
                  </a:lnTo>
                  <a:lnTo>
                    <a:pt x="1251394" y="1636014"/>
                  </a:lnTo>
                  <a:lnTo>
                    <a:pt x="1255001" y="1656575"/>
                  </a:lnTo>
                  <a:lnTo>
                    <a:pt x="1255001" y="1428737"/>
                  </a:lnTo>
                  <a:lnTo>
                    <a:pt x="1199146" y="1446974"/>
                  </a:lnTo>
                  <a:lnTo>
                    <a:pt x="1149172" y="1459966"/>
                  </a:lnTo>
                  <a:lnTo>
                    <a:pt x="1095032" y="1471549"/>
                  </a:lnTo>
                  <a:lnTo>
                    <a:pt x="1037082" y="1481632"/>
                  </a:lnTo>
                  <a:lnTo>
                    <a:pt x="975677" y="1490116"/>
                  </a:lnTo>
                  <a:lnTo>
                    <a:pt x="911199" y="1496898"/>
                  </a:lnTo>
                  <a:lnTo>
                    <a:pt x="843978" y="1501863"/>
                  </a:lnTo>
                  <a:lnTo>
                    <a:pt x="774395" y="1504924"/>
                  </a:lnTo>
                  <a:lnTo>
                    <a:pt x="702792" y="1505966"/>
                  </a:lnTo>
                  <a:lnTo>
                    <a:pt x="631202" y="1504924"/>
                  </a:lnTo>
                  <a:lnTo>
                    <a:pt x="561619" y="1501863"/>
                  </a:lnTo>
                  <a:lnTo>
                    <a:pt x="494398" y="1496898"/>
                  </a:lnTo>
                  <a:lnTo>
                    <a:pt x="429920" y="1490116"/>
                  </a:lnTo>
                  <a:lnTo>
                    <a:pt x="368515" y="1481632"/>
                  </a:lnTo>
                  <a:lnTo>
                    <a:pt x="310565" y="1471549"/>
                  </a:lnTo>
                  <a:lnTo>
                    <a:pt x="256425" y="1459966"/>
                  </a:lnTo>
                  <a:lnTo>
                    <a:pt x="206451" y="1446974"/>
                  </a:lnTo>
                  <a:lnTo>
                    <a:pt x="160997" y="1432699"/>
                  </a:lnTo>
                  <a:lnTo>
                    <a:pt x="120446" y="1417231"/>
                  </a:lnTo>
                  <a:lnTo>
                    <a:pt x="85140" y="1400670"/>
                  </a:lnTo>
                  <a:lnTo>
                    <a:pt x="31737" y="1364703"/>
                  </a:lnTo>
                  <a:lnTo>
                    <a:pt x="3644" y="1325613"/>
                  </a:lnTo>
                  <a:lnTo>
                    <a:pt x="0" y="1305153"/>
                  </a:lnTo>
                  <a:lnTo>
                    <a:pt x="0" y="1706778"/>
                  </a:lnTo>
                  <a:lnTo>
                    <a:pt x="14338" y="1747113"/>
                  </a:lnTo>
                  <a:lnTo>
                    <a:pt x="55460" y="1784743"/>
                  </a:lnTo>
                  <a:lnTo>
                    <a:pt x="120446" y="1818843"/>
                  </a:lnTo>
                  <a:lnTo>
                    <a:pt x="160997" y="1834311"/>
                  </a:lnTo>
                  <a:lnTo>
                    <a:pt x="206451" y="1848586"/>
                  </a:lnTo>
                  <a:lnTo>
                    <a:pt x="256425" y="1861578"/>
                  </a:lnTo>
                  <a:lnTo>
                    <a:pt x="310565" y="1873161"/>
                  </a:lnTo>
                  <a:lnTo>
                    <a:pt x="368515" y="1883244"/>
                  </a:lnTo>
                  <a:lnTo>
                    <a:pt x="429920" y="1891728"/>
                  </a:lnTo>
                  <a:lnTo>
                    <a:pt x="494398" y="1898510"/>
                  </a:lnTo>
                  <a:lnTo>
                    <a:pt x="561619" y="1903476"/>
                  </a:lnTo>
                  <a:lnTo>
                    <a:pt x="631202" y="1906536"/>
                  </a:lnTo>
                  <a:lnTo>
                    <a:pt x="702805" y="1907578"/>
                  </a:lnTo>
                  <a:lnTo>
                    <a:pt x="774395" y="1906536"/>
                  </a:lnTo>
                  <a:lnTo>
                    <a:pt x="843978" y="1903476"/>
                  </a:lnTo>
                  <a:lnTo>
                    <a:pt x="911199" y="1898510"/>
                  </a:lnTo>
                  <a:lnTo>
                    <a:pt x="975677" y="1891728"/>
                  </a:lnTo>
                  <a:lnTo>
                    <a:pt x="1037082" y="1883244"/>
                  </a:lnTo>
                  <a:lnTo>
                    <a:pt x="1095032" y="1873161"/>
                  </a:lnTo>
                  <a:lnTo>
                    <a:pt x="1149172" y="1861578"/>
                  </a:lnTo>
                  <a:lnTo>
                    <a:pt x="1199146" y="1848586"/>
                  </a:lnTo>
                  <a:lnTo>
                    <a:pt x="1244600" y="1834311"/>
                  </a:lnTo>
                  <a:lnTo>
                    <a:pt x="1285151" y="1818843"/>
                  </a:lnTo>
                  <a:lnTo>
                    <a:pt x="1320457" y="1802282"/>
                  </a:lnTo>
                  <a:lnTo>
                    <a:pt x="1373860" y="1766316"/>
                  </a:lnTo>
                  <a:lnTo>
                    <a:pt x="1401953" y="1727225"/>
                  </a:lnTo>
                  <a:lnTo>
                    <a:pt x="1405597" y="1706778"/>
                  </a:lnTo>
                  <a:lnTo>
                    <a:pt x="1405597" y="1606372"/>
                  </a:lnTo>
                  <a:lnTo>
                    <a:pt x="1405597" y="1505966"/>
                  </a:lnTo>
                  <a:lnTo>
                    <a:pt x="1405597" y="1305153"/>
                  </a:lnTo>
                  <a:close/>
                </a:path>
                <a:path w="1405889" h="1908175">
                  <a:moveTo>
                    <a:pt x="1405597" y="803148"/>
                  </a:moveTo>
                  <a:lnTo>
                    <a:pt x="1391259" y="843483"/>
                  </a:lnTo>
                  <a:lnTo>
                    <a:pt x="1350137" y="881113"/>
                  </a:lnTo>
                  <a:lnTo>
                    <a:pt x="1285151" y="915212"/>
                  </a:lnTo>
                  <a:lnTo>
                    <a:pt x="1255001" y="926719"/>
                  </a:lnTo>
                  <a:lnTo>
                    <a:pt x="1255001" y="1154557"/>
                  </a:lnTo>
                  <a:lnTo>
                    <a:pt x="1251394" y="1175105"/>
                  </a:lnTo>
                  <a:lnTo>
                    <a:pt x="1241196" y="1190955"/>
                  </a:lnTo>
                  <a:lnTo>
                    <a:pt x="1225346" y="1201153"/>
                  </a:lnTo>
                  <a:lnTo>
                    <a:pt x="1204798" y="1204760"/>
                  </a:lnTo>
                  <a:lnTo>
                    <a:pt x="1184249" y="1201153"/>
                  </a:lnTo>
                  <a:lnTo>
                    <a:pt x="1168400" y="1190955"/>
                  </a:lnTo>
                  <a:lnTo>
                    <a:pt x="1158201" y="1175105"/>
                  </a:lnTo>
                  <a:lnTo>
                    <a:pt x="1154595" y="1154557"/>
                  </a:lnTo>
                  <a:lnTo>
                    <a:pt x="1158201" y="1134008"/>
                  </a:lnTo>
                  <a:lnTo>
                    <a:pt x="1168400" y="1118158"/>
                  </a:lnTo>
                  <a:lnTo>
                    <a:pt x="1184249" y="1107960"/>
                  </a:lnTo>
                  <a:lnTo>
                    <a:pt x="1204798" y="1104353"/>
                  </a:lnTo>
                  <a:lnTo>
                    <a:pt x="1225346" y="1107960"/>
                  </a:lnTo>
                  <a:lnTo>
                    <a:pt x="1241196" y="1118158"/>
                  </a:lnTo>
                  <a:lnTo>
                    <a:pt x="1251394" y="1134008"/>
                  </a:lnTo>
                  <a:lnTo>
                    <a:pt x="1255001" y="1154557"/>
                  </a:lnTo>
                  <a:lnTo>
                    <a:pt x="1255001" y="926719"/>
                  </a:lnTo>
                  <a:lnTo>
                    <a:pt x="1199146" y="944968"/>
                  </a:lnTo>
                  <a:lnTo>
                    <a:pt x="1149172" y="957948"/>
                  </a:lnTo>
                  <a:lnTo>
                    <a:pt x="1095032" y="969530"/>
                  </a:lnTo>
                  <a:lnTo>
                    <a:pt x="1037082" y="979627"/>
                  </a:lnTo>
                  <a:lnTo>
                    <a:pt x="975677" y="988110"/>
                  </a:lnTo>
                  <a:lnTo>
                    <a:pt x="911199" y="994879"/>
                  </a:lnTo>
                  <a:lnTo>
                    <a:pt x="843978" y="999845"/>
                  </a:lnTo>
                  <a:lnTo>
                    <a:pt x="774395" y="1002906"/>
                  </a:lnTo>
                  <a:lnTo>
                    <a:pt x="702792" y="1003947"/>
                  </a:lnTo>
                  <a:lnTo>
                    <a:pt x="631202" y="1002906"/>
                  </a:lnTo>
                  <a:lnTo>
                    <a:pt x="561619" y="999845"/>
                  </a:lnTo>
                  <a:lnTo>
                    <a:pt x="494398" y="994879"/>
                  </a:lnTo>
                  <a:lnTo>
                    <a:pt x="429920" y="988110"/>
                  </a:lnTo>
                  <a:lnTo>
                    <a:pt x="368515" y="979627"/>
                  </a:lnTo>
                  <a:lnTo>
                    <a:pt x="310565" y="969530"/>
                  </a:lnTo>
                  <a:lnTo>
                    <a:pt x="256425" y="957948"/>
                  </a:lnTo>
                  <a:lnTo>
                    <a:pt x="206451" y="944968"/>
                  </a:lnTo>
                  <a:lnTo>
                    <a:pt x="160997" y="930681"/>
                  </a:lnTo>
                  <a:lnTo>
                    <a:pt x="120446" y="915212"/>
                  </a:lnTo>
                  <a:lnTo>
                    <a:pt x="85140" y="898652"/>
                  </a:lnTo>
                  <a:lnTo>
                    <a:pt x="31737" y="862685"/>
                  </a:lnTo>
                  <a:lnTo>
                    <a:pt x="3644" y="823595"/>
                  </a:lnTo>
                  <a:lnTo>
                    <a:pt x="0" y="803148"/>
                  </a:lnTo>
                  <a:lnTo>
                    <a:pt x="0" y="1204760"/>
                  </a:lnTo>
                  <a:lnTo>
                    <a:pt x="14338" y="1245095"/>
                  </a:lnTo>
                  <a:lnTo>
                    <a:pt x="55460" y="1282725"/>
                  </a:lnTo>
                  <a:lnTo>
                    <a:pt x="120446" y="1316824"/>
                  </a:lnTo>
                  <a:lnTo>
                    <a:pt x="160997" y="1332293"/>
                  </a:lnTo>
                  <a:lnTo>
                    <a:pt x="206451" y="1346581"/>
                  </a:lnTo>
                  <a:lnTo>
                    <a:pt x="256425" y="1359560"/>
                  </a:lnTo>
                  <a:lnTo>
                    <a:pt x="310565" y="1371142"/>
                  </a:lnTo>
                  <a:lnTo>
                    <a:pt x="368515" y="1381239"/>
                  </a:lnTo>
                  <a:lnTo>
                    <a:pt x="429920" y="1389722"/>
                  </a:lnTo>
                  <a:lnTo>
                    <a:pt x="494398" y="1396492"/>
                  </a:lnTo>
                  <a:lnTo>
                    <a:pt x="561619" y="1401470"/>
                  </a:lnTo>
                  <a:lnTo>
                    <a:pt x="631202" y="1404518"/>
                  </a:lnTo>
                  <a:lnTo>
                    <a:pt x="702792" y="1405559"/>
                  </a:lnTo>
                  <a:lnTo>
                    <a:pt x="774395" y="1404518"/>
                  </a:lnTo>
                  <a:lnTo>
                    <a:pt x="843978" y="1401470"/>
                  </a:lnTo>
                  <a:lnTo>
                    <a:pt x="911199" y="1396492"/>
                  </a:lnTo>
                  <a:lnTo>
                    <a:pt x="975677" y="1389722"/>
                  </a:lnTo>
                  <a:lnTo>
                    <a:pt x="1037082" y="1381239"/>
                  </a:lnTo>
                  <a:lnTo>
                    <a:pt x="1095032" y="1371142"/>
                  </a:lnTo>
                  <a:lnTo>
                    <a:pt x="1149172" y="1359560"/>
                  </a:lnTo>
                  <a:lnTo>
                    <a:pt x="1199146" y="1346581"/>
                  </a:lnTo>
                  <a:lnTo>
                    <a:pt x="1244600" y="1332293"/>
                  </a:lnTo>
                  <a:lnTo>
                    <a:pt x="1285151" y="1316824"/>
                  </a:lnTo>
                  <a:lnTo>
                    <a:pt x="1320457" y="1300264"/>
                  </a:lnTo>
                  <a:lnTo>
                    <a:pt x="1373860" y="1264297"/>
                  </a:lnTo>
                  <a:lnTo>
                    <a:pt x="1401953" y="1225207"/>
                  </a:lnTo>
                  <a:lnTo>
                    <a:pt x="1405597" y="1204760"/>
                  </a:lnTo>
                  <a:lnTo>
                    <a:pt x="1405597" y="1104353"/>
                  </a:lnTo>
                  <a:lnTo>
                    <a:pt x="1405597" y="1003947"/>
                  </a:lnTo>
                  <a:lnTo>
                    <a:pt x="1405597" y="803148"/>
                  </a:lnTo>
                  <a:close/>
                </a:path>
                <a:path w="1405889" h="1908175">
                  <a:moveTo>
                    <a:pt x="1405597" y="301129"/>
                  </a:moveTo>
                  <a:lnTo>
                    <a:pt x="1391259" y="341464"/>
                  </a:lnTo>
                  <a:lnTo>
                    <a:pt x="1350137" y="379095"/>
                  </a:lnTo>
                  <a:lnTo>
                    <a:pt x="1285151" y="413194"/>
                  </a:lnTo>
                  <a:lnTo>
                    <a:pt x="1255001" y="424700"/>
                  </a:lnTo>
                  <a:lnTo>
                    <a:pt x="1255001" y="652538"/>
                  </a:lnTo>
                  <a:lnTo>
                    <a:pt x="1251394" y="673087"/>
                  </a:lnTo>
                  <a:lnTo>
                    <a:pt x="1241196" y="688936"/>
                  </a:lnTo>
                  <a:lnTo>
                    <a:pt x="1225346" y="699135"/>
                  </a:lnTo>
                  <a:lnTo>
                    <a:pt x="1204798" y="702741"/>
                  </a:lnTo>
                  <a:lnTo>
                    <a:pt x="1184249" y="699135"/>
                  </a:lnTo>
                  <a:lnTo>
                    <a:pt x="1168400" y="688936"/>
                  </a:lnTo>
                  <a:lnTo>
                    <a:pt x="1158201" y="673087"/>
                  </a:lnTo>
                  <a:lnTo>
                    <a:pt x="1154595" y="652538"/>
                  </a:lnTo>
                  <a:lnTo>
                    <a:pt x="1158201" y="631990"/>
                  </a:lnTo>
                  <a:lnTo>
                    <a:pt x="1168400" y="616140"/>
                  </a:lnTo>
                  <a:lnTo>
                    <a:pt x="1184249" y="605942"/>
                  </a:lnTo>
                  <a:lnTo>
                    <a:pt x="1204798" y="602335"/>
                  </a:lnTo>
                  <a:lnTo>
                    <a:pt x="1225346" y="605942"/>
                  </a:lnTo>
                  <a:lnTo>
                    <a:pt x="1241196" y="616140"/>
                  </a:lnTo>
                  <a:lnTo>
                    <a:pt x="1251394" y="631990"/>
                  </a:lnTo>
                  <a:lnTo>
                    <a:pt x="1255001" y="652538"/>
                  </a:lnTo>
                  <a:lnTo>
                    <a:pt x="1255001" y="424700"/>
                  </a:lnTo>
                  <a:lnTo>
                    <a:pt x="1199146" y="442950"/>
                  </a:lnTo>
                  <a:lnTo>
                    <a:pt x="1149172" y="455930"/>
                  </a:lnTo>
                  <a:lnTo>
                    <a:pt x="1095032" y="467512"/>
                  </a:lnTo>
                  <a:lnTo>
                    <a:pt x="1037082" y="477608"/>
                  </a:lnTo>
                  <a:lnTo>
                    <a:pt x="975677" y="486092"/>
                  </a:lnTo>
                  <a:lnTo>
                    <a:pt x="911199" y="492861"/>
                  </a:lnTo>
                  <a:lnTo>
                    <a:pt x="843978" y="497840"/>
                  </a:lnTo>
                  <a:lnTo>
                    <a:pt x="774395" y="500888"/>
                  </a:lnTo>
                  <a:lnTo>
                    <a:pt x="702792" y="501929"/>
                  </a:lnTo>
                  <a:lnTo>
                    <a:pt x="631202" y="500888"/>
                  </a:lnTo>
                  <a:lnTo>
                    <a:pt x="561619" y="497840"/>
                  </a:lnTo>
                  <a:lnTo>
                    <a:pt x="494398" y="492861"/>
                  </a:lnTo>
                  <a:lnTo>
                    <a:pt x="429920" y="486092"/>
                  </a:lnTo>
                  <a:lnTo>
                    <a:pt x="368515" y="477608"/>
                  </a:lnTo>
                  <a:lnTo>
                    <a:pt x="310565" y="467512"/>
                  </a:lnTo>
                  <a:lnTo>
                    <a:pt x="256425" y="455930"/>
                  </a:lnTo>
                  <a:lnTo>
                    <a:pt x="206451" y="442950"/>
                  </a:lnTo>
                  <a:lnTo>
                    <a:pt x="160997" y="428663"/>
                  </a:lnTo>
                  <a:lnTo>
                    <a:pt x="120446" y="413194"/>
                  </a:lnTo>
                  <a:lnTo>
                    <a:pt x="85140" y="396646"/>
                  </a:lnTo>
                  <a:lnTo>
                    <a:pt x="31737" y="360667"/>
                  </a:lnTo>
                  <a:lnTo>
                    <a:pt x="3644" y="321589"/>
                  </a:lnTo>
                  <a:lnTo>
                    <a:pt x="0" y="301129"/>
                  </a:lnTo>
                  <a:lnTo>
                    <a:pt x="0" y="702741"/>
                  </a:lnTo>
                  <a:lnTo>
                    <a:pt x="14338" y="743077"/>
                  </a:lnTo>
                  <a:lnTo>
                    <a:pt x="55460" y="780707"/>
                  </a:lnTo>
                  <a:lnTo>
                    <a:pt x="120446" y="814806"/>
                  </a:lnTo>
                  <a:lnTo>
                    <a:pt x="160997" y="830275"/>
                  </a:lnTo>
                  <a:lnTo>
                    <a:pt x="206451" y="844562"/>
                  </a:lnTo>
                  <a:lnTo>
                    <a:pt x="256425" y="857542"/>
                  </a:lnTo>
                  <a:lnTo>
                    <a:pt x="310565" y="869137"/>
                  </a:lnTo>
                  <a:lnTo>
                    <a:pt x="368515" y="879221"/>
                  </a:lnTo>
                  <a:lnTo>
                    <a:pt x="429920" y="887704"/>
                  </a:lnTo>
                  <a:lnTo>
                    <a:pt x="494398" y="894473"/>
                  </a:lnTo>
                  <a:lnTo>
                    <a:pt x="561619" y="899452"/>
                  </a:lnTo>
                  <a:lnTo>
                    <a:pt x="631202" y="902500"/>
                  </a:lnTo>
                  <a:lnTo>
                    <a:pt x="702792" y="903541"/>
                  </a:lnTo>
                  <a:lnTo>
                    <a:pt x="774395" y="902500"/>
                  </a:lnTo>
                  <a:lnTo>
                    <a:pt x="843978" y="899452"/>
                  </a:lnTo>
                  <a:lnTo>
                    <a:pt x="911199" y="894473"/>
                  </a:lnTo>
                  <a:lnTo>
                    <a:pt x="975677" y="887704"/>
                  </a:lnTo>
                  <a:lnTo>
                    <a:pt x="1037082" y="879221"/>
                  </a:lnTo>
                  <a:lnTo>
                    <a:pt x="1095032" y="869137"/>
                  </a:lnTo>
                  <a:lnTo>
                    <a:pt x="1149172" y="857542"/>
                  </a:lnTo>
                  <a:lnTo>
                    <a:pt x="1199146" y="844562"/>
                  </a:lnTo>
                  <a:lnTo>
                    <a:pt x="1244600" y="830275"/>
                  </a:lnTo>
                  <a:lnTo>
                    <a:pt x="1285151" y="814806"/>
                  </a:lnTo>
                  <a:lnTo>
                    <a:pt x="1320457" y="798258"/>
                  </a:lnTo>
                  <a:lnTo>
                    <a:pt x="1373860" y="762279"/>
                  </a:lnTo>
                  <a:lnTo>
                    <a:pt x="1401953" y="723201"/>
                  </a:lnTo>
                  <a:lnTo>
                    <a:pt x="1405597" y="702741"/>
                  </a:lnTo>
                  <a:lnTo>
                    <a:pt x="1405597" y="602335"/>
                  </a:lnTo>
                  <a:lnTo>
                    <a:pt x="1405597" y="501929"/>
                  </a:lnTo>
                  <a:lnTo>
                    <a:pt x="1405597" y="301129"/>
                  </a:lnTo>
                  <a:close/>
                </a:path>
                <a:path w="1405889" h="1908175">
                  <a:moveTo>
                    <a:pt x="1405597" y="200723"/>
                  </a:moveTo>
                  <a:lnTo>
                    <a:pt x="1391323" y="160261"/>
                  </a:lnTo>
                  <a:lnTo>
                    <a:pt x="1350365" y="122567"/>
                  </a:lnTo>
                  <a:lnTo>
                    <a:pt x="1285570" y="88480"/>
                  </a:lnTo>
                  <a:lnTo>
                    <a:pt x="1199756" y="58775"/>
                  </a:lnTo>
                  <a:lnTo>
                    <a:pt x="1095743" y="34264"/>
                  </a:lnTo>
                  <a:lnTo>
                    <a:pt x="976363" y="15773"/>
                  </a:lnTo>
                  <a:lnTo>
                    <a:pt x="844435" y="4076"/>
                  </a:lnTo>
                  <a:lnTo>
                    <a:pt x="702792" y="0"/>
                  </a:lnTo>
                  <a:lnTo>
                    <a:pt x="561162" y="4076"/>
                  </a:lnTo>
                  <a:lnTo>
                    <a:pt x="429247" y="15773"/>
                  </a:lnTo>
                  <a:lnTo>
                    <a:pt x="309867" y="34264"/>
                  </a:lnTo>
                  <a:lnTo>
                    <a:pt x="205854" y="58775"/>
                  </a:lnTo>
                  <a:lnTo>
                    <a:pt x="120027" y="88480"/>
                  </a:lnTo>
                  <a:lnTo>
                    <a:pt x="84823" y="105029"/>
                  </a:lnTo>
                  <a:lnTo>
                    <a:pt x="31597" y="141020"/>
                  </a:lnTo>
                  <a:lnTo>
                    <a:pt x="3632" y="180187"/>
                  </a:lnTo>
                  <a:lnTo>
                    <a:pt x="0" y="200723"/>
                  </a:lnTo>
                  <a:lnTo>
                    <a:pt x="3632" y="221259"/>
                  </a:lnTo>
                  <a:lnTo>
                    <a:pt x="31597" y="260438"/>
                  </a:lnTo>
                  <a:lnTo>
                    <a:pt x="84823" y="296443"/>
                  </a:lnTo>
                  <a:lnTo>
                    <a:pt x="120027" y="312991"/>
                  </a:lnTo>
                  <a:lnTo>
                    <a:pt x="205854" y="342722"/>
                  </a:lnTo>
                  <a:lnTo>
                    <a:pt x="309867" y="367233"/>
                  </a:lnTo>
                  <a:lnTo>
                    <a:pt x="429247" y="385749"/>
                  </a:lnTo>
                  <a:lnTo>
                    <a:pt x="561162" y="397446"/>
                  </a:lnTo>
                  <a:lnTo>
                    <a:pt x="702792" y="401535"/>
                  </a:lnTo>
                  <a:lnTo>
                    <a:pt x="844435" y="397446"/>
                  </a:lnTo>
                  <a:lnTo>
                    <a:pt x="976363" y="385749"/>
                  </a:lnTo>
                  <a:lnTo>
                    <a:pt x="1095743" y="367233"/>
                  </a:lnTo>
                  <a:lnTo>
                    <a:pt x="1199756" y="342722"/>
                  </a:lnTo>
                  <a:lnTo>
                    <a:pt x="1285570" y="312991"/>
                  </a:lnTo>
                  <a:lnTo>
                    <a:pt x="1320774" y="296443"/>
                  </a:lnTo>
                  <a:lnTo>
                    <a:pt x="1374000" y="260438"/>
                  </a:lnTo>
                  <a:lnTo>
                    <a:pt x="1401965" y="221259"/>
                  </a:lnTo>
                  <a:lnTo>
                    <a:pt x="1405597" y="200723"/>
                  </a:lnTo>
                  <a:close/>
                </a:path>
              </a:pathLst>
            </a:custGeom>
            <a:solidFill>
              <a:srgbClr val="006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5819" y="2243327"/>
              <a:ext cx="7447788" cy="13091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0683" y="2218943"/>
              <a:ext cx="7432548" cy="142189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93063" y="2267711"/>
              <a:ext cx="7358380" cy="1219200"/>
            </a:xfrm>
            <a:custGeom>
              <a:avLst/>
              <a:gdLst/>
              <a:ahLst/>
              <a:cxnLst/>
              <a:rect l="l" t="t" r="r" b="b"/>
              <a:pathLst>
                <a:path w="7358380" h="1219200">
                  <a:moveTo>
                    <a:pt x="7357872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7357872" y="1219200"/>
                  </a:lnTo>
                  <a:lnTo>
                    <a:pt x="7357872" y="0"/>
                  </a:lnTo>
                  <a:close/>
                </a:path>
              </a:pathLst>
            </a:custGeom>
            <a:solidFill>
              <a:srgbClr val="404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93063" y="2267711"/>
            <a:ext cx="7358380" cy="1219200"/>
          </a:xfrm>
          <a:prstGeom prst="rect">
            <a:avLst/>
          </a:prstGeom>
          <a:ln w="9525">
            <a:solidFill>
              <a:srgbClr val="373737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2616835" marR="283845" indent="-2322830">
              <a:lnSpc>
                <a:spcPct val="100000"/>
              </a:lnSpc>
              <a:spcBef>
                <a:spcPts val="520"/>
              </a:spcBef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3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that</a:t>
            </a:r>
            <a:r>
              <a:rPr sz="3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used</a:t>
            </a:r>
            <a:r>
              <a:rPr sz="3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3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reporting</a:t>
            </a:r>
            <a:r>
              <a:rPr sz="3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32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71600">
              <a:lnSpc>
                <a:spcPct val="100000"/>
              </a:lnSpc>
              <a:spcBef>
                <a:spcPts val="105"/>
              </a:spcBef>
            </a:pPr>
            <a:r>
              <a:rPr dirty="0"/>
              <a:t>Different </a:t>
            </a:r>
            <a:r>
              <a:rPr spc="-10" dirty="0"/>
              <a:t>layers</a:t>
            </a:r>
          </a:p>
        </p:txBody>
      </p:sp>
      <p:sp>
        <p:nvSpPr>
          <p:cNvPr id="3" name="object 3"/>
          <p:cNvSpPr/>
          <p:nvPr/>
        </p:nvSpPr>
        <p:spPr>
          <a:xfrm>
            <a:off x="4250868" y="1239037"/>
            <a:ext cx="780415" cy="1060450"/>
          </a:xfrm>
          <a:custGeom>
            <a:avLst/>
            <a:gdLst/>
            <a:ahLst/>
            <a:cxnLst/>
            <a:rect l="l" t="t" r="r" b="b"/>
            <a:pathLst>
              <a:path w="780414" h="1060450">
                <a:moveTo>
                  <a:pt x="780097" y="725182"/>
                </a:moveTo>
                <a:lnTo>
                  <a:pt x="773785" y="745172"/>
                </a:lnTo>
                <a:lnTo>
                  <a:pt x="755586" y="764019"/>
                </a:lnTo>
                <a:lnTo>
                  <a:pt x="726643" y="781380"/>
                </a:lnTo>
                <a:lnTo>
                  <a:pt x="696518" y="793559"/>
                </a:lnTo>
                <a:lnTo>
                  <a:pt x="696518" y="920445"/>
                </a:lnTo>
                <a:lnTo>
                  <a:pt x="694512" y="931862"/>
                </a:lnTo>
                <a:lnTo>
                  <a:pt x="688848" y="940663"/>
                </a:lnTo>
                <a:lnTo>
                  <a:pt x="680059" y="946327"/>
                </a:lnTo>
                <a:lnTo>
                  <a:pt x="668655" y="948334"/>
                </a:lnTo>
                <a:lnTo>
                  <a:pt x="657250" y="946327"/>
                </a:lnTo>
                <a:lnTo>
                  <a:pt x="648462" y="940663"/>
                </a:lnTo>
                <a:lnTo>
                  <a:pt x="642797" y="931862"/>
                </a:lnTo>
                <a:lnTo>
                  <a:pt x="640791" y="920445"/>
                </a:lnTo>
                <a:lnTo>
                  <a:pt x="642797" y="909015"/>
                </a:lnTo>
                <a:lnTo>
                  <a:pt x="648462" y="900214"/>
                </a:lnTo>
                <a:lnTo>
                  <a:pt x="657250" y="894549"/>
                </a:lnTo>
                <a:lnTo>
                  <a:pt x="668655" y="892543"/>
                </a:lnTo>
                <a:lnTo>
                  <a:pt x="680059" y="894549"/>
                </a:lnTo>
                <a:lnTo>
                  <a:pt x="688848" y="900214"/>
                </a:lnTo>
                <a:lnTo>
                  <a:pt x="694512" y="909015"/>
                </a:lnTo>
                <a:lnTo>
                  <a:pt x="696518" y="920445"/>
                </a:lnTo>
                <a:lnTo>
                  <a:pt x="696518" y="793559"/>
                </a:lnTo>
                <a:lnTo>
                  <a:pt x="640981" y="810437"/>
                </a:lnTo>
                <a:lnTo>
                  <a:pt x="586511" y="821474"/>
                </a:lnTo>
                <a:lnTo>
                  <a:pt x="525792" y="829754"/>
                </a:lnTo>
                <a:lnTo>
                  <a:pt x="459930" y="834948"/>
                </a:lnTo>
                <a:lnTo>
                  <a:pt x="390042" y="836764"/>
                </a:lnTo>
                <a:lnTo>
                  <a:pt x="320167" y="834948"/>
                </a:lnTo>
                <a:lnTo>
                  <a:pt x="254304" y="829754"/>
                </a:lnTo>
                <a:lnTo>
                  <a:pt x="193573" y="821474"/>
                </a:lnTo>
                <a:lnTo>
                  <a:pt x="139115" y="810437"/>
                </a:lnTo>
                <a:lnTo>
                  <a:pt x="92024" y="796963"/>
                </a:lnTo>
                <a:lnTo>
                  <a:pt x="53454" y="781380"/>
                </a:lnTo>
                <a:lnTo>
                  <a:pt x="6311" y="745172"/>
                </a:lnTo>
                <a:lnTo>
                  <a:pt x="0" y="725182"/>
                </a:lnTo>
                <a:lnTo>
                  <a:pt x="0" y="948334"/>
                </a:lnTo>
                <a:lnTo>
                  <a:pt x="24498" y="987158"/>
                </a:lnTo>
                <a:lnTo>
                  <a:pt x="92024" y="1020114"/>
                </a:lnTo>
                <a:lnTo>
                  <a:pt x="139115" y="1033576"/>
                </a:lnTo>
                <a:lnTo>
                  <a:pt x="193573" y="1044613"/>
                </a:lnTo>
                <a:lnTo>
                  <a:pt x="254304" y="1052893"/>
                </a:lnTo>
                <a:lnTo>
                  <a:pt x="320167" y="1058100"/>
                </a:lnTo>
                <a:lnTo>
                  <a:pt x="390042" y="1059903"/>
                </a:lnTo>
                <a:lnTo>
                  <a:pt x="459930" y="1058100"/>
                </a:lnTo>
                <a:lnTo>
                  <a:pt x="525792" y="1052893"/>
                </a:lnTo>
                <a:lnTo>
                  <a:pt x="586511" y="1044613"/>
                </a:lnTo>
                <a:lnTo>
                  <a:pt x="640981" y="1033576"/>
                </a:lnTo>
                <a:lnTo>
                  <a:pt x="688073" y="1020114"/>
                </a:lnTo>
                <a:lnTo>
                  <a:pt x="726643" y="1004531"/>
                </a:lnTo>
                <a:lnTo>
                  <a:pt x="773785" y="968324"/>
                </a:lnTo>
                <a:lnTo>
                  <a:pt x="780097" y="948334"/>
                </a:lnTo>
                <a:lnTo>
                  <a:pt x="780097" y="892543"/>
                </a:lnTo>
                <a:lnTo>
                  <a:pt x="780097" y="836764"/>
                </a:lnTo>
                <a:lnTo>
                  <a:pt x="780097" y="725182"/>
                </a:lnTo>
                <a:close/>
              </a:path>
              <a:path w="780414" h="1060450">
                <a:moveTo>
                  <a:pt x="780097" y="446252"/>
                </a:moveTo>
                <a:lnTo>
                  <a:pt x="773785" y="466242"/>
                </a:lnTo>
                <a:lnTo>
                  <a:pt x="755586" y="485076"/>
                </a:lnTo>
                <a:lnTo>
                  <a:pt x="726643" y="502450"/>
                </a:lnTo>
                <a:lnTo>
                  <a:pt x="696518" y="514629"/>
                </a:lnTo>
                <a:lnTo>
                  <a:pt x="696518" y="641502"/>
                </a:lnTo>
                <a:lnTo>
                  <a:pt x="694512" y="652919"/>
                </a:lnTo>
                <a:lnTo>
                  <a:pt x="688848" y="661720"/>
                </a:lnTo>
                <a:lnTo>
                  <a:pt x="680059" y="667397"/>
                </a:lnTo>
                <a:lnTo>
                  <a:pt x="668655" y="669391"/>
                </a:lnTo>
                <a:lnTo>
                  <a:pt x="657250" y="667397"/>
                </a:lnTo>
                <a:lnTo>
                  <a:pt x="648449" y="661720"/>
                </a:lnTo>
                <a:lnTo>
                  <a:pt x="642797" y="652919"/>
                </a:lnTo>
                <a:lnTo>
                  <a:pt x="640791" y="641502"/>
                </a:lnTo>
                <a:lnTo>
                  <a:pt x="642797" y="630085"/>
                </a:lnTo>
                <a:lnTo>
                  <a:pt x="648449" y="621284"/>
                </a:lnTo>
                <a:lnTo>
                  <a:pt x="657250" y="615619"/>
                </a:lnTo>
                <a:lnTo>
                  <a:pt x="668655" y="613613"/>
                </a:lnTo>
                <a:lnTo>
                  <a:pt x="680059" y="615619"/>
                </a:lnTo>
                <a:lnTo>
                  <a:pt x="688848" y="621284"/>
                </a:lnTo>
                <a:lnTo>
                  <a:pt x="694512" y="630085"/>
                </a:lnTo>
                <a:lnTo>
                  <a:pt x="696518" y="641502"/>
                </a:lnTo>
                <a:lnTo>
                  <a:pt x="696518" y="514629"/>
                </a:lnTo>
                <a:lnTo>
                  <a:pt x="640981" y="531495"/>
                </a:lnTo>
                <a:lnTo>
                  <a:pt x="586511" y="542531"/>
                </a:lnTo>
                <a:lnTo>
                  <a:pt x="525792" y="550811"/>
                </a:lnTo>
                <a:lnTo>
                  <a:pt x="459930" y="556018"/>
                </a:lnTo>
                <a:lnTo>
                  <a:pt x="390042" y="557822"/>
                </a:lnTo>
                <a:lnTo>
                  <a:pt x="320167" y="556018"/>
                </a:lnTo>
                <a:lnTo>
                  <a:pt x="254304" y="550811"/>
                </a:lnTo>
                <a:lnTo>
                  <a:pt x="193573" y="542531"/>
                </a:lnTo>
                <a:lnTo>
                  <a:pt x="139115" y="531495"/>
                </a:lnTo>
                <a:lnTo>
                  <a:pt x="92024" y="518033"/>
                </a:lnTo>
                <a:lnTo>
                  <a:pt x="53454" y="502450"/>
                </a:lnTo>
                <a:lnTo>
                  <a:pt x="6311" y="466242"/>
                </a:lnTo>
                <a:lnTo>
                  <a:pt x="0" y="446252"/>
                </a:lnTo>
                <a:lnTo>
                  <a:pt x="0" y="669391"/>
                </a:lnTo>
                <a:lnTo>
                  <a:pt x="24498" y="708228"/>
                </a:lnTo>
                <a:lnTo>
                  <a:pt x="92024" y="741184"/>
                </a:lnTo>
                <a:lnTo>
                  <a:pt x="139115" y="754646"/>
                </a:lnTo>
                <a:lnTo>
                  <a:pt x="193573" y="765683"/>
                </a:lnTo>
                <a:lnTo>
                  <a:pt x="254304" y="773963"/>
                </a:lnTo>
                <a:lnTo>
                  <a:pt x="320167" y="779170"/>
                </a:lnTo>
                <a:lnTo>
                  <a:pt x="390042" y="780973"/>
                </a:lnTo>
                <a:lnTo>
                  <a:pt x="459930" y="779170"/>
                </a:lnTo>
                <a:lnTo>
                  <a:pt x="525792" y="773963"/>
                </a:lnTo>
                <a:lnTo>
                  <a:pt x="586511" y="765683"/>
                </a:lnTo>
                <a:lnTo>
                  <a:pt x="640981" y="754646"/>
                </a:lnTo>
                <a:lnTo>
                  <a:pt x="688073" y="741184"/>
                </a:lnTo>
                <a:lnTo>
                  <a:pt x="726643" y="725601"/>
                </a:lnTo>
                <a:lnTo>
                  <a:pt x="773785" y="689381"/>
                </a:lnTo>
                <a:lnTo>
                  <a:pt x="780097" y="669391"/>
                </a:lnTo>
                <a:lnTo>
                  <a:pt x="780097" y="613613"/>
                </a:lnTo>
                <a:lnTo>
                  <a:pt x="780097" y="557822"/>
                </a:lnTo>
                <a:lnTo>
                  <a:pt x="780097" y="446252"/>
                </a:lnTo>
                <a:close/>
              </a:path>
              <a:path w="780414" h="1060450">
                <a:moveTo>
                  <a:pt x="780097" y="167309"/>
                </a:moveTo>
                <a:lnTo>
                  <a:pt x="773785" y="187299"/>
                </a:lnTo>
                <a:lnTo>
                  <a:pt x="755586" y="206146"/>
                </a:lnTo>
                <a:lnTo>
                  <a:pt x="726643" y="223520"/>
                </a:lnTo>
                <a:lnTo>
                  <a:pt x="696518" y="235686"/>
                </a:lnTo>
                <a:lnTo>
                  <a:pt x="696518" y="362572"/>
                </a:lnTo>
                <a:lnTo>
                  <a:pt x="694512" y="373989"/>
                </a:lnTo>
                <a:lnTo>
                  <a:pt x="688848" y="382790"/>
                </a:lnTo>
                <a:lnTo>
                  <a:pt x="680059" y="388454"/>
                </a:lnTo>
                <a:lnTo>
                  <a:pt x="668655" y="390461"/>
                </a:lnTo>
                <a:lnTo>
                  <a:pt x="657250" y="388454"/>
                </a:lnTo>
                <a:lnTo>
                  <a:pt x="648449" y="382790"/>
                </a:lnTo>
                <a:lnTo>
                  <a:pt x="642797" y="373989"/>
                </a:lnTo>
                <a:lnTo>
                  <a:pt x="640791" y="362572"/>
                </a:lnTo>
                <a:lnTo>
                  <a:pt x="642797" y="351155"/>
                </a:lnTo>
                <a:lnTo>
                  <a:pt x="648449" y="342341"/>
                </a:lnTo>
                <a:lnTo>
                  <a:pt x="657250" y="336677"/>
                </a:lnTo>
                <a:lnTo>
                  <a:pt x="668655" y="334670"/>
                </a:lnTo>
                <a:lnTo>
                  <a:pt x="680059" y="336677"/>
                </a:lnTo>
                <a:lnTo>
                  <a:pt x="688848" y="342341"/>
                </a:lnTo>
                <a:lnTo>
                  <a:pt x="694512" y="351155"/>
                </a:lnTo>
                <a:lnTo>
                  <a:pt x="696518" y="362572"/>
                </a:lnTo>
                <a:lnTo>
                  <a:pt x="696518" y="235686"/>
                </a:lnTo>
                <a:lnTo>
                  <a:pt x="640981" y="252564"/>
                </a:lnTo>
                <a:lnTo>
                  <a:pt x="586511" y="263601"/>
                </a:lnTo>
                <a:lnTo>
                  <a:pt x="525792" y="271881"/>
                </a:lnTo>
                <a:lnTo>
                  <a:pt x="459930" y="277075"/>
                </a:lnTo>
                <a:lnTo>
                  <a:pt x="390042" y="278892"/>
                </a:lnTo>
                <a:lnTo>
                  <a:pt x="320167" y="277075"/>
                </a:lnTo>
                <a:lnTo>
                  <a:pt x="254304" y="271881"/>
                </a:lnTo>
                <a:lnTo>
                  <a:pt x="193573" y="263601"/>
                </a:lnTo>
                <a:lnTo>
                  <a:pt x="139115" y="252564"/>
                </a:lnTo>
                <a:lnTo>
                  <a:pt x="92024" y="239090"/>
                </a:lnTo>
                <a:lnTo>
                  <a:pt x="53454" y="223520"/>
                </a:lnTo>
                <a:lnTo>
                  <a:pt x="6311" y="187299"/>
                </a:lnTo>
                <a:lnTo>
                  <a:pt x="0" y="167309"/>
                </a:lnTo>
                <a:lnTo>
                  <a:pt x="0" y="390461"/>
                </a:lnTo>
                <a:lnTo>
                  <a:pt x="24498" y="429285"/>
                </a:lnTo>
                <a:lnTo>
                  <a:pt x="92024" y="462241"/>
                </a:lnTo>
                <a:lnTo>
                  <a:pt x="139115" y="475716"/>
                </a:lnTo>
                <a:lnTo>
                  <a:pt x="193573" y="486752"/>
                </a:lnTo>
                <a:lnTo>
                  <a:pt x="254304" y="495020"/>
                </a:lnTo>
                <a:lnTo>
                  <a:pt x="320167" y="500227"/>
                </a:lnTo>
                <a:lnTo>
                  <a:pt x="390042" y="502031"/>
                </a:lnTo>
                <a:lnTo>
                  <a:pt x="459930" y="500227"/>
                </a:lnTo>
                <a:lnTo>
                  <a:pt x="525792" y="495020"/>
                </a:lnTo>
                <a:lnTo>
                  <a:pt x="586511" y="486752"/>
                </a:lnTo>
                <a:lnTo>
                  <a:pt x="640981" y="475716"/>
                </a:lnTo>
                <a:lnTo>
                  <a:pt x="688073" y="462241"/>
                </a:lnTo>
                <a:lnTo>
                  <a:pt x="726643" y="446659"/>
                </a:lnTo>
                <a:lnTo>
                  <a:pt x="773785" y="410451"/>
                </a:lnTo>
                <a:lnTo>
                  <a:pt x="780097" y="390461"/>
                </a:lnTo>
                <a:lnTo>
                  <a:pt x="780097" y="334670"/>
                </a:lnTo>
                <a:lnTo>
                  <a:pt x="780097" y="278892"/>
                </a:lnTo>
                <a:lnTo>
                  <a:pt x="780097" y="167309"/>
                </a:lnTo>
                <a:close/>
              </a:path>
              <a:path w="780414" h="1060450">
                <a:moveTo>
                  <a:pt x="780097" y="111531"/>
                </a:moveTo>
                <a:lnTo>
                  <a:pt x="755700" y="72605"/>
                </a:lnTo>
                <a:lnTo>
                  <a:pt x="688365" y="39662"/>
                </a:lnTo>
                <a:lnTo>
                  <a:pt x="641350" y="26225"/>
                </a:lnTo>
                <a:lnTo>
                  <a:pt x="586917" y="15214"/>
                </a:lnTo>
                <a:lnTo>
                  <a:pt x="526148" y="6972"/>
                </a:lnTo>
                <a:lnTo>
                  <a:pt x="460159" y="1790"/>
                </a:lnTo>
                <a:lnTo>
                  <a:pt x="390042" y="0"/>
                </a:lnTo>
                <a:lnTo>
                  <a:pt x="319938" y="1790"/>
                </a:lnTo>
                <a:lnTo>
                  <a:pt x="253949" y="6972"/>
                </a:lnTo>
                <a:lnTo>
                  <a:pt x="193192" y="15214"/>
                </a:lnTo>
                <a:lnTo>
                  <a:pt x="138747" y="26225"/>
                </a:lnTo>
                <a:lnTo>
                  <a:pt x="91732" y="39662"/>
                </a:lnTo>
                <a:lnTo>
                  <a:pt x="53251" y="55219"/>
                </a:lnTo>
                <a:lnTo>
                  <a:pt x="6286" y="91478"/>
                </a:lnTo>
                <a:lnTo>
                  <a:pt x="0" y="111531"/>
                </a:lnTo>
                <a:lnTo>
                  <a:pt x="6286" y="131584"/>
                </a:lnTo>
                <a:lnTo>
                  <a:pt x="53251" y="167843"/>
                </a:lnTo>
                <a:lnTo>
                  <a:pt x="91732" y="183413"/>
                </a:lnTo>
                <a:lnTo>
                  <a:pt x="138747" y="196862"/>
                </a:lnTo>
                <a:lnTo>
                  <a:pt x="193192" y="207873"/>
                </a:lnTo>
                <a:lnTo>
                  <a:pt x="253949" y="216115"/>
                </a:lnTo>
                <a:lnTo>
                  <a:pt x="319938" y="221297"/>
                </a:lnTo>
                <a:lnTo>
                  <a:pt x="390042" y="223100"/>
                </a:lnTo>
                <a:lnTo>
                  <a:pt x="460159" y="221297"/>
                </a:lnTo>
                <a:lnTo>
                  <a:pt x="526148" y="216115"/>
                </a:lnTo>
                <a:lnTo>
                  <a:pt x="586917" y="207873"/>
                </a:lnTo>
                <a:lnTo>
                  <a:pt x="641350" y="196862"/>
                </a:lnTo>
                <a:lnTo>
                  <a:pt x="688365" y="183413"/>
                </a:lnTo>
                <a:lnTo>
                  <a:pt x="726846" y="167843"/>
                </a:lnTo>
                <a:lnTo>
                  <a:pt x="773811" y="131584"/>
                </a:lnTo>
                <a:lnTo>
                  <a:pt x="780097" y="111531"/>
                </a:lnTo>
                <a:close/>
              </a:path>
            </a:pathLst>
          </a:custGeom>
          <a:solidFill>
            <a:srgbClr val="006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2677667"/>
            <a:ext cx="4343400" cy="10134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674747" y="3726281"/>
            <a:ext cx="782955" cy="638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Staging</a:t>
            </a:r>
            <a:endParaRPr sz="2000">
              <a:latin typeface="Calibri"/>
              <a:cs typeface="Calibri"/>
            </a:endParaRPr>
          </a:p>
          <a:p>
            <a:pPr marL="55244" algn="ctr">
              <a:lnSpc>
                <a:spcPct val="100000"/>
              </a:lnSpc>
              <a:spcBef>
                <a:spcPts val="15"/>
              </a:spcBef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area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58361" y="3726281"/>
            <a:ext cx="1628775" cy="638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48260" algn="ctr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Transformation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81152" y="1982482"/>
            <a:ext cx="516890" cy="701040"/>
          </a:xfrm>
          <a:custGeom>
            <a:avLst/>
            <a:gdLst/>
            <a:ahLst/>
            <a:cxnLst/>
            <a:rect l="l" t="t" r="r" b="b"/>
            <a:pathLst>
              <a:path w="516890" h="701039">
                <a:moveTo>
                  <a:pt x="516547" y="479640"/>
                </a:moveTo>
                <a:lnTo>
                  <a:pt x="507288" y="499198"/>
                </a:lnTo>
                <a:lnTo>
                  <a:pt x="481164" y="516813"/>
                </a:lnTo>
                <a:lnTo>
                  <a:pt x="461213" y="524192"/>
                </a:lnTo>
                <a:lnTo>
                  <a:pt x="461213" y="608787"/>
                </a:lnTo>
                <a:lnTo>
                  <a:pt x="459879" y="616331"/>
                </a:lnTo>
                <a:lnTo>
                  <a:pt x="456133" y="622160"/>
                </a:lnTo>
                <a:lnTo>
                  <a:pt x="450316" y="625906"/>
                </a:lnTo>
                <a:lnTo>
                  <a:pt x="442760" y="627227"/>
                </a:lnTo>
                <a:lnTo>
                  <a:pt x="435203" y="625906"/>
                </a:lnTo>
                <a:lnTo>
                  <a:pt x="429387" y="622160"/>
                </a:lnTo>
                <a:lnTo>
                  <a:pt x="425640" y="616331"/>
                </a:lnTo>
                <a:lnTo>
                  <a:pt x="424307" y="608787"/>
                </a:lnTo>
                <a:lnTo>
                  <a:pt x="425640" y="601230"/>
                </a:lnTo>
                <a:lnTo>
                  <a:pt x="429387" y="595414"/>
                </a:lnTo>
                <a:lnTo>
                  <a:pt x="435203" y="591654"/>
                </a:lnTo>
                <a:lnTo>
                  <a:pt x="442760" y="590334"/>
                </a:lnTo>
                <a:lnTo>
                  <a:pt x="450316" y="591654"/>
                </a:lnTo>
                <a:lnTo>
                  <a:pt x="456133" y="595414"/>
                </a:lnTo>
                <a:lnTo>
                  <a:pt x="459879" y="601230"/>
                </a:lnTo>
                <a:lnTo>
                  <a:pt x="461213" y="608787"/>
                </a:lnTo>
                <a:lnTo>
                  <a:pt x="461213" y="524192"/>
                </a:lnTo>
                <a:lnTo>
                  <a:pt x="440690" y="531761"/>
                </a:lnTo>
                <a:lnTo>
                  <a:pt x="388366" y="543318"/>
                </a:lnTo>
                <a:lnTo>
                  <a:pt x="326732" y="550786"/>
                </a:lnTo>
                <a:lnTo>
                  <a:pt x="258279" y="553440"/>
                </a:lnTo>
                <a:lnTo>
                  <a:pt x="189826" y="550786"/>
                </a:lnTo>
                <a:lnTo>
                  <a:pt x="128181" y="543318"/>
                </a:lnTo>
                <a:lnTo>
                  <a:pt x="75869" y="531761"/>
                </a:lnTo>
                <a:lnTo>
                  <a:pt x="35394" y="516813"/>
                </a:lnTo>
                <a:lnTo>
                  <a:pt x="0" y="479640"/>
                </a:lnTo>
                <a:lnTo>
                  <a:pt x="0" y="627227"/>
                </a:lnTo>
                <a:lnTo>
                  <a:pt x="35394" y="664400"/>
                </a:lnTo>
                <a:lnTo>
                  <a:pt x="75869" y="679348"/>
                </a:lnTo>
                <a:lnTo>
                  <a:pt x="128181" y="690918"/>
                </a:lnTo>
                <a:lnTo>
                  <a:pt x="189826" y="698385"/>
                </a:lnTo>
                <a:lnTo>
                  <a:pt x="258279" y="701027"/>
                </a:lnTo>
                <a:lnTo>
                  <a:pt x="326732" y="698385"/>
                </a:lnTo>
                <a:lnTo>
                  <a:pt x="388366" y="690918"/>
                </a:lnTo>
                <a:lnTo>
                  <a:pt x="440690" y="679348"/>
                </a:lnTo>
                <a:lnTo>
                  <a:pt x="481164" y="664400"/>
                </a:lnTo>
                <a:lnTo>
                  <a:pt x="516547" y="627227"/>
                </a:lnTo>
                <a:lnTo>
                  <a:pt x="516547" y="590334"/>
                </a:lnTo>
                <a:lnTo>
                  <a:pt x="516547" y="553440"/>
                </a:lnTo>
                <a:lnTo>
                  <a:pt x="516547" y="479640"/>
                </a:lnTo>
                <a:close/>
              </a:path>
              <a:path w="516890" h="701039">
                <a:moveTo>
                  <a:pt x="516547" y="295148"/>
                </a:moveTo>
                <a:lnTo>
                  <a:pt x="507288" y="314706"/>
                </a:lnTo>
                <a:lnTo>
                  <a:pt x="481164" y="332320"/>
                </a:lnTo>
                <a:lnTo>
                  <a:pt x="461213" y="339699"/>
                </a:lnTo>
                <a:lnTo>
                  <a:pt x="461213" y="424294"/>
                </a:lnTo>
                <a:lnTo>
                  <a:pt x="459879" y="431850"/>
                </a:lnTo>
                <a:lnTo>
                  <a:pt x="456133" y="437667"/>
                </a:lnTo>
                <a:lnTo>
                  <a:pt x="450316" y="441413"/>
                </a:lnTo>
                <a:lnTo>
                  <a:pt x="442760" y="442747"/>
                </a:lnTo>
                <a:lnTo>
                  <a:pt x="435203" y="441413"/>
                </a:lnTo>
                <a:lnTo>
                  <a:pt x="429387" y="437667"/>
                </a:lnTo>
                <a:lnTo>
                  <a:pt x="425640" y="431850"/>
                </a:lnTo>
                <a:lnTo>
                  <a:pt x="424307" y="424294"/>
                </a:lnTo>
                <a:lnTo>
                  <a:pt x="425640" y="416737"/>
                </a:lnTo>
                <a:lnTo>
                  <a:pt x="429387" y="410921"/>
                </a:lnTo>
                <a:lnTo>
                  <a:pt x="435203" y="407174"/>
                </a:lnTo>
                <a:lnTo>
                  <a:pt x="442760" y="405841"/>
                </a:lnTo>
                <a:lnTo>
                  <a:pt x="450316" y="407174"/>
                </a:lnTo>
                <a:lnTo>
                  <a:pt x="456133" y="410921"/>
                </a:lnTo>
                <a:lnTo>
                  <a:pt x="459879" y="416737"/>
                </a:lnTo>
                <a:lnTo>
                  <a:pt x="461213" y="424294"/>
                </a:lnTo>
                <a:lnTo>
                  <a:pt x="461213" y="339699"/>
                </a:lnTo>
                <a:lnTo>
                  <a:pt x="440690" y="347268"/>
                </a:lnTo>
                <a:lnTo>
                  <a:pt x="388366" y="358838"/>
                </a:lnTo>
                <a:lnTo>
                  <a:pt x="326732" y="366306"/>
                </a:lnTo>
                <a:lnTo>
                  <a:pt x="258279" y="368947"/>
                </a:lnTo>
                <a:lnTo>
                  <a:pt x="189826" y="366306"/>
                </a:lnTo>
                <a:lnTo>
                  <a:pt x="128181" y="358838"/>
                </a:lnTo>
                <a:lnTo>
                  <a:pt x="75869" y="347268"/>
                </a:lnTo>
                <a:lnTo>
                  <a:pt x="35394" y="332320"/>
                </a:lnTo>
                <a:lnTo>
                  <a:pt x="0" y="295148"/>
                </a:lnTo>
                <a:lnTo>
                  <a:pt x="0" y="442747"/>
                </a:lnTo>
                <a:lnTo>
                  <a:pt x="35394" y="479920"/>
                </a:lnTo>
                <a:lnTo>
                  <a:pt x="75869" y="494855"/>
                </a:lnTo>
                <a:lnTo>
                  <a:pt x="128181" y="506425"/>
                </a:lnTo>
                <a:lnTo>
                  <a:pt x="189826" y="513892"/>
                </a:lnTo>
                <a:lnTo>
                  <a:pt x="258279" y="516534"/>
                </a:lnTo>
                <a:lnTo>
                  <a:pt x="326732" y="513892"/>
                </a:lnTo>
                <a:lnTo>
                  <a:pt x="388366" y="506425"/>
                </a:lnTo>
                <a:lnTo>
                  <a:pt x="440690" y="494855"/>
                </a:lnTo>
                <a:lnTo>
                  <a:pt x="481164" y="479920"/>
                </a:lnTo>
                <a:lnTo>
                  <a:pt x="516547" y="442747"/>
                </a:lnTo>
                <a:lnTo>
                  <a:pt x="516547" y="405841"/>
                </a:lnTo>
                <a:lnTo>
                  <a:pt x="516547" y="368947"/>
                </a:lnTo>
                <a:lnTo>
                  <a:pt x="516547" y="295148"/>
                </a:lnTo>
                <a:close/>
              </a:path>
              <a:path w="516890" h="701039">
                <a:moveTo>
                  <a:pt x="516547" y="110667"/>
                </a:moveTo>
                <a:lnTo>
                  <a:pt x="507288" y="130225"/>
                </a:lnTo>
                <a:lnTo>
                  <a:pt x="481164" y="147840"/>
                </a:lnTo>
                <a:lnTo>
                  <a:pt x="461213" y="155206"/>
                </a:lnTo>
                <a:lnTo>
                  <a:pt x="461213" y="239801"/>
                </a:lnTo>
                <a:lnTo>
                  <a:pt x="459879" y="247357"/>
                </a:lnTo>
                <a:lnTo>
                  <a:pt x="456133" y="253187"/>
                </a:lnTo>
                <a:lnTo>
                  <a:pt x="450316" y="256933"/>
                </a:lnTo>
                <a:lnTo>
                  <a:pt x="442760" y="258254"/>
                </a:lnTo>
                <a:lnTo>
                  <a:pt x="435203" y="256933"/>
                </a:lnTo>
                <a:lnTo>
                  <a:pt x="429387" y="253187"/>
                </a:lnTo>
                <a:lnTo>
                  <a:pt x="425640" y="247357"/>
                </a:lnTo>
                <a:lnTo>
                  <a:pt x="424307" y="239801"/>
                </a:lnTo>
                <a:lnTo>
                  <a:pt x="425640" y="232257"/>
                </a:lnTo>
                <a:lnTo>
                  <a:pt x="429387" y="226428"/>
                </a:lnTo>
                <a:lnTo>
                  <a:pt x="435203" y="222681"/>
                </a:lnTo>
                <a:lnTo>
                  <a:pt x="442760" y="221361"/>
                </a:lnTo>
                <a:lnTo>
                  <a:pt x="450316" y="222681"/>
                </a:lnTo>
                <a:lnTo>
                  <a:pt x="456133" y="226428"/>
                </a:lnTo>
                <a:lnTo>
                  <a:pt x="459879" y="232257"/>
                </a:lnTo>
                <a:lnTo>
                  <a:pt x="461213" y="239801"/>
                </a:lnTo>
                <a:lnTo>
                  <a:pt x="461213" y="155206"/>
                </a:lnTo>
                <a:lnTo>
                  <a:pt x="440690" y="162775"/>
                </a:lnTo>
                <a:lnTo>
                  <a:pt x="388366" y="174345"/>
                </a:lnTo>
                <a:lnTo>
                  <a:pt x="326732" y="181813"/>
                </a:lnTo>
                <a:lnTo>
                  <a:pt x="258279" y="184454"/>
                </a:lnTo>
                <a:lnTo>
                  <a:pt x="189826" y="181813"/>
                </a:lnTo>
                <a:lnTo>
                  <a:pt x="128181" y="174345"/>
                </a:lnTo>
                <a:lnTo>
                  <a:pt x="75869" y="162775"/>
                </a:lnTo>
                <a:lnTo>
                  <a:pt x="35394" y="147840"/>
                </a:lnTo>
                <a:lnTo>
                  <a:pt x="0" y="110667"/>
                </a:lnTo>
                <a:lnTo>
                  <a:pt x="0" y="258254"/>
                </a:lnTo>
                <a:lnTo>
                  <a:pt x="35394" y="295427"/>
                </a:lnTo>
                <a:lnTo>
                  <a:pt x="75869" y="310375"/>
                </a:lnTo>
                <a:lnTo>
                  <a:pt x="128181" y="321932"/>
                </a:lnTo>
                <a:lnTo>
                  <a:pt x="189826" y="329399"/>
                </a:lnTo>
                <a:lnTo>
                  <a:pt x="258279" y="332054"/>
                </a:lnTo>
                <a:lnTo>
                  <a:pt x="326732" y="329399"/>
                </a:lnTo>
                <a:lnTo>
                  <a:pt x="388366" y="321932"/>
                </a:lnTo>
                <a:lnTo>
                  <a:pt x="440690" y="310375"/>
                </a:lnTo>
                <a:lnTo>
                  <a:pt x="481164" y="295427"/>
                </a:lnTo>
                <a:lnTo>
                  <a:pt x="516547" y="258254"/>
                </a:lnTo>
                <a:lnTo>
                  <a:pt x="516547" y="221361"/>
                </a:lnTo>
                <a:lnTo>
                  <a:pt x="516547" y="184454"/>
                </a:lnTo>
                <a:lnTo>
                  <a:pt x="516547" y="110667"/>
                </a:lnTo>
                <a:close/>
              </a:path>
              <a:path w="516890" h="701039">
                <a:moveTo>
                  <a:pt x="516547" y="73761"/>
                </a:moveTo>
                <a:lnTo>
                  <a:pt x="481291" y="36525"/>
                </a:lnTo>
                <a:lnTo>
                  <a:pt x="440905" y="21602"/>
                </a:lnTo>
                <a:lnTo>
                  <a:pt x="388632" y="10071"/>
                </a:lnTo>
                <a:lnTo>
                  <a:pt x="326936" y="2641"/>
                </a:lnTo>
                <a:lnTo>
                  <a:pt x="258279" y="0"/>
                </a:lnTo>
                <a:lnTo>
                  <a:pt x="189623" y="2641"/>
                </a:lnTo>
                <a:lnTo>
                  <a:pt x="127927" y="10071"/>
                </a:lnTo>
                <a:lnTo>
                  <a:pt x="75653" y="21602"/>
                </a:lnTo>
                <a:lnTo>
                  <a:pt x="35267" y="36525"/>
                </a:lnTo>
                <a:lnTo>
                  <a:pt x="0" y="73761"/>
                </a:lnTo>
                <a:lnTo>
                  <a:pt x="9232" y="93383"/>
                </a:lnTo>
                <a:lnTo>
                  <a:pt x="75653" y="125945"/>
                </a:lnTo>
                <a:lnTo>
                  <a:pt x="127927" y="137490"/>
                </a:lnTo>
                <a:lnTo>
                  <a:pt x="189623" y="144919"/>
                </a:lnTo>
                <a:lnTo>
                  <a:pt x="258279" y="147561"/>
                </a:lnTo>
                <a:lnTo>
                  <a:pt x="326936" y="144919"/>
                </a:lnTo>
                <a:lnTo>
                  <a:pt x="388632" y="137490"/>
                </a:lnTo>
                <a:lnTo>
                  <a:pt x="440905" y="125945"/>
                </a:lnTo>
                <a:lnTo>
                  <a:pt x="481291" y="111010"/>
                </a:lnTo>
                <a:lnTo>
                  <a:pt x="516547" y="73761"/>
                </a:lnTo>
                <a:close/>
              </a:path>
            </a:pathLst>
          </a:custGeom>
          <a:solidFill>
            <a:srgbClr val="006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1152" y="3192538"/>
            <a:ext cx="516890" cy="701040"/>
          </a:xfrm>
          <a:custGeom>
            <a:avLst/>
            <a:gdLst/>
            <a:ahLst/>
            <a:cxnLst/>
            <a:rect l="l" t="t" r="r" b="b"/>
            <a:pathLst>
              <a:path w="516890" h="701039">
                <a:moveTo>
                  <a:pt x="516547" y="479640"/>
                </a:moveTo>
                <a:lnTo>
                  <a:pt x="507288" y="499198"/>
                </a:lnTo>
                <a:lnTo>
                  <a:pt x="481164" y="516813"/>
                </a:lnTo>
                <a:lnTo>
                  <a:pt x="461213" y="524192"/>
                </a:lnTo>
                <a:lnTo>
                  <a:pt x="461213" y="608787"/>
                </a:lnTo>
                <a:lnTo>
                  <a:pt x="459879" y="616331"/>
                </a:lnTo>
                <a:lnTo>
                  <a:pt x="456133" y="622160"/>
                </a:lnTo>
                <a:lnTo>
                  <a:pt x="450316" y="625906"/>
                </a:lnTo>
                <a:lnTo>
                  <a:pt x="442760" y="627227"/>
                </a:lnTo>
                <a:lnTo>
                  <a:pt x="435203" y="625906"/>
                </a:lnTo>
                <a:lnTo>
                  <a:pt x="429387" y="622160"/>
                </a:lnTo>
                <a:lnTo>
                  <a:pt x="425640" y="616331"/>
                </a:lnTo>
                <a:lnTo>
                  <a:pt x="424307" y="608787"/>
                </a:lnTo>
                <a:lnTo>
                  <a:pt x="425640" y="601230"/>
                </a:lnTo>
                <a:lnTo>
                  <a:pt x="429387" y="595401"/>
                </a:lnTo>
                <a:lnTo>
                  <a:pt x="435203" y="591654"/>
                </a:lnTo>
                <a:lnTo>
                  <a:pt x="442760" y="590334"/>
                </a:lnTo>
                <a:lnTo>
                  <a:pt x="450316" y="591654"/>
                </a:lnTo>
                <a:lnTo>
                  <a:pt x="456133" y="595401"/>
                </a:lnTo>
                <a:lnTo>
                  <a:pt x="459879" y="601230"/>
                </a:lnTo>
                <a:lnTo>
                  <a:pt x="461213" y="608787"/>
                </a:lnTo>
                <a:lnTo>
                  <a:pt x="461213" y="524192"/>
                </a:lnTo>
                <a:lnTo>
                  <a:pt x="440690" y="531761"/>
                </a:lnTo>
                <a:lnTo>
                  <a:pt x="388366" y="543318"/>
                </a:lnTo>
                <a:lnTo>
                  <a:pt x="326732" y="550786"/>
                </a:lnTo>
                <a:lnTo>
                  <a:pt x="258279" y="553440"/>
                </a:lnTo>
                <a:lnTo>
                  <a:pt x="189826" y="550786"/>
                </a:lnTo>
                <a:lnTo>
                  <a:pt x="128181" y="543318"/>
                </a:lnTo>
                <a:lnTo>
                  <a:pt x="75869" y="531761"/>
                </a:lnTo>
                <a:lnTo>
                  <a:pt x="35394" y="516813"/>
                </a:lnTo>
                <a:lnTo>
                  <a:pt x="0" y="479640"/>
                </a:lnTo>
                <a:lnTo>
                  <a:pt x="0" y="627227"/>
                </a:lnTo>
                <a:lnTo>
                  <a:pt x="35394" y="664400"/>
                </a:lnTo>
                <a:lnTo>
                  <a:pt x="75869" y="679348"/>
                </a:lnTo>
                <a:lnTo>
                  <a:pt x="128181" y="690918"/>
                </a:lnTo>
                <a:lnTo>
                  <a:pt x="189826" y="698385"/>
                </a:lnTo>
                <a:lnTo>
                  <a:pt x="258279" y="701027"/>
                </a:lnTo>
                <a:lnTo>
                  <a:pt x="326732" y="698385"/>
                </a:lnTo>
                <a:lnTo>
                  <a:pt x="388366" y="690918"/>
                </a:lnTo>
                <a:lnTo>
                  <a:pt x="440690" y="679348"/>
                </a:lnTo>
                <a:lnTo>
                  <a:pt x="481164" y="664400"/>
                </a:lnTo>
                <a:lnTo>
                  <a:pt x="516547" y="627227"/>
                </a:lnTo>
                <a:lnTo>
                  <a:pt x="516547" y="590334"/>
                </a:lnTo>
                <a:lnTo>
                  <a:pt x="516547" y="553440"/>
                </a:lnTo>
                <a:lnTo>
                  <a:pt x="516547" y="479640"/>
                </a:lnTo>
                <a:close/>
              </a:path>
              <a:path w="516890" h="701039">
                <a:moveTo>
                  <a:pt x="516547" y="295148"/>
                </a:moveTo>
                <a:lnTo>
                  <a:pt x="507288" y="314706"/>
                </a:lnTo>
                <a:lnTo>
                  <a:pt x="481164" y="332320"/>
                </a:lnTo>
                <a:lnTo>
                  <a:pt x="461213" y="339699"/>
                </a:lnTo>
                <a:lnTo>
                  <a:pt x="461213" y="424294"/>
                </a:lnTo>
                <a:lnTo>
                  <a:pt x="459879" y="431850"/>
                </a:lnTo>
                <a:lnTo>
                  <a:pt x="456133" y="437667"/>
                </a:lnTo>
                <a:lnTo>
                  <a:pt x="450316" y="441413"/>
                </a:lnTo>
                <a:lnTo>
                  <a:pt x="442760" y="442747"/>
                </a:lnTo>
                <a:lnTo>
                  <a:pt x="435203" y="441413"/>
                </a:lnTo>
                <a:lnTo>
                  <a:pt x="429387" y="437667"/>
                </a:lnTo>
                <a:lnTo>
                  <a:pt x="425640" y="431850"/>
                </a:lnTo>
                <a:lnTo>
                  <a:pt x="424307" y="424294"/>
                </a:lnTo>
                <a:lnTo>
                  <a:pt x="425640" y="416737"/>
                </a:lnTo>
                <a:lnTo>
                  <a:pt x="429387" y="410921"/>
                </a:lnTo>
                <a:lnTo>
                  <a:pt x="435203" y="407174"/>
                </a:lnTo>
                <a:lnTo>
                  <a:pt x="442760" y="405841"/>
                </a:lnTo>
                <a:lnTo>
                  <a:pt x="450316" y="407174"/>
                </a:lnTo>
                <a:lnTo>
                  <a:pt x="456133" y="410921"/>
                </a:lnTo>
                <a:lnTo>
                  <a:pt x="459879" y="416737"/>
                </a:lnTo>
                <a:lnTo>
                  <a:pt x="461213" y="424294"/>
                </a:lnTo>
                <a:lnTo>
                  <a:pt x="461213" y="339699"/>
                </a:lnTo>
                <a:lnTo>
                  <a:pt x="440690" y="347268"/>
                </a:lnTo>
                <a:lnTo>
                  <a:pt x="388366" y="358838"/>
                </a:lnTo>
                <a:lnTo>
                  <a:pt x="326732" y="366306"/>
                </a:lnTo>
                <a:lnTo>
                  <a:pt x="258279" y="368947"/>
                </a:lnTo>
                <a:lnTo>
                  <a:pt x="189826" y="366306"/>
                </a:lnTo>
                <a:lnTo>
                  <a:pt x="128181" y="358838"/>
                </a:lnTo>
                <a:lnTo>
                  <a:pt x="75869" y="347268"/>
                </a:lnTo>
                <a:lnTo>
                  <a:pt x="35394" y="332320"/>
                </a:lnTo>
                <a:lnTo>
                  <a:pt x="0" y="295148"/>
                </a:lnTo>
                <a:lnTo>
                  <a:pt x="0" y="442747"/>
                </a:lnTo>
                <a:lnTo>
                  <a:pt x="35394" y="479920"/>
                </a:lnTo>
                <a:lnTo>
                  <a:pt x="75869" y="494855"/>
                </a:lnTo>
                <a:lnTo>
                  <a:pt x="128181" y="506425"/>
                </a:lnTo>
                <a:lnTo>
                  <a:pt x="189826" y="513892"/>
                </a:lnTo>
                <a:lnTo>
                  <a:pt x="258279" y="516534"/>
                </a:lnTo>
                <a:lnTo>
                  <a:pt x="326732" y="513892"/>
                </a:lnTo>
                <a:lnTo>
                  <a:pt x="388366" y="506425"/>
                </a:lnTo>
                <a:lnTo>
                  <a:pt x="440690" y="494855"/>
                </a:lnTo>
                <a:lnTo>
                  <a:pt x="481164" y="479920"/>
                </a:lnTo>
                <a:lnTo>
                  <a:pt x="516547" y="442747"/>
                </a:lnTo>
                <a:lnTo>
                  <a:pt x="516547" y="405841"/>
                </a:lnTo>
                <a:lnTo>
                  <a:pt x="516547" y="368947"/>
                </a:lnTo>
                <a:lnTo>
                  <a:pt x="516547" y="295148"/>
                </a:lnTo>
                <a:close/>
              </a:path>
              <a:path w="516890" h="701039">
                <a:moveTo>
                  <a:pt x="516547" y="110667"/>
                </a:moveTo>
                <a:lnTo>
                  <a:pt x="507288" y="130225"/>
                </a:lnTo>
                <a:lnTo>
                  <a:pt x="481164" y="147840"/>
                </a:lnTo>
                <a:lnTo>
                  <a:pt x="461213" y="155206"/>
                </a:lnTo>
                <a:lnTo>
                  <a:pt x="461213" y="239801"/>
                </a:lnTo>
                <a:lnTo>
                  <a:pt x="459879" y="247357"/>
                </a:lnTo>
                <a:lnTo>
                  <a:pt x="456133" y="253187"/>
                </a:lnTo>
                <a:lnTo>
                  <a:pt x="450316" y="256933"/>
                </a:lnTo>
                <a:lnTo>
                  <a:pt x="442760" y="258254"/>
                </a:lnTo>
                <a:lnTo>
                  <a:pt x="435203" y="256933"/>
                </a:lnTo>
                <a:lnTo>
                  <a:pt x="429387" y="253187"/>
                </a:lnTo>
                <a:lnTo>
                  <a:pt x="425640" y="247357"/>
                </a:lnTo>
                <a:lnTo>
                  <a:pt x="424307" y="239801"/>
                </a:lnTo>
                <a:lnTo>
                  <a:pt x="425640" y="232257"/>
                </a:lnTo>
                <a:lnTo>
                  <a:pt x="429387" y="226428"/>
                </a:lnTo>
                <a:lnTo>
                  <a:pt x="435203" y="222681"/>
                </a:lnTo>
                <a:lnTo>
                  <a:pt x="442760" y="221361"/>
                </a:lnTo>
                <a:lnTo>
                  <a:pt x="450316" y="222681"/>
                </a:lnTo>
                <a:lnTo>
                  <a:pt x="456133" y="226428"/>
                </a:lnTo>
                <a:lnTo>
                  <a:pt x="459879" y="232257"/>
                </a:lnTo>
                <a:lnTo>
                  <a:pt x="461213" y="239801"/>
                </a:lnTo>
                <a:lnTo>
                  <a:pt x="461213" y="155206"/>
                </a:lnTo>
                <a:lnTo>
                  <a:pt x="440690" y="162775"/>
                </a:lnTo>
                <a:lnTo>
                  <a:pt x="388366" y="174345"/>
                </a:lnTo>
                <a:lnTo>
                  <a:pt x="326732" y="181813"/>
                </a:lnTo>
                <a:lnTo>
                  <a:pt x="258279" y="184454"/>
                </a:lnTo>
                <a:lnTo>
                  <a:pt x="189826" y="181813"/>
                </a:lnTo>
                <a:lnTo>
                  <a:pt x="128181" y="174345"/>
                </a:lnTo>
                <a:lnTo>
                  <a:pt x="75869" y="162775"/>
                </a:lnTo>
                <a:lnTo>
                  <a:pt x="35394" y="147840"/>
                </a:lnTo>
                <a:lnTo>
                  <a:pt x="0" y="110667"/>
                </a:lnTo>
                <a:lnTo>
                  <a:pt x="0" y="258254"/>
                </a:lnTo>
                <a:lnTo>
                  <a:pt x="35394" y="295427"/>
                </a:lnTo>
                <a:lnTo>
                  <a:pt x="75869" y="310375"/>
                </a:lnTo>
                <a:lnTo>
                  <a:pt x="128181" y="321932"/>
                </a:lnTo>
                <a:lnTo>
                  <a:pt x="189826" y="329399"/>
                </a:lnTo>
                <a:lnTo>
                  <a:pt x="258279" y="332054"/>
                </a:lnTo>
                <a:lnTo>
                  <a:pt x="326732" y="329399"/>
                </a:lnTo>
                <a:lnTo>
                  <a:pt x="388366" y="321932"/>
                </a:lnTo>
                <a:lnTo>
                  <a:pt x="440690" y="310375"/>
                </a:lnTo>
                <a:lnTo>
                  <a:pt x="481164" y="295427"/>
                </a:lnTo>
                <a:lnTo>
                  <a:pt x="516547" y="258254"/>
                </a:lnTo>
                <a:lnTo>
                  <a:pt x="516547" y="221361"/>
                </a:lnTo>
                <a:lnTo>
                  <a:pt x="516547" y="184454"/>
                </a:lnTo>
                <a:lnTo>
                  <a:pt x="516547" y="110667"/>
                </a:lnTo>
                <a:close/>
              </a:path>
              <a:path w="516890" h="701039">
                <a:moveTo>
                  <a:pt x="516547" y="73761"/>
                </a:moveTo>
                <a:lnTo>
                  <a:pt x="481291" y="36525"/>
                </a:lnTo>
                <a:lnTo>
                  <a:pt x="440905" y="21602"/>
                </a:lnTo>
                <a:lnTo>
                  <a:pt x="388632" y="10071"/>
                </a:lnTo>
                <a:lnTo>
                  <a:pt x="326936" y="2641"/>
                </a:lnTo>
                <a:lnTo>
                  <a:pt x="258279" y="0"/>
                </a:lnTo>
                <a:lnTo>
                  <a:pt x="189623" y="2641"/>
                </a:lnTo>
                <a:lnTo>
                  <a:pt x="127927" y="10071"/>
                </a:lnTo>
                <a:lnTo>
                  <a:pt x="75653" y="21602"/>
                </a:lnTo>
                <a:lnTo>
                  <a:pt x="35267" y="36525"/>
                </a:lnTo>
                <a:lnTo>
                  <a:pt x="0" y="73761"/>
                </a:lnTo>
                <a:lnTo>
                  <a:pt x="9232" y="93383"/>
                </a:lnTo>
                <a:lnTo>
                  <a:pt x="75653" y="125945"/>
                </a:lnTo>
                <a:lnTo>
                  <a:pt x="127927" y="137490"/>
                </a:lnTo>
                <a:lnTo>
                  <a:pt x="189623" y="144919"/>
                </a:lnTo>
                <a:lnTo>
                  <a:pt x="258279" y="147561"/>
                </a:lnTo>
                <a:lnTo>
                  <a:pt x="326936" y="144919"/>
                </a:lnTo>
                <a:lnTo>
                  <a:pt x="388632" y="137490"/>
                </a:lnTo>
                <a:lnTo>
                  <a:pt x="440905" y="125945"/>
                </a:lnTo>
                <a:lnTo>
                  <a:pt x="481291" y="111010"/>
                </a:lnTo>
                <a:lnTo>
                  <a:pt x="516547" y="73761"/>
                </a:lnTo>
                <a:close/>
              </a:path>
            </a:pathLst>
          </a:custGeom>
          <a:solidFill>
            <a:srgbClr val="006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88060" y="2700019"/>
            <a:ext cx="6800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HR</a:t>
            </a:r>
            <a:r>
              <a:rPr sz="16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1543" y="3939641"/>
            <a:ext cx="8451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sales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data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83970" y="2325750"/>
            <a:ext cx="1457325" cy="1254125"/>
          </a:xfrm>
          <a:custGeom>
            <a:avLst/>
            <a:gdLst/>
            <a:ahLst/>
            <a:cxnLst/>
            <a:rect l="l" t="t" r="r" b="b"/>
            <a:pathLst>
              <a:path w="1457325" h="1254125">
                <a:moveTo>
                  <a:pt x="1392682" y="1216025"/>
                </a:moveTo>
                <a:lnTo>
                  <a:pt x="1379982" y="1209675"/>
                </a:lnTo>
                <a:lnTo>
                  <a:pt x="1316482" y="1177925"/>
                </a:lnTo>
                <a:lnTo>
                  <a:pt x="1316482" y="1209675"/>
                </a:lnTo>
                <a:lnTo>
                  <a:pt x="2286" y="1209675"/>
                </a:lnTo>
                <a:lnTo>
                  <a:pt x="2286" y="1222375"/>
                </a:lnTo>
                <a:lnTo>
                  <a:pt x="1316482" y="1222375"/>
                </a:lnTo>
                <a:lnTo>
                  <a:pt x="1316482" y="1254125"/>
                </a:lnTo>
                <a:lnTo>
                  <a:pt x="1379982" y="1222375"/>
                </a:lnTo>
                <a:lnTo>
                  <a:pt x="1392682" y="1216025"/>
                </a:lnTo>
                <a:close/>
              </a:path>
              <a:path w="1457325" h="1254125">
                <a:moveTo>
                  <a:pt x="1457198" y="568071"/>
                </a:moveTo>
                <a:lnTo>
                  <a:pt x="1441678" y="551053"/>
                </a:lnTo>
                <a:lnTo>
                  <a:pt x="1399794" y="505079"/>
                </a:lnTo>
                <a:lnTo>
                  <a:pt x="1388364" y="534695"/>
                </a:lnTo>
                <a:lnTo>
                  <a:pt x="4572" y="0"/>
                </a:lnTo>
                <a:lnTo>
                  <a:pt x="0" y="11938"/>
                </a:lnTo>
                <a:lnTo>
                  <a:pt x="1383804" y="546506"/>
                </a:lnTo>
                <a:lnTo>
                  <a:pt x="1372362" y="576199"/>
                </a:lnTo>
                <a:lnTo>
                  <a:pt x="1457198" y="568071"/>
                </a:lnTo>
                <a:close/>
              </a:path>
            </a:pathLst>
          </a:custGeom>
          <a:solidFill>
            <a:srgbClr val="00C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693409" y="3750361"/>
            <a:ext cx="11658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Production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386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is</a:t>
            </a:r>
            <a:r>
              <a:rPr spc="-35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data</a:t>
            </a:r>
            <a:r>
              <a:rPr spc="-30" dirty="0"/>
              <a:t> </a:t>
            </a:r>
            <a:r>
              <a:rPr spc="-10" dirty="0"/>
              <a:t>warehouse?</a:t>
            </a:r>
          </a:p>
        </p:txBody>
      </p:sp>
      <p:sp>
        <p:nvSpPr>
          <p:cNvPr id="3" name="object 3"/>
          <p:cNvSpPr/>
          <p:nvPr/>
        </p:nvSpPr>
        <p:spPr>
          <a:xfrm>
            <a:off x="1257808" y="1394218"/>
            <a:ext cx="516890" cy="701040"/>
          </a:xfrm>
          <a:custGeom>
            <a:avLst/>
            <a:gdLst/>
            <a:ahLst/>
            <a:cxnLst/>
            <a:rect l="l" t="t" r="r" b="b"/>
            <a:pathLst>
              <a:path w="516889" h="701039">
                <a:moveTo>
                  <a:pt x="516547" y="479640"/>
                </a:moveTo>
                <a:lnTo>
                  <a:pt x="507288" y="499198"/>
                </a:lnTo>
                <a:lnTo>
                  <a:pt x="481164" y="516813"/>
                </a:lnTo>
                <a:lnTo>
                  <a:pt x="461213" y="524192"/>
                </a:lnTo>
                <a:lnTo>
                  <a:pt x="461213" y="608787"/>
                </a:lnTo>
                <a:lnTo>
                  <a:pt x="459879" y="616331"/>
                </a:lnTo>
                <a:lnTo>
                  <a:pt x="456133" y="622160"/>
                </a:lnTo>
                <a:lnTo>
                  <a:pt x="450316" y="625906"/>
                </a:lnTo>
                <a:lnTo>
                  <a:pt x="442760" y="627227"/>
                </a:lnTo>
                <a:lnTo>
                  <a:pt x="435203" y="625906"/>
                </a:lnTo>
                <a:lnTo>
                  <a:pt x="429387" y="622160"/>
                </a:lnTo>
                <a:lnTo>
                  <a:pt x="425640" y="616331"/>
                </a:lnTo>
                <a:lnTo>
                  <a:pt x="424307" y="608787"/>
                </a:lnTo>
                <a:lnTo>
                  <a:pt x="425640" y="601230"/>
                </a:lnTo>
                <a:lnTo>
                  <a:pt x="429387" y="595414"/>
                </a:lnTo>
                <a:lnTo>
                  <a:pt x="435203" y="591654"/>
                </a:lnTo>
                <a:lnTo>
                  <a:pt x="442760" y="590334"/>
                </a:lnTo>
                <a:lnTo>
                  <a:pt x="450316" y="591654"/>
                </a:lnTo>
                <a:lnTo>
                  <a:pt x="456133" y="595414"/>
                </a:lnTo>
                <a:lnTo>
                  <a:pt x="459879" y="601230"/>
                </a:lnTo>
                <a:lnTo>
                  <a:pt x="461213" y="608787"/>
                </a:lnTo>
                <a:lnTo>
                  <a:pt x="461213" y="524192"/>
                </a:lnTo>
                <a:lnTo>
                  <a:pt x="440690" y="531761"/>
                </a:lnTo>
                <a:lnTo>
                  <a:pt x="388366" y="543318"/>
                </a:lnTo>
                <a:lnTo>
                  <a:pt x="326732" y="550786"/>
                </a:lnTo>
                <a:lnTo>
                  <a:pt x="258279" y="553440"/>
                </a:lnTo>
                <a:lnTo>
                  <a:pt x="189826" y="550786"/>
                </a:lnTo>
                <a:lnTo>
                  <a:pt x="128181" y="543318"/>
                </a:lnTo>
                <a:lnTo>
                  <a:pt x="75869" y="531761"/>
                </a:lnTo>
                <a:lnTo>
                  <a:pt x="35394" y="516813"/>
                </a:lnTo>
                <a:lnTo>
                  <a:pt x="0" y="479640"/>
                </a:lnTo>
                <a:lnTo>
                  <a:pt x="0" y="627227"/>
                </a:lnTo>
                <a:lnTo>
                  <a:pt x="35394" y="664400"/>
                </a:lnTo>
                <a:lnTo>
                  <a:pt x="75869" y="679348"/>
                </a:lnTo>
                <a:lnTo>
                  <a:pt x="128181" y="690918"/>
                </a:lnTo>
                <a:lnTo>
                  <a:pt x="189826" y="698385"/>
                </a:lnTo>
                <a:lnTo>
                  <a:pt x="258279" y="701027"/>
                </a:lnTo>
                <a:lnTo>
                  <a:pt x="326732" y="698385"/>
                </a:lnTo>
                <a:lnTo>
                  <a:pt x="388366" y="690918"/>
                </a:lnTo>
                <a:lnTo>
                  <a:pt x="440690" y="679348"/>
                </a:lnTo>
                <a:lnTo>
                  <a:pt x="481164" y="664400"/>
                </a:lnTo>
                <a:lnTo>
                  <a:pt x="516547" y="627227"/>
                </a:lnTo>
                <a:lnTo>
                  <a:pt x="516547" y="590334"/>
                </a:lnTo>
                <a:lnTo>
                  <a:pt x="516547" y="553440"/>
                </a:lnTo>
                <a:lnTo>
                  <a:pt x="516547" y="479640"/>
                </a:lnTo>
                <a:close/>
              </a:path>
              <a:path w="516889" h="701039">
                <a:moveTo>
                  <a:pt x="516547" y="295148"/>
                </a:moveTo>
                <a:lnTo>
                  <a:pt x="507288" y="314706"/>
                </a:lnTo>
                <a:lnTo>
                  <a:pt x="481164" y="332320"/>
                </a:lnTo>
                <a:lnTo>
                  <a:pt x="461213" y="339699"/>
                </a:lnTo>
                <a:lnTo>
                  <a:pt x="461213" y="424294"/>
                </a:lnTo>
                <a:lnTo>
                  <a:pt x="459879" y="431850"/>
                </a:lnTo>
                <a:lnTo>
                  <a:pt x="456133" y="437667"/>
                </a:lnTo>
                <a:lnTo>
                  <a:pt x="450316" y="441413"/>
                </a:lnTo>
                <a:lnTo>
                  <a:pt x="442760" y="442747"/>
                </a:lnTo>
                <a:lnTo>
                  <a:pt x="435203" y="441413"/>
                </a:lnTo>
                <a:lnTo>
                  <a:pt x="429387" y="437667"/>
                </a:lnTo>
                <a:lnTo>
                  <a:pt x="425640" y="431850"/>
                </a:lnTo>
                <a:lnTo>
                  <a:pt x="424307" y="424294"/>
                </a:lnTo>
                <a:lnTo>
                  <a:pt x="425640" y="416737"/>
                </a:lnTo>
                <a:lnTo>
                  <a:pt x="429387" y="410921"/>
                </a:lnTo>
                <a:lnTo>
                  <a:pt x="435203" y="407174"/>
                </a:lnTo>
                <a:lnTo>
                  <a:pt x="442760" y="405841"/>
                </a:lnTo>
                <a:lnTo>
                  <a:pt x="450316" y="407174"/>
                </a:lnTo>
                <a:lnTo>
                  <a:pt x="456133" y="410921"/>
                </a:lnTo>
                <a:lnTo>
                  <a:pt x="459879" y="416737"/>
                </a:lnTo>
                <a:lnTo>
                  <a:pt x="461213" y="424294"/>
                </a:lnTo>
                <a:lnTo>
                  <a:pt x="461213" y="339699"/>
                </a:lnTo>
                <a:lnTo>
                  <a:pt x="440690" y="347268"/>
                </a:lnTo>
                <a:lnTo>
                  <a:pt x="388366" y="358838"/>
                </a:lnTo>
                <a:lnTo>
                  <a:pt x="326732" y="366306"/>
                </a:lnTo>
                <a:lnTo>
                  <a:pt x="258279" y="368947"/>
                </a:lnTo>
                <a:lnTo>
                  <a:pt x="189826" y="366306"/>
                </a:lnTo>
                <a:lnTo>
                  <a:pt x="128181" y="358838"/>
                </a:lnTo>
                <a:lnTo>
                  <a:pt x="75869" y="347268"/>
                </a:lnTo>
                <a:lnTo>
                  <a:pt x="35394" y="332320"/>
                </a:lnTo>
                <a:lnTo>
                  <a:pt x="0" y="295148"/>
                </a:lnTo>
                <a:lnTo>
                  <a:pt x="0" y="442747"/>
                </a:lnTo>
                <a:lnTo>
                  <a:pt x="35394" y="479920"/>
                </a:lnTo>
                <a:lnTo>
                  <a:pt x="75869" y="494855"/>
                </a:lnTo>
                <a:lnTo>
                  <a:pt x="128181" y="506425"/>
                </a:lnTo>
                <a:lnTo>
                  <a:pt x="189826" y="513892"/>
                </a:lnTo>
                <a:lnTo>
                  <a:pt x="258279" y="516534"/>
                </a:lnTo>
                <a:lnTo>
                  <a:pt x="326732" y="513892"/>
                </a:lnTo>
                <a:lnTo>
                  <a:pt x="388366" y="506425"/>
                </a:lnTo>
                <a:lnTo>
                  <a:pt x="440690" y="494855"/>
                </a:lnTo>
                <a:lnTo>
                  <a:pt x="481164" y="479920"/>
                </a:lnTo>
                <a:lnTo>
                  <a:pt x="516547" y="442747"/>
                </a:lnTo>
                <a:lnTo>
                  <a:pt x="516547" y="405841"/>
                </a:lnTo>
                <a:lnTo>
                  <a:pt x="516547" y="368947"/>
                </a:lnTo>
                <a:lnTo>
                  <a:pt x="516547" y="295148"/>
                </a:lnTo>
                <a:close/>
              </a:path>
              <a:path w="516889" h="701039">
                <a:moveTo>
                  <a:pt x="516547" y="110667"/>
                </a:moveTo>
                <a:lnTo>
                  <a:pt x="507288" y="130225"/>
                </a:lnTo>
                <a:lnTo>
                  <a:pt x="481164" y="147840"/>
                </a:lnTo>
                <a:lnTo>
                  <a:pt x="461213" y="155219"/>
                </a:lnTo>
                <a:lnTo>
                  <a:pt x="461213" y="239801"/>
                </a:lnTo>
                <a:lnTo>
                  <a:pt x="459879" y="247357"/>
                </a:lnTo>
                <a:lnTo>
                  <a:pt x="456133" y="253187"/>
                </a:lnTo>
                <a:lnTo>
                  <a:pt x="450316" y="256933"/>
                </a:lnTo>
                <a:lnTo>
                  <a:pt x="442760" y="258254"/>
                </a:lnTo>
                <a:lnTo>
                  <a:pt x="435203" y="256933"/>
                </a:lnTo>
                <a:lnTo>
                  <a:pt x="429387" y="253187"/>
                </a:lnTo>
                <a:lnTo>
                  <a:pt x="425640" y="247357"/>
                </a:lnTo>
                <a:lnTo>
                  <a:pt x="424307" y="239801"/>
                </a:lnTo>
                <a:lnTo>
                  <a:pt x="425640" y="232257"/>
                </a:lnTo>
                <a:lnTo>
                  <a:pt x="429387" y="226428"/>
                </a:lnTo>
                <a:lnTo>
                  <a:pt x="435203" y="222681"/>
                </a:lnTo>
                <a:lnTo>
                  <a:pt x="442760" y="221361"/>
                </a:lnTo>
                <a:lnTo>
                  <a:pt x="450316" y="222681"/>
                </a:lnTo>
                <a:lnTo>
                  <a:pt x="456133" y="226428"/>
                </a:lnTo>
                <a:lnTo>
                  <a:pt x="459879" y="232257"/>
                </a:lnTo>
                <a:lnTo>
                  <a:pt x="461213" y="239801"/>
                </a:lnTo>
                <a:lnTo>
                  <a:pt x="461213" y="155219"/>
                </a:lnTo>
                <a:lnTo>
                  <a:pt x="440690" y="162788"/>
                </a:lnTo>
                <a:lnTo>
                  <a:pt x="388366" y="174345"/>
                </a:lnTo>
                <a:lnTo>
                  <a:pt x="326732" y="181813"/>
                </a:lnTo>
                <a:lnTo>
                  <a:pt x="258279" y="184454"/>
                </a:lnTo>
                <a:lnTo>
                  <a:pt x="189826" y="181813"/>
                </a:lnTo>
                <a:lnTo>
                  <a:pt x="128181" y="174345"/>
                </a:lnTo>
                <a:lnTo>
                  <a:pt x="75869" y="162775"/>
                </a:lnTo>
                <a:lnTo>
                  <a:pt x="35394" y="147840"/>
                </a:lnTo>
                <a:lnTo>
                  <a:pt x="0" y="110667"/>
                </a:lnTo>
                <a:lnTo>
                  <a:pt x="0" y="258254"/>
                </a:lnTo>
                <a:lnTo>
                  <a:pt x="35394" y="295427"/>
                </a:lnTo>
                <a:lnTo>
                  <a:pt x="75869" y="310375"/>
                </a:lnTo>
                <a:lnTo>
                  <a:pt x="128181" y="321932"/>
                </a:lnTo>
                <a:lnTo>
                  <a:pt x="189826" y="329399"/>
                </a:lnTo>
                <a:lnTo>
                  <a:pt x="258279" y="332054"/>
                </a:lnTo>
                <a:lnTo>
                  <a:pt x="326732" y="329399"/>
                </a:lnTo>
                <a:lnTo>
                  <a:pt x="388366" y="321932"/>
                </a:lnTo>
                <a:lnTo>
                  <a:pt x="440690" y="310375"/>
                </a:lnTo>
                <a:lnTo>
                  <a:pt x="481164" y="295427"/>
                </a:lnTo>
                <a:lnTo>
                  <a:pt x="516547" y="258254"/>
                </a:lnTo>
                <a:lnTo>
                  <a:pt x="516547" y="221361"/>
                </a:lnTo>
                <a:lnTo>
                  <a:pt x="516547" y="184454"/>
                </a:lnTo>
                <a:lnTo>
                  <a:pt x="516547" y="110667"/>
                </a:lnTo>
                <a:close/>
              </a:path>
              <a:path w="516889" h="701039">
                <a:moveTo>
                  <a:pt x="516547" y="73761"/>
                </a:moveTo>
                <a:lnTo>
                  <a:pt x="481291" y="36525"/>
                </a:lnTo>
                <a:lnTo>
                  <a:pt x="440905" y="21602"/>
                </a:lnTo>
                <a:lnTo>
                  <a:pt x="388632" y="10071"/>
                </a:lnTo>
                <a:lnTo>
                  <a:pt x="326936" y="2641"/>
                </a:lnTo>
                <a:lnTo>
                  <a:pt x="258279" y="0"/>
                </a:lnTo>
                <a:lnTo>
                  <a:pt x="189623" y="2641"/>
                </a:lnTo>
                <a:lnTo>
                  <a:pt x="127927" y="10071"/>
                </a:lnTo>
                <a:lnTo>
                  <a:pt x="75653" y="21602"/>
                </a:lnTo>
                <a:lnTo>
                  <a:pt x="35267" y="36525"/>
                </a:lnTo>
                <a:lnTo>
                  <a:pt x="0" y="73761"/>
                </a:lnTo>
                <a:lnTo>
                  <a:pt x="9232" y="93383"/>
                </a:lnTo>
                <a:lnTo>
                  <a:pt x="75653" y="125945"/>
                </a:lnTo>
                <a:lnTo>
                  <a:pt x="127927" y="137490"/>
                </a:lnTo>
                <a:lnTo>
                  <a:pt x="189623" y="144919"/>
                </a:lnTo>
                <a:lnTo>
                  <a:pt x="258279" y="147561"/>
                </a:lnTo>
                <a:lnTo>
                  <a:pt x="326936" y="144919"/>
                </a:lnTo>
                <a:lnTo>
                  <a:pt x="388632" y="137490"/>
                </a:lnTo>
                <a:lnTo>
                  <a:pt x="440905" y="125945"/>
                </a:lnTo>
                <a:lnTo>
                  <a:pt x="481291" y="111010"/>
                </a:lnTo>
                <a:lnTo>
                  <a:pt x="516547" y="73761"/>
                </a:lnTo>
                <a:close/>
              </a:path>
            </a:pathLst>
          </a:custGeom>
          <a:solidFill>
            <a:srgbClr val="006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57808" y="2604109"/>
            <a:ext cx="516890" cy="700405"/>
          </a:xfrm>
          <a:custGeom>
            <a:avLst/>
            <a:gdLst/>
            <a:ahLst/>
            <a:cxnLst/>
            <a:rect l="l" t="t" r="r" b="b"/>
            <a:pathLst>
              <a:path w="516889" h="700404">
                <a:moveTo>
                  <a:pt x="516547" y="478828"/>
                </a:moveTo>
                <a:lnTo>
                  <a:pt x="507288" y="498348"/>
                </a:lnTo>
                <a:lnTo>
                  <a:pt x="481164" y="515937"/>
                </a:lnTo>
                <a:lnTo>
                  <a:pt x="461213" y="523290"/>
                </a:lnTo>
                <a:lnTo>
                  <a:pt x="461213" y="607745"/>
                </a:lnTo>
                <a:lnTo>
                  <a:pt x="459879" y="615289"/>
                </a:lnTo>
                <a:lnTo>
                  <a:pt x="456133" y="621093"/>
                </a:lnTo>
                <a:lnTo>
                  <a:pt x="450316" y="624840"/>
                </a:lnTo>
                <a:lnTo>
                  <a:pt x="442760" y="626160"/>
                </a:lnTo>
                <a:lnTo>
                  <a:pt x="435203" y="624840"/>
                </a:lnTo>
                <a:lnTo>
                  <a:pt x="429387" y="621093"/>
                </a:lnTo>
                <a:lnTo>
                  <a:pt x="425640" y="615289"/>
                </a:lnTo>
                <a:lnTo>
                  <a:pt x="424307" y="607745"/>
                </a:lnTo>
                <a:lnTo>
                  <a:pt x="425640" y="600202"/>
                </a:lnTo>
                <a:lnTo>
                  <a:pt x="429387" y="594398"/>
                </a:lnTo>
                <a:lnTo>
                  <a:pt x="435203" y="590651"/>
                </a:lnTo>
                <a:lnTo>
                  <a:pt x="442760" y="589330"/>
                </a:lnTo>
                <a:lnTo>
                  <a:pt x="450316" y="590651"/>
                </a:lnTo>
                <a:lnTo>
                  <a:pt x="456133" y="594398"/>
                </a:lnTo>
                <a:lnTo>
                  <a:pt x="459879" y="600202"/>
                </a:lnTo>
                <a:lnTo>
                  <a:pt x="461213" y="607745"/>
                </a:lnTo>
                <a:lnTo>
                  <a:pt x="461213" y="523290"/>
                </a:lnTo>
                <a:lnTo>
                  <a:pt x="440690" y="530847"/>
                </a:lnTo>
                <a:lnTo>
                  <a:pt x="388366" y="542391"/>
                </a:lnTo>
                <a:lnTo>
                  <a:pt x="326732" y="549846"/>
                </a:lnTo>
                <a:lnTo>
                  <a:pt x="258279" y="552488"/>
                </a:lnTo>
                <a:lnTo>
                  <a:pt x="189826" y="549846"/>
                </a:lnTo>
                <a:lnTo>
                  <a:pt x="128181" y="542391"/>
                </a:lnTo>
                <a:lnTo>
                  <a:pt x="75869" y="530847"/>
                </a:lnTo>
                <a:lnTo>
                  <a:pt x="35394" y="515937"/>
                </a:lnTo>
                <a:lnTo>
                  <a:pt x="0" y="478828"/>
                </a:lnTo>
                <a:lnTo>
                  <a:pt x="0" y="626160"/>
                </a:lnTo>
                <a:lnTo>
                  <a:pt x="35394" y="663270"/>
                </a:lnTo>
                <a:lnTo>
                  <a:pt x="75869" y="678192"/>
                </a:lnTo>
                <a:lnTo>
                  <a:pt x="128181" y="689737"/>
                </a:lnTo>
                <a:lnTo>
                  <a:pt x="189826" y="697191"/>
                </a:lnTo>
                <a:lnTo>
                  <a:pt x="258279" y="699833"/>
                </a:lnTo>
                <a:lnTo>
                  <a:pt x="326732" y="697191"/>
                </a:lnTo>
                <a:lnTo>
                  <a:pt x="388366" y="689737"/>
                </a:lnTo>
                <a:lnTo>
                  <a:pt x="440690" y="678192"/>
                </a:lnTo>
                <a:lnTo>
                  <a:pt x="481164" y="663270"/>
                </a:lnTo>
                <a:lnTo>
                  <a:pt x="516547" y="626160"/>
                </a:lnTo>
                <a:lnTo>
                  <a:pt x="516547" y="589330"/>
                </a:lnTo>
                <a:lnTo>
                  <a:pt x="516547" y="552488"/>
                </a:lnTo>
                <a:lnTo>
                  <a:pt x="516547" y="478828"/>
                </a:lnTo>
                <a:close/>
              </a:path>
              <a:path w="516889" h="700404">
                <a:moveTo>
                  <a:pt x="516547" y="294652"/>
                </a:moveTo>
                <a:lnTo>
                  <a:pt x="507288" y="314172"/>
                </a:lnTo>
                <a:lnTo>
                  <a:pt x="481164" y="331762"/>
                </a:lnTo>
                <a:lnTo>
                  <a:pt x="461213" y="339128"/>
                </a:lnTo>
                <a:lnTo>
                  <a:pt x="461213" y="423570"/>
                </a:lnTo>
                <a:lnTo>
                  <a:pt x="459879" y="431114"/>
                </a:lnTo>
                <a:lnTo>
                  <a:pt x="456133" y="436918"/>
                </a:lnTo>
                <a:lnTo>
                  <a:pt x="450316" y="440664"/>
                </a:lnTo>
                <a:lnTo>
                  <a:pt x="442760" y="441985"/>
                </a:lnTo>
                <a:lnTo>
                  <a:pt x="435203" y="440664"/>
                </a:lnTo>
                <a:lnTo>
                  <a:pt x="429387" y="436918"/>
                </a:lnTo>
                <a:lnTo>
                  <a:pt x="425640" y="431114"/>
                </a:lnTo>
                <a:lnTo>
                  <a:pt x="424307" y="423570"/>
                </a:lnTo>
                <a:lnTo>
                  <a:pt x="425640" y="416026"/>
                </a:lnTo>
                <a:lnTo>
                  <a:pt x="429387" y="410222"/>
                </a:lnTo>
                <a:lnTo>
                  <a:pt x="435203" y="406476"/>
                </a:lnTo>
                <a:lnTo>
                  <a:pt x="442760" y="405155"/>
                </a:lnTo>
                <a:lnTo>
                  <a:pt x="450316" y="406476"/>
                </a:lnTo>
                <a:lnTo>
                  <a:pt x="456133" y="410222"/>
                </a:lnTo>
                <a:lnTo>
                  <a:pt x="459879" y="416026"/>
                </a:lnTo>
                <a:lnTo>
                  <a:pt x="461213" y="423570"/>
                </a:lnTo>
                <a:lnTo>
                  <a:pt x="461213" y="339128"/>
                </a:lnTo>
                <a:lnTo>
                  <a:pt x="440690" y="346684"/>
                </a:lnTo>
                <a:lnTo>
                  <a:pt x="388366" y="358228"/>
                </a:lnTo>
                <a:lnTo>
                  <a:pt x="326732" y="365671"/>
                </a:lnTo>
                <a:lnTo>
                  <a:pt x="258279" y="368312"/>
                </a:lnTo>
                <a:lnTo>
                  <a:pt x="189826" y="365671"/>
                </a:lnTo>
                <a:lnTo>
                  <a:pt x="128181" y="358228"/>
                </a:lnTo>
                <a:lnTo>
                  <a:pt x="75869" y="346684"/>
                </a:lnTo>
                <a:lnTo>
                  <a:pt x="35394" y="331762"/>
                </a:lnTo>
                <a:lnTo>
                  <a:pt x="0" y="294652"/>
                </a:lnTo>
                <a:lnTo>
                  <a:pt x="0" y="441985"/>
                </a:lnTo>
                <a:lnTo>
                  <a:pt x="35394" y="479094"/>
                </a:lnTo>
                <a:lnTo>
                  <a:pt x="75869" y="494017"/>
                </a:lnTo>
                <a:lnTo>
                  <a:pt x="128181" y="505561"/>
                </a:lnTo>
                <a:lnTo>
                  <a:pt x="189826" y="513016"/>
                </a:lnTo>
                <a:lnTo>
                  <a:pt x="258279" y="515658"/>
                </a:lnTo>
                <a:lnTo>
                  <a:pt x="326732" y="513016"/>
                </a:lnTo>
                <a:lnTo>
                  <a:pt x="388366" y="505561"/>
                </a:lnTo>
                <a:lnTo>
                  <a:pt x="440690" y="494017"/>
                </a:lnTo>
                <a:lnTo>
                  <a:pt x="481164" y="479094"/>
                </a:lnTo>
                <a:lnTo>
                  <a:pt x="516547" y="441985"/>
                </a:lnTo>
                <a:lnTo>
                  <a:pt x="516547" y="405155"/>
                </a:lnTo>
                <a:lnTo>
                  <a:pt x="516547" y="368312"/>
                </a:lnTo>
                <a:lnTo>
                  <a:pt x="516547" y="294652"/>
                </a:lnTo>
                <a:close/>
              </a:path>
              <a:path w="516889" h="700404">
                <a:moveTo>
                  <a:pt x="516547" y="110477"/>
                </a:moveTo>
                <a:lnTo>
                  <a:pt x="507288" y="129997"/>
                </a:lnTo>
                <a:lnTo>
                  <a:pt x="481164" y="147586"/>
                </a:lnTo>
                <a:lnTo>
                  <a:pt x="461213" y="154952"/>
                </a:lnTo>
                <a:lnTo>
                  <a:pt x="461213" y="239395"/>
                </a:lnTo>
                <a:lnTo>
                  <a:pt x="459879" y="246938"/>
                </a:lnTo>
                <a:lnTo>
                  <a:pt x="456133" y="252755"/>
                </a:lnTo>
                <a:lnTo>
                  <a:pt x="450316" y="256489"/>
                </a:lnTo>
                <a:lnTo>
                  <a:pt x="442760" y="257810"/>
                </a:lnTo>
                <a:lnTo>
                  <a:pt x="435203" y="256489"/>
                </a:lnTo>
                <a:lnTo>
                  <a:pt x="429387" y="252755"/>
                </a:lnTo>
                <a:lnTo>
                  <a:pt x="425640" y="246938"/>
                </a:lnTo>
                <a:lnTo>
                  <a:pt x="424307" y="239395"/>
                </a:lnTo>
                <a:lnTo>
                  <a:pt x="425640" y="231851"/>
                </a:lnTo>
                <a:lnTo>
                  <a:pt x="429387" y="226047"/>
                </a:lnTo>
                <a:lnTo>
                  <a:pt x="435203" y="222300"/>
                </a:lnTo>
                <a:lnTo>
                  <a:pt x="442760" y="220980"/>
                </a:lnTo>
                <a:lnTo>
                  <a:pt x="450316" y="222300"/>
                </a:lnTo>
                <a:lnTo>
                  <a:pt x="456133" y="226047"/>
                </a:lnTo>
                <a:lnTo>
                  <a:pt x="459879" y="231851"/>
                </a:lnTo>
                <a:lnTo>
                  <a:pt x="461213" y="239395"/>
                </a:lnTo>
                <a:lnTo>
                  <a:pt x="461213" y="154952"/>
                </a:lnTo>
                <a:lnTo>
                  <a:pt x="440690" y="162509"/>
                </a:lnTo>
                <a:lnTo>
                  <a:pt x="388366" y="174053"/>
                </a:lnTo>
                <a:lnTo>
                  <a:pt x="326732" y="181495"/>
                </a:lnTo>
                <a:lnTo>
                  <a:pt x="258279" y="184150"/>
                </a:lnTo>
                <a:lnTo>
                  <a:pt x="189826" y="181495"/>
                </a:lnTo>
                <a:lnTo>
                  <a:pt x="128181" y="174053"/>
                </a:lnTo>
                <a:lnTo>
                  <a:pt x="75869" y="162509"/>
                </a:lnTo>
                <a:lnTo>
                  <a:pt x="35394" y="147586"/>
                </a:lnTo>
                <a:lnTo>
                  <a:pt x="0" y="110477"/>
                </a:lnTo>
                <a:lnTo>
                  <a:pt x="0" y="257810"/>
                </a:lnTo>
                <a:lnTo>
                  <a:pt x="35394" y="294919"/>
                </a:lnTo>
                <a:lnTo>
                  <a:pt x="75869" y="309841"/>
                </a:lnTo>
                <a:lnTo>
                  <a:pt x="128181" y="321386"/>
                </a:lnTo>
                <a:lnTo>
                  <a:pt x="189826" y="328841"/>
                </a:lnTo>
                <a:lnTo>
                  <a:pt x="258279" y="331482"/>
                </a:lnTo>
                <a:lnTo>
                  <a:pt x="326732" y="328841"/>
                </a:lnTo>
                <a:lnTo>
                  <a:pt x="388366" y="321386"/>
                </a:lnTo>
                <a:lnTo>
                  <a:pt x="440690" y="309841"/>
                </a:lnTo>
                <a:lnTo>
                  <a:pt x="481164" y="294919"/>
                </a:lnTo>
                <a:lnTo>
                  <a:pt x="516547" y="257810"/>
                </a:lnTo>
                <a:lnTo>
                  <a:pt x="516547" y="220980"/>
                </a:lnTo>
                <a:lnTo>
                  <a:pt x="516547" y="184150"/>
                </a:lnTo>
                <a:lnTo>
                  <a:pt x="516547" y="110477"/>
                </a:lnTo>
                <a:close/>
              </a:path>
              <a:path w="516889" h="700404">
                <a:moveTo>
                  <a:pt x="516547" y="73634"/>
                </a:moveTo>
                <a:lnTo>
                  <a:pt x="481291" y="36461"/>
                </a:lnTo>
                <a:lnTo>
                  <a:pt x="440905" y="21564"/>
                </a:lnTo>
                <a:lnTo>
                  <a:pt x="388632" y="10045"/>
                </a:lnTo>
                <a:lnTo>
                  <a:pt x="326936" y="2628"/>
                </a:lnTo>
                <a:lnTo>
                  <a:pt x="258279" y="0"/>
                </a:lnTo>
                <a:lnTo>
                  <a:pt x="189623" y="2628"/>
                </a:lnTo>
                <a:lnTo>
                  <a:pt x="127927" y="10045"/>
                </a:lnTo>
                <a:lnTo>
                  <a:pt x="75653" y="21564"/>
                </a:lnTo>
                <a:lnTo>
                  <a:pt x="35267" y="36461"/>
                </a:lnTo>
                <a:lnTo>
                  <a:pt x="0" y="73634"/>
                </a:lnTo>
                <a:lnTo>
                  <a:pt x="9232" y="93230"/>
                </a:lnTo>
                <a:lnTo>
                  <a:pt x="75653" y="125730"/>
                </a:lnTo>
                <a:lnTo>
                  <a:pt x="127927" y="137248"/>
                </a:lnTo>
                <a:lnTo>
                  <a:pt x="189623" y="144678"/>
                </a:lnTo>
                <a:lnTo>
                  <a:pt x="258279" y="147307"/>
                </a:lnTo>
                <a:lnTo>
                  <a:pt x="326936" y="144678"/>
                </a:lnTo>
                <a:lnTo>
                  <a:pt x="388632" y="137248"/>
                </a:lnTo>
                <a:lnTo>
                  <a:pt x="440905" y="125730"/>
                </a:lnTo>
                <a:lnTo>
                  <a:pt x="481291" y="110820"/>
                </a:lnTo>
                <a:lnTo>
                  <a:pt x="516547" y="73634"/>
                </a:lnTo>
                <a:close/>
              </a:path>
            </a:pathLst>
          </a:custGeom>
          <a:solidFill>
            <a:srgbClr val="006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1960626" y="1690746"/>
            <a:ext cx="3985260" cy="1908175"/>
            <a:chOff x="1960626" y="1690746"/>
            <a:chExt cx="3985260" cy="1908175"/>
          </a:xfrm>
        </p:grpSpPr>
        <p:sp>
          <p:nvSpPr>
            <p:cNvPr id="6" name="object 6"/>
            <p:cNvSpPr/>
            <p:nvPr/>
          </p:nvSpPr>
          <p:spPr>
            <a:xfrm>
              <a:off x="4540085" y="1690750"/>
              <a:ext cx="1405890" cy="1908175"/>
            </a:xfrm>
            <a:custGeom>
              <a:avLst/>
              <a:gdLst/>
              <a:ahLst/>
              <a:cxnLst/>
              <a:rect l="l" t="t" r="r" b="b"/>
              <a:pathLst>
                <a:path w="1405889" h="1908175">
                  <a:moveTo>
                    <a:pt x="1405597" y="1305153"/>
                  </a:moveTo>
                  <a:lnTo>
                    <a:pt x="1391259" y="1345501"/>
                  </a:lnTo>
                  <a:lnTo>
                    <a:pt x="1350137" y="1383131"/>
                  </a:lnTo>
                  <a:lnTo>
                    <a:pt x="1285151" y="1417231"/>
                  </a:lnTo>
                  <a:lnTo>
                    <a:pt x="1255001" y="1428737"/>
                  </a:lnTo>
                  <a:lnTo>
                    <a:pt x="1255001" y="1656575"/>
                  </a:lnTo>
                  <a:lnTo>
                    <a:pt x="1251394" y="1677123"/>
                  </a:lnTo>
                  <a:lnTo>
                    <a:pt x="1241196" y="1692960"/>
                  </a:lnTo>
                  <a:lnTo>
                    <a:pt x="1225346" y="1703158"/>
                  </a:lnTo>
                  <a:lnTo>
                    <a:pt x="1204798" y="1706778"/>
                  </a:lnTo>
                  <a:lnTo>
                    <a:pt x="1184249" y="1703158"/>
                  </a:lnTo>
                  <a:lnTo>
                    <a:pt x="1168400" y="1692960"/>
                  </a:lnTo>
                  <a:lnTo>
                    <a:pt x="1158201" y="1677123"/>
                  </a:lnTo>
                  <a:lnTo>
                    <a:pt x="1154595" y="1656575"/>
                  </a:lnTo>
                  <a:lnTo>
                    <a:pt x="1158201" y="1636014"/>
                  </a:lnTo>
                  <a:lnTo>
                    <a:pt x="1168400" y="1620177"/>
                  </a:lnTo>
                  <a:lnTo>
                    <a:pt x="1184249" y="1609979"/>
                  </a:lnTo>
                  <a:lnTo>
                    <a:pt x="1204798" y="1606372"/>
                  </a:lnTo>
                  <a:lnTo>
                    <a:pt x="1225346" y="1609979"/>
                  </a:lnTo>
                  <a:lnTo>
                    <a:pt x="1241196" y="1620177"/>
                  </a:lnTo>
                  <a:lnTo>
                    <a:pt x="1251394" y="1636014"/>
                  </a:lnTo>
                  <a:lnTo>
                    <a:pt x="1255001" y="1656575"/>
                  </a:lnTo>
                  <a:lnTo>
                    <a:pt x="1255001" y="1428737"/>
                  </a:lnTo>
                  <a:lnTo>
                    <a:pt x="1199146" y="1446974"/>
                  </a:lnTo>
                  <a:lnTo>
                    <a:pt x="1149172" y="1459966"/>
                  </a:lnTo>
                  <a:lnTo>
                    <a:pt x="1095032" y="1471549"/>
                  </a:lnTo>
                  <a:lnTo>
                    <a:pt x="1037082" y="1481632"/>
                  </a:lnTo>
                  <a:lnTo>
                    <a:pt x="975677" y="1490116"/>
                  </a:lnTo>
                  <a:lnTo>
                    <a:pt x="911199" y="1496898"/>
                  </a:lnTo>
                  <a:lnTo>
                    <a:pt x="843978" y="1501863"/>
                  </a:lnTo>
                  <a:lnTo>
                    <a:pt x="774395" y="1504924"/>
                  </a:lnTo>
                  <a:lnTo>
                    <a:pt x="702792" y="1505966"/>
                  </a:lnTo>
                  <a:lnTo>
                    <a:pt x="631202" y="1504924"/>
                  </a:lnTo>
                  <a:lnTo>
                    <a:pt x="561619" y="1501863"/>
                  </a:lnTo>
                  <a:lnTo>
                    <a:pt x="494398" y="1496898"/>
                  </a:lnTo>
                  <a:lnTo>
                    <a:pt x="429920" y="1490116"/>
                  </a:lnTo>
                  <a:lnTo>
                    <a:pt x="368515" y="1481632"/>
                  </a:lnTo>
                  <a:lnTo>
                    <a:pt x="310565" y="1471549"/>
                  </a:lnTo>
                  <a:lnTo>
                    <a:pt x="256425" y="1459966"/>
                  </a:lnTo>
                  <a:lnTo>
                    <a:pt x="206451" y="1446974"/>
                  </a:lnTo>
                  <a:lnTo>
                    <a:pt x="160997" y="1432699"/>
                  </a:lnTo>
                  <a:lnTo>
                    <a:pt x="120446" y="1417231"/>
                  </a:lnTo>
                  <a:lnTo>
                    <a:pt x="85140" y="1400670"/>
                  </a:lnTo>
                  <a:lnTo>
                    <a:pt x="31737" y="1364703"/>
                  </a:lnTo>
                  <a:lnTo>
                    <a:pt x="3644" y="1325613"/>
                  </a:lnTo>
                  <a:lnTo>
                    <a:pt x="0" y="1305153"/>
                  </a:lnTo>
                  <a:lnTo>
                    <a:pt x="0" y="1706778"/>
                  </a:lnTo>
                  <a:lnTo>
                    <a:pt x="14338" y="1747113"/>
                  </a:lnTo>
                  <a:lnTo>
                    <a:pt x="55460" y="1784743"/>
                  </a:lnTo>
                  <a:lnTo>
                    <a:pt x="120446" y="1818843"/>
                  </a:lnTo>
                  <a:lnTo>
                    <a:pt x="160997" y="1834311"/>
                  </a:lnTo>
                  <a:lnTo>
                    <a:pt x="206451" y="1848586"/>
                  </a:lnTo>
                  <a:lnTo>
                    <a:pt x="256425" y="1861578"/>
                  </a:lnTo>
                  <a:lnTo>
                    <a:pt x="310565" y="1873161"/>
                  </a:lnTo>
                  <a:lnTo>
                    <a:pt x="368515" y="1883244"/>
                  </a:lnTo>
                  <a:lnTo>
                    <a:pt x="429920" y="1891728"/>
                  </a:lnTo>
                  <a:lnTo>
                    <a:pt x="494398" y="1898510"/>
                  </a:lnTo>
                  <a:lnTo>
                    <a:pt x="561619" y="1903476"/>
                  </a:lnTo>
                  <a:lnTo>
                    <a:pt x="631202" y="1906536"/>
                  </a:lnTo>
                  <a:lnTo>
                    <a:pt x="702805" y="1907578"/>
                  </a:lnTo>
                  <a:lnTo>
                    <a:pt x="774395" y="1906536"/>
                  </a:lnTo>
                  <a:lnTo>
                    <a:pt x="843978" y="1903476"/>
                  </a:lnTo>
                  <a:lnTo>
                    <a:pt x="911199" y="1898510"/>
                  </a:lnTo>
                  <a:lnTo>
                    <a:pt x="975677" y="1891728"/>
                  </a:lnTo>
                  <a:lnTo>
                    <a:pt x="1037082" y="1883244"/>
                  </a:lnTo>
                  <a:lnTo>
                    <a:pt x="1095032" y="1873161"/>
                  </a:lnTo>
                  <a:lnTo>
                    <a:pt x="1149172" y="1861578"/>
                  </a:lnTo>
                  <a:lnTo>
                    <a:pt x="1199146" y="1848586"/>
                  </a:lnTo>
                  <a:lnTo>
                    <a:pt x="1244600" y="1834311"/>
                  </a:lnTo>
                  <a:lnTo>
                    <a:pt x="1285151" y="1818843"/>
                  </a:lnTo>
                  <a:lnTo>
                    <a:pt x="1320457" y="1802282"/>
                  </a:lnTo>
                  <a:lnTo>
                    <a:pt x="1373860" y="1766316"/>
                  </a:lnTo>
                  <a:lnTo>
                    <a:pt x="1401953" y="1727225"/>
                  </a:lnTo>
                  <a:lnTo>
                    <a:pt x="1405597" y="1706778"/>
                  </a:lnTo>
                  <a:lnTo>
                    <a:pt x="1405597" y="1606372"/>
                  </a:lnTo>
                  <a:lnTo>
                    <a:pt x="1405597" y="1505966"/>
                  </a:lnTo>
                  <a:lnTo>
                    <a:pt x="1405597" y="1305153"/>
                  </a:lnTo>
                  <a:close/>
                </a:path>
                <a:path w="1405889" h="1908175">
                  <a:moveTo>
                    <a:pt x="1405597" y="803148"/>
                  </a:moveTo>
                  <a:lnTo>
                    <a:pt x="1391259" y="843483"/>
                  </a:lnTo>
                  <a:lnTo>
                    <a:pt x="1350137" y="881113"/>
                  </a:lnTo>
                  <a:lnTo>
                    <a:pt x="1285151" y="915212"/>
                  </a:lnTo>
                  <a:lnTo>
                    <a:pt x="1255001" y="926719"/>
                  </a:lnTo>
                  <a:lnTo>
                    <a:pt x="1255001" y="1154557"/>
                  </a:lnTo>
                  <a:lnTo>
                    <a:pt x="1251394" y="1175105"/>
                  </a:lnTo>
                  <a:lnTo>
                    <a:pt x="1241196" y="1190955"/>
                  </a:lnTo>
                  <a:lnTo>
                    <a:pt x="1225346" y="1201153"/>
                  </a:lnTo>
                  <a:lnTo>
                    <a:pt x="1204798" y="1204760"/>
                  </a:lnTo>
                  <a:lnTo>
                    <a:pt x="1184249" y="1201153"/>
                  </a:lnTo>
                  <a:lnTo>
                    <a:pt x="1168400" y="1190955"/>
                  </a:lnTo>
                  <a:lnTo>
                    <a:pt x="1158201" y="1175105"/>
                  </a:lnTo>
                  <a:lnTo>
                    <a:pt x="1154595" y="1154557"/>
                  </a:lnTo>
                  <a:lnTo>
                    <a:pt x="1158201" y="1134008"/>
                  </a:lnTo>
                  <a:lnTo>
                    <a:pt x="1168400" y="1118158"/>
                  </a:lnTo>
                  <a:lnTo>
                    <a:pt x="1184249" y="1107960"/>
                  </a:lnTo>
                  <a:lnTo>
                    <a:pt x="1204798" y="1104353"/>
                  </a:lnTo>
                  <a:lnTo>
                    <a:pt x="1225346" y="1107960"/>
                  </a:lnTo>
                  <a:lnTo>
                    <a:pt x="1241196" y="1118158"/>
                  </a:lnTo>
                  <a:lnTo>
                    <a:pt x="1251394" y="1134008"/>
                  </a:lnTo>
                  <a:lnTo>
                    <a:pt x="1255001" y="1154557"/>
                  </a:lnTo>
                  <a:lnTo>
                    <a:pt x="1255001" y="926719"/>
                  </a:lnTo>
                  <a:lnTo>
                    <a:pt x="1199146" y="944968"/>
                  </a:lnTo>
                  <a:lnTo>
                    <a:pt x="1149172" y="957948"/>
                  </a:lnTo>
                  <a:lnTo>
                    <a:pt x="1095032" y="969530"/>
                  </a:lnTo>
                  <a:lnTo>
                    <a:pt x="1037082" y="979627"/>
                  </a:lnTo>
                  <a:lnTo>
                    <a:pt x="975677" y="988110"/>
                  </a:lnTo>
                  <a:lnTo>
                    <a:pt x="911199" y="994879"/>
                  </a:lnTo>
                  <a:lnTo>
                    <a:pt x="843978" y="999845"/>
                  </a:lnTo>
                  <a:lnTo>
                    <a:pt x="774395" y="1002906"/>
                  </a:lnTo>
                  <a:lnTo>
                    <a:pt x="702792" y="1003947"/>
                  </a:lnTo>
                  <a:lnTo>
                    <a:pt x="631202" y="1002906"/>
                  </a:lnTo>
                  <a:lnTo>
                    <a:pt x="561619" y="999845"/>
                  </a:lnTo>
                  <a:lnTo>
                    <a:pt x="494398" y="994879"/>
                  </a:lnTo>
                  <a:lnTo>
                    <a:pt x="429920" y="988110"/>
                  </a:lnTo>
                  <a:lnTo>
                    <a:pt x="368515" y="979627"/>
                  </a:lnTo>
                  <a:lnTo>
                    <a:pt x="310565" y="969530"/>
                  </a:lnTo>
                  <a:lnTo>
                    <a:pt x="256425" y="957948"/>
                  </a:lnTo>
                  <a:lnTo>
                    <a:pt x="206451" y="944968"/>
                  </a:lnTo>
                  <a:lnTo>
                    <a:pt x="160997" y="930681"/>
                  </a:lnTo>
                  <a:lnTo>
                    <a:pt x="120446" y="915212"/>
                  </a:lnTo>
                  <a:lnTo>
                    <a:pt x="85140" y="898652"/>
                  </a:lnTo>
                  <a:lnTo>
                    <a:pt x="31737" y="862685"/>
                  </a:lnTo>
                  <a:lnTo>
                    <a:pt x="3644" y="823595"/>
                  </a:lnTo>
                  <a:lnTo>
                    <a:pt x="0" y="803148"/>
                  </a:lnTo>
                  <a:lnTo>
                    <a:pt x="0" y="1204760"/>
                  </a:lnTo>
                  <a:lnTo>
                    <a:pt x="14338" y="1245095"/>
                  </a:lnTo>
                  <a:lnTo>
                    <a:pt x="55460" y="1282725"/>
                  </a:lnTo>
                  <a:lnTo>
                    <a:pt x="120446" y="1316824"/>
                  </a:lnTo>
                  <a:lnTo>
                    <a:pt x="160997" y="1332293"/>
                  </a:lnTo>
                  <a:lnTo>
                    <a:pt x="206451" y="1346581"/>
                  </a:lnTo>
                  <a:lnTo>
                    <a:pt x="256425" y="1359560"/>
                  </a:lnTo>
                  <a:lnTo>
                    <a:pt x="310565" y="1371142"/>
                  </a:lnTo>
                  <a:lnTo>
                    <a:pt x="368515" y="1381239"/>
                  </a:lnTo>
                  <a:lnTo>
                    <a:pt x="429920" y="1389722"/>
                  </a:lnTo>
                  <a:lnTo>
                    <a:pt x="494398" y="1396492"/>
                  </a:lnTo>
                  <a:lnTo>
                    <a:pt x="561619" y="1401470"/>
                  </a:lnTo>
                  <a:lnTo>
                    <a:pt x="631202" y="1404518"/>
                  </a:lnTo>
                  <a:lnTo>
                    <a:pt x="702792" y="1405559"/>
                  </a:lnTo>
                  <a:lnTo>
                    <a:pt x="774395" y="1404518"/>
                  </a:lnTo>
                  <a:lnTo>
                    <a:pt x="843978" y="1401470"/>
                  </a:lnTo>
                  <a:lnTo>
                    <a:pt x="911199" y="1396492"/>
                  </a:lnTo>
                  <a:lnTo>
                    <a:pt x="975677" y="1389722"/>
                  </a:lnTo>
                  <a:lnTo>
                    <a:pt x="1037082" y="1381239"/>
                  </a:lnTo>
                  <a:lnTo>
                    <a:pt x="1095032" y="1371142"/>
                  </a:lnTo>
                  <a:lnTo>
                    <a:pt x="1149172" y="1359560"/>
                  </a:lnTo>
                  <a:lnTo>
                    <a:pt x="1199146" y="1346581"/>
                  </a:lnTo>
                  <a:lnTo>
                    <a:pt x="1244600" y="1332293"/>
                  </a:lnTo>
                  <a:lnTo>
                    <a:pt x="1285151" y="1316824"/>
                  </a:lnTo>
                  <a:lnTo>
                    <a:pt x="1320457" y="1300264"/>
                  </a:lnTo>
                  <a:lnTo>
                    <a:pt x="1373860" y="1264297"/>
                  </a:lnTo>
                  <a:lnTo>
                    <a:pt x="1401953" y="1225207"/>
                  </a:lnTo>
                  <a:lnTo>
                    <a:pt x="1405597" y="1204760"/>
                  </a:lnTo>
                  <a:lnTo>
                    <a:pt x="1405597" y="1104353"/>
                  </a:lnTo>
                  <a:lnTo>
                    <a:pt x="1405597" y="1003947"/>
                  </a:lnTo>
                  <a:lnTo>
                    <a:pt x="1405597" y="803148"/>
                  </a:lnTo>
                  <a:close/>
                </a:path>
                <a:path w="1405889" h="1908175">
                  <a:moveTo>
                    <a:pt x="1405597" y="301129"/>
                  </a:moveTo>
                  <a:lnTo>
                    <a:pt x="1391259" y="341464"/>
                  </a:lnTo>
                  <a:lnTo>
                    <a:pt x="1350137" y="379095"/>
                  </a:lnTo>
                  <a:lnTo>
                    <a:pt x="1285151" y="413194"/>
                  </a:lnTo>
                  <a:lnTo>
                    <a:pt x="1255001" y="424700"/>
                  </a:lnTo>
                  <a:lnTo>
                    <a:pt x="1255001" y="652538"/>
                  </a:lnTo>
                  <a:lnTo>
                    <a:pt x="1251394" y="673087"/>
                  </a:lnTo>
                  <a:lnTo>
                    <a:pt x="1241196" y="688936"/>
                  </a:lnTo>
                  <a:lnTo>
                    <a:pt x="1225346" y="699135"/>
                  </a:lnTo>
                  <a:lnTo>
                    <a:pt x="1204798" y="702741"/>
                  </a:lnTo>
                  <a:lnTo>
                    <a:pt x="1184249" y="699135"/>
                  </a:lnTo>
                  <a:lnTo>
                    <a:pt x="1168400" y="688936"/>
                  </a:lnTo>
                  <a:lnTo>
                    <a:pt x="1158201" y="673087"/>
                  </a:lnTo>
                  <a:lnTo>
                    <a:pt x="1154595" y="652538"/>
                  </a:lnTo>
                  <a:lnTo>
                    <a:pt x="1158201" y="631990"/>
                  </a:lnTo>
                  <a:lnTo>
                    <a:pt x="1168400" y="616140"/>
                  </a:lnTo>
                  <a:lnTo>
                    <a:pt x="1184249" y="605942"/>
                  </a:lnTo>
                  <a:lnTo>
                    <a:pt x="1204798" y="602335"/>
                  </a:lnTo>
                  <a:lnTo>
                    <a:pt x="1225346" y="605942"/>
                  </a:lnTo>
                  <a:lnTo>
                    <a:pt x="1241196" y="616140"/>
                  </a:lnTo>
                  <a:lnTo>
                    <a:pt x="1251394" y="631990"/>
                  </a:lnTo>
                  <a:lnTo>
                    <a:pt x="1255001" y="652538"/>
                  </a:lnTo>
                  <a:lnTo>
                    <a:pt x="1255001" y="424700"/>
                  </a:lnTo>
                  <a:lnTo>
                    <a:pt x="1199146" y="442950"/>
                  </a:lnTo>
                  <a:lnTo>
                    <a:pt x="1149172" y="455930"/>
                  </a:lnTo>
                  <a:lnTo>
                    <a:pt x="1095032" y="467512"/>
                  </a:lnTo>
                  <a:lnTo>
                    <a:pt x="1037082" y="477608"/>
                  </a:lnTo>
                  <a:lnTo>
                    <a:pt x="975677" y="486092"/>
                  </a:lnTo>
                  <a:lnTo>
                    <a:pt x="911199" y="492861"/>
                  </a:lnTo>
                  <a:lnTo>
                    <a:pt x="843978" y="497840"/>
                  </a:lnTo>
                  <a:lnTo>
                    <a:pt x="774395" y="500888"/>
                  </a:lnTo>
                  <a:lnTo>
                    <a:pt x="702792" y="501929"/>
                  </a:lnTo>
                  <a:lnTo>
                    <a:pt x="631202" y="500888"/>
                  </a:lnTo>
                  <a:lnTo>
                    <a:pt x="561619" y="497840"/>
                  </a:lnTo>
                  <a:lnTo>
                    <a:pt x="494398" y="492861"/>
                  </a:lnTo>
                  <a:lnTo>
                    <a:pt x="429920" y="486092"/>
                  </a:lnTo>
                  <a:lnTo>
                    <a:pt x="368515" y="477608"/>
                  </a:lnTo>
                  <a:lnTo>
                    <a:pt x="310565" y="467512"/>
                  </a:lnTo>
                  <a:lnTo>
                    <a:pt x="256425" y="455930"/>
                  </a:lnTo>
                  <a:lnTo>
                    <a:pt x="206451" y="442950"/>
                  </a:lnTo>
                  <a:lnTo>
                    <a:pt x="160997" y="428663"/>
                  </a:lnTo>
                  <a:lnTo>
                    <a:pt x="120446" y="413194"/>
                  </a:lnTo>
                  <a:lnTo>
                    <a:pt x="85140" y="396646"/>
                  </a:lnTo>
                  <a:lnTo>
                    <a:pt x="31737" y="360667"/>
                  </a:lnTo>
                  <a:lnTo>
                    <a:pt x="3644" y="321589"/>
                  </a:lnTo>
                  <a:lnTo>
                    <a:pt x="0" y="301129"/>
                  </a:lnTo>
                  <a:lnTo>
                    <a:pt x="0" y="702741"/>
                  </a:lnTo>
                  <a:lnTo>
                    <a:pt x="14338" y="743077"/>
                  </a:lnTo>
                  <a:lnTo>
                    <a:pt x="55460" y="780707"/>
                  </a:lnTo>
                  <a:lnTo>
                    <a:pt x="120446" y="814806"/>
                  </a:lnTo>
                  <a:lnTo>
                    <a:pt x="160997" y="830275"/>
                  </a:lnTo>
                  <a:lnTo>
                    <a:pt x="206451" y="844562"/>
                  </a:lnTo>
                  <a:lnTo>
                    <a:pt x="256425" y="857542"/>
                  </a:lnTo>
                  <a:lnTo>
                    <a:pt x="310565" y="869137"/>
                  </a:lnTo>
                  <a:lnTo>
                    <a:pt x="368515" y="879221"/>
                  </a:lnTo>
                  <a:lnTo>
                    <a:pt x="429920" y="887704"/>
                  </a:lnTo>
                  <a:lnTo>
                    <a:pt x="494398" y="894473"/>
                  </a:lnTo>
                  <a:lnTo>
                    <a:pt x="561619" y="899452"/>
                  </a:lnTo>
                  <a:lnTo>
                    <a:pt x="631202" y="902500"/>
                  </a:lnTo>
                  <a:lnTo>
                    <a:pt x="702792" y="903541"/>
                  </a:lnTo>
                  <a:lnTo>
                    <a:pt x="774395" y="902500"/>
                  </a:lnTo>
                  <a:lnTo>
                    <a:pt x="843978" y="899452"/>
                  </a:lnTo>
                  <a:lnTo>
                    <a:pt x="911199" y="894473"/>
                  </a:lnTo>
                  <a:lnTo>
                    <a:pt x="975677" y="887704"/>
                  </a:lnTo>
                  <a:lnTo>
                    <a:pt x="1037082" y="879221"/>
                  </a:lnTo>
                  <a:lnTo>
                    <a:pt x="1095032" y="869137"/>
                  </a:lnTo>
                  <a:lnTo>
                    <a:pt x="1149172" y="857542"/>
                  </a:lnTo>
                  <a:lnTo>
                    <a:pt x="1199146" y="844562"/>
                  </a:lnTo>
                  <a:lnTo>
                    <a:pt x="1244600" y="830275"/>
                  </a:lnTo>
                  <a:lnTo>
                    <a:pt x="1285151" y="814806"/>
                  </a:lnTo>
                  <a:lnTo>
                    <a:pt x="1320457" y="798258"/>
                  </a:lnTo>
                  <a:lnTo>
                    <a:pt x="1373860" y="762279"/>
                  </a:lnTo>
                  <a:lnTo>
                    <a:pt x="1401953" y="723201"/>
                  </a:lnTo>
                  <a:lnTo>
                    <a:pt x="1405597" y="702741"/>
                  </a:lnTo>
                  <a:lnTo>
                    <a:pt x="1405597" y="602335"/>
                  </a:lnTo>
                  <a:lnTo>
                    <a:pt x="1405597" y="501929"/>
                  </a:lnTo>
                  <a:lnTo>
                    <a:pt x="1405597" y="301129"/>
                  </a:lnTo>
                  <a:close/>
                </a:path>
                <a:path w="1405889" h="1908175">
                  <a:moveTo>
                    <a:pt x="1405597" y="200723"/>
                  </a:moveTo>
                  <a:lnTo>
                    <a:pt x="1391323" y="160261"/>
                  </a:lnTo>
                  <a:lnTo>
                    <a:pt x="1350365" y="122580"/>
                  </a:lnTo>
                  <a:lnTo>
                    <a:pt x="1285570" y="88480"/>
                  </a:lnTo>
                  <a:lnTo>
                    <a:pt x="1199756" y="58775"/>
                  </a:lnTo>
                  <a:lnTo>
                    <a:pt x="1095743" y="34264"/>
                  </a:lnTo>
                  <a:lnTo>
                    <a:pt x="976363" y="15773"/>
                  </a:lnTo>
                  <a:lnTo>
                    <a:pt x="844435" y="4076"/>
                  </a:lnTo>
                  <a:lnTo>
                    <a:pt x="702792" y="0"/>
                  </a:lnTo>
                  <a:lnTo>
                    <a:pt x="561162" y="4076"/>
                  </a:lnTo>
                  <a:lnTo>
                    <a:pt x="429247" y="15773"/>
                  </a:lnTo>
                  <a:lnTo>
                    <a:pt x="309867" y="34264"/>
                  </a:lnTo>
                  <a:lnTo>
                    <a:pt x="205854" y="58775"/>
                  </a:lnTo>
                  <a:lnTo>
                    <a:pt x="120027" y="88480"/>
                  </a:lnTo>
                  <a:lnTo>
                    <a:pt x="84823" y="105029"/>
                  </a:lnTo>
                  <a:lnTo>
                    <a:pt x="31597" y="141020"/>
                  </a:lnTo>
                  <a:lnTo>
                    <a:pt x="3632" y="180187"/>
                  </a:lnTo>
                  <a:lnTo>
                    <a:pt x="0" y="200723"/>
                  </a:lnTo>
                  <a:lnTo>
                    <a:pt x="3632" y="221259"/>
                  </a:lnTo>
                  <a:lnTo>
                    <a:pt x="31597" y="260438"/>
                  </a:lnTo>
                  <a:lnTo>
                    <a:pt x="84823" y="296443"/>
                  </a:lnTo>
                  <a:lnTo>
                    <a:pt x="120027" y="312991"/>
                  </a:lnTo>
                  <a:lnTo>
                    <a:pt x="205854" y="342722"/>
                  </a:lnTo>
                  <a:lnTo>
                    <a:pt x="309867" y="367233"/>
                  </a:lnTo>
                  <a:lnTo>
                    <a:pt x="429247" y="385749"/>
                  </a:lnTo>
                  <a:lnTo>
                    <a:pt x="561162" y="397446"/>
                  </a:lnTo>
                  <a:lnTo>
                    <a:pt x="702792" y="401535"/>
                  </a:lnTo>
                  <a:lnTo>
                    <a:pt x="844435" y="397446"/>
                  </a:lnTo>
                  <a:lnTo>
                    <a:pt x="976363" y="385749"/>
                  </a:lnTo>
                  <a:lnTo>
                    <a:pt x="1095743" y="367233"/>
                  </a:lnTo>
                  <a:lnTo>
                    <a:pt x="1199756" y="342722"/>
                  </a:lnTo>
                  <a:lnTo>
                    <a:pt x="1285570" y="313004"/>
                  </a:lnTo>
                  <a:lnTo>
                    <a:pt x="1320774" y="296443"/>
                  </a:lnTo>
                  <a:lnTo>
                    <a:pt x="1374000" y="260438"/>
                  </a:lnTo>
                  <a:lnTo>
                    <a:pt x="1401965" y="221259"/>
                  </a:lnTo>
                  <a:lnTo>
                    <a:pt x="1405597" y="200723"/>
                  </a:lnTo>
                  <a:close/>
                </a:path>
              </a:pathLst>
            </a:custGeom>
            <a:solidFill>
              <a:srgbClr val="006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60626" y="1737486"/>
              <a:ext cx="1457325" cy="1254125"/>
            </a:xfrm>
            <a:custGeom>
              <a:avLst/>
              <a:gdLst/>
              <a:ahLst/>
              <a:cxnLst/>
              <a:rect l="l" t="t" r="r" b="b"/>
              <a:pathLst>
                <a:path w="1457325" h="1254125">
                  <a:moveTo>
                    <a:pt x="1392682" y="1216025"/>
                  </a:moveTo>
                  <a:lnTo>
                    <a:pt x="1379982" y="1209675"/>
                  </a:lnTo>
                  <a:lnTo>
                    <a:pt x="1316482" y="1177925"/>
                  </a:lnTo>
                  <a:lnTo>
                    <a:pt x="1316482" y="1209675"/>
                  </a:lnTo>
                  <a:lnTo>
                    <a:pt x="2286" y="1209675"/>
                  </a:lnTo>
                  <a:lnTo>
                    <a:pt x="2286" y="1222375"/>
                  </a:lnTo>
                  <a:lnTo>
                    <a:pt x="1316482" y="1222375"/>
                  </a:lnTo>
                  <a:lnTo>
                    <a:pt x="1316482" y="1254125"/>
                  </a:lnTo>
                  <a:lnTo>
                    <a:pt x="1379982" y="1222375"/>
                  </a:lnTo>
                  <a:lnTo>
                    <a:pt x="1392682" y="1216025"/>
                  </a:lnTo>
                  <a:close/>
                </a:path>
                <a:path w="1457325" h="1254125">
                  <a:moveTo>
                    <a:pt x="1457198" y="568071"/>
                  </a:moveTo>
                  <a:lnTo>
                    <a:pt x="1441678" y="551053"/>
                  </a:lnTo>
                  <a:lnTo>
                    <a:pt x="1399794" y="505079"/>
                  </a:lnTo>
                  <a:lnTo>
                    <a:pt x="1388364" y="534695"/>
                  </a:lnTo>
                  <a:lnTo>
                    <a:pt x="4572" y="0"/>
                  </a:lnTo>
                  <a:lnTo>
                    <a:pt x="0" y="11938"/>
                  </a:lnTo>
                  <a:lnTo>
                    <a:pt x="1383804" y="546506"/>
                  </a:lnTo>
                  <a:lnTo>
                    <a:pt x="1372362" y="576199"/>
                  </a:lnTo>
                  <a:lnTo>
                    <a:pt x="1457198" y="568071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77745" y="2019808"/>
              <a:ext cx="698500" cy="932180"/>
            </a:xfrm>
            <a:custGeom>
              <a:avLst/>
              <a:gdLst/>
              <a:ahLst/>
              <a:cxnLst/>
              <a:rect l="l" t="t" r="r" b="b"/>
              <a:pathLst>
                <a:path w="698500" h="932180">
                  <a:moveTo>
                    <a:pt x="510918" y="0"/>
                  </a:moveTo>
                  <a:lnTo>
                    <a:pt x="510918" y="80391"/>
                  </a:lnTo>
                  <a:lnTo>
                    <a:pt x="463213" y="91653"/>
                  </a:lnTo>
                  <a:lnTo>
                    <a:pt x="417353" y="106012"/>
                  </a:lnTo>
                  <a:lnTo>
                    <a:pt x="373422" y="123312"/>
                  </a:lnTo>
                  <a:lnTo>
                    <a:pt x="331500" y="143396"/>
                  </a:lnTo>
                  <a:lnTo>
                    <a:pt x="291672" y="166107"/>
                  </a:lnTo>
                  <a:lnTo>
                    <a:pt x="254018" y="191291"/>
                  </a:lnTo>
                  <a:lnTo>
                    <a:pt x="218623" y="218790"/>
                  </a:lnTo>
                  <a:lnTo>
                    <a:pt x="185567" y="248449"/>
                  </a:lnTo>
                  <a:lnTo>
                    <a:pt x="154935" y="280111"/>
                  </a:lnTo>
                  <a:lnTo>
                    <a:pt x="126807" y="313619"/>
                  </a:lnTo>
                  <a:lnTo>
                    <a:pt x="101267" y="348819"/>
                  </a:lnTo>
                  <a:lnTo>
                    <a:pt x="78398" y="385553"/>
                  </a:lnTo>
                  <a:lnTo>
                    <a:pt x="58281" y="423666"/>
                  </a:lnTo>
                  <a:lnTo>
                    <a:pt x="40998" y="463000"/>
                  </a:lnTo>
                  <a:lnTo>
                    <a:pt x="26634" y="503401"/>
                  </a:lnTo>
                  <a:lnTo>
                    <a:pt x="15269" y="544712"/>
                  </a:lnTo>
                  <a:lnTo>
                    <a:pt x="6987" y="586776"/>
                  </a:lnTo>
                  <a:lnTo>
                    <a:pt x="1869" y="629437"/>
                  </a:lnTo>
                  <a:lnTo>
                    <a:pt x="0" y="672539"/>
                  </a:lnTo>
                  <a:lnTo>
                    <a:pt x="1459" y="715927"/>
                  </a:lnTo>
                  <a:lnTo>
                    <a:pt x="6331" y="759443"/>
                  </a:lnTo>
                  <a:lnTo>
                    <a:pt x="14698" y="802932"/>
                  </a:lnTo>
                  <a:lnTo>
                    <a:pt x="26642" y="846237"/>
                  </a:lnTo>
                  <a:lnTo>
                    <a:pt x="42246" y="889202"/>
                  </a:lnTo>
                  <a:lnTo>
                    <a:pt x="61592" y="931672"/>
                  </a:lnTo>
                  <a:lnTo>
                    <a:pt x="248917" y="812292"/>
                  </a:lnTo>
                  <a:lnTo>
                    <a:pt x="235616" y="777930"/>
                  </a:lnTo>
                  <a:lnTo>
                    <a:pt x="226041" y="742664"/>
                  </a:lnTo>
                  <a:lnTo>
                    <a:pt x="220253" y="706778"/>
                  </a:lnTo>
                  <a:lnTo>
                    <a:pt x="218310" y="670560"/>
                  </a:lnTo>
                  <a:lnTo>
                    <a:pt x="221957" y="623629"/>
                  </a:lnTo>
                  <a:lnTo>
                    <a:pt x="230931" y="578179"/>
                  </a:lnTo>
                  <a:lnTo>
                    <a:pt x="244987" y="534560"/>
                  </a:lnTo>
                  <a:lnTo>
                    <a:pt x="263879" y="493118"/>
                  </a:lnTo>
                  <a:lnTo>
                    <a:pt x="287363" y="454202"/>
                  </a:lnTo>
                  <a:lnTo>
                    <a:pt x="315191" y="418160"/>
                  </a:lnTo>
                  <a:lnTo>
                    <a:pt x="347120" y="385340"/>
                  </a:lnTo>
                  <a:lnTo>
                    <a:pt x="382902" y="356090"/>
                  </a:lnTo>
                  <a:lnTo>
                    <a:pt x="422293" y="330759"/>
                  </a:lnTo>
                  <a:lnTo>
                    <a:pt x="465047" y="309693"/>
                  </a:lnTo>
                  <a:lnTo>
                    <a:pt x="510918" y="293243"/>
                  </a:lnTo>
                  <a:lnTo>
                    <a:pt x="510918" y="367411"/>
                  </a:lnTo>
                  <a:lnTo>
                    <a:pt x="698370" y="189992"/>
                  </a:lnTo>
                  <a:lnTo>
                    <a:pt x="510918" y="0"/>
                  </a:lnTo>
                  <a:close/>
                </a:path>
              </a:pathLst>
            </a:custGeom>
            <a:ln w="9524">
              <a:solidFill>
                <a:srgbClr val="A4B7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32504" y="2096008"/>
              <a:ext cx="521334" cy="916940"/>
            </a:xfrm>
            <a:custGeom>
              <a:avLst/>
              <a:gdLst/>
              <a:ahLst/>
              <a:cxnLst/>
              <a:rect l="l" t="t" r="r" b="b"/>
              <a:pathLst>
                <a:path w="521335" h="916939">
                  <a:moveTo>
                    <a:pt x="0" y="0"/>
                  </a:moveTo>
                  <a:lnTo>
                    <a:pt x="0" y="212979"/>
                  </a:lnTo>
                  <a:lnTo>
                    <a:pt x="46887" y="229507"/>
                  </a:lnTo>
                  <a:lnTo>
                    <a:pt x="90775" y="250784"/>
                  </a:lnTo>
                  <a:lnTo>
                    <a:pt x="131357" y="276434"/>
                  </a:lnTo>
                  <a:lnTo>
                    <a:pt x="168322" y="306081"/>
                  </a:lnTo>
                  <a:lnTo>
                    <a:pt x="201361" y="339346"/>
                  </a:lnTo>
                  <a:lnTo>
                    <a:pt x="230166" y="375855"/>
                  </a:lnTo>
                  <a:lnTo>
                    <a:pt x="254426" y="415229"/>
                  </a:lnTo>
                  <a:lnTo>
                    <a:pt x="273834" y="457093"/>
                  </a:lnTo>
                  <a:lnTo>
                    <a:pt x="288079" y="501069"/>
                  </a:lnTo>
                  <a:lnTo>
                    <a:pt x="296853" y="546780"/>
                  </a:lnTo>
                  <a:lnTo>
                    <a:pt x="299847" y="593852"/>
                  </a:lnTo>
                  <a:lnTo>
                    <a:pt x="298531" y="627711"/>
                  </a:lnTo>
                  <a:lnTo>
                    <a:pt x="294370" y="661273"/>
                  </a:lnTo>
                  <a:lnTo>
                    <a:pt x="287041" y="694239"/>
                  </a:lnTo>
                  <a:lnTo>
                    <a:pt x="276225" y="726313"/>
                  </a:lnTo>
                  <a:lnTo>
                    <a:pt x="190754" y="668147"/>
                  </a:lnTo>
                  <a:lnTo>
                    <a:pt x="242188" y="916432"/>
                  </a:lnTo>
                  <a:lnTo>
                    <a:pt x="514096" y="877951"/>
                  </a:lnTo>
                  <a:lnTo>
                    <a:pt x="463169" y="842264"/>
                  </a:lnTo>
                  <a:lnTo>
                    <a:pt x="483689" y="795056"/>
                  </a:lnTo>
                  <a:lnTo>
                    <a:pt x="499893" y="746483"/>
                  </a:lnTo>
                  <a:lnTo>
                    <a:pt x="511641" y="696673"/>
                  </a:lnTo>
                  <a:lnTo>
                    <a:pt x="518792" y="645753"/>
                  </a:lnTo>
                  <a:lnTo>
                    <a:pt x="521208" y="593852"/>
                  </a:lnTo>
                  <a:lnTo>
                    <a:pt x="519182" y="545854"/>
                  </a:lnTo>
                  <a:lnTo>
                    <a:pt x="513205" y="498783"/>
                  </a:lnTo>
                  <a:lnTo>
                    <a:pt x="503422" y="452796"/>
                  </a:lnTo>
                  <a:lnTo>
                    <a:pt x="489981" y="408049"/>
                  </a:lnTo>
                  <a:lnTo>
                    <a:pt x="473029" y="364701"/>
                  </a:lnTo>
                  <a:lnTo>
                    <a:pt x="452712" y="322909"/>
                  </a:lnTo>
                  <a:lnTo>
                    <a:pt x="429178" y="282829"/>
                  </a:lnTo>
                  <a:lnTo>
                    <a:pt x="402574" y="244620"/>
                  </a:lnTo>
                  <a:lnTo>
                    <a:pt x="373046" y="208438"/>
                  </a:lnTo>
                  <a:lnTo>
                    <a:pt x="340742" y="174441"/>
                  </a:lnTo>
                  <a:lnTo>
                    <a:pt x="305809" y="142787"/>
                  </a:lnTo>
                  <a:lnTo>
                    <a:pt x="268393" y="113632"/>
                  </a:lnTo>
                  <a:lnTo>
                    <a:pt x="228642" y="87133"/>
                  </a:lnTo>
                  <a:lnTo>
                    <a:pt x="186702" y="63449"/>
                  </a:lnTo>
                  <a:lnTo>
                    <a:pt x="142721" y="42736"/>
                  </a:lnTo>
                  <a:lnTo>
                    <a:pt x="96846" y="25152"/>
                  </a:lnTo>
                  <a:lnTo>
                    <a:pt x="49223" y="1085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859F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24428" y="2932684"/>
              <a:ext cx="927735" cy="363855"/>
            </a:xfrm>
            <a:custGeom>
              <a:avLst/>
              <a:gdLst/>
              <a:ahLst/>
              <a:cxnLst/>
              <a:rect l="l" t="t" r="r" b="b"/>
              <a:pathLst>
                <a:path w="927735" h="363854">
                  <a:moveTo>
                    <a:pt x="51308" y="0"/>
                  </a:moveTo>
                  <a:lnTo>
                    <a:pt x="0" y="248031"/>
                  </a:lnTo>
                  <a:lnTo>
                    <a:pt x="64516" y="205994"/>
                  </a:lnTo>
                  <a:lnTo>
                    <a:pt x="106056" y="239165"/>
                  </a:lnTo>
                  <a:lnTo>
                    <a:pt x="149726" y="268411"/>
                  </a:lnTo>
                  <a:lnTo>
                    <a:pt x="195255" y="293736"/>
                  </a:lnTo>
                  <a:lnTo>
                    <a:pt x="242374" y="315149"/>
                  </a:lnTo>
                  <a:lnTo>
                    <a:pt x="290813" y="332654"/>
                  </a:lnTo>
                  <a:lnTo>
                    <a:pt x="340303" y="346258"/>
                  </a:lnTo>
                  <a:lnTo>
                    <a:pt x="390574" y="355967"/>
                  </a:lnTo>
                  <a:lnTo>
                    <a:pt x="441355" y="361789"/>
                  </a:lnTo>
                  <a:lnTo>
                    <a:pt x="492379" y="363728"/>
                  </a:lnTo>
                  <a:lnTo>
                    <a:pt x="539383" y="362079"/>
                  </a:lnTo>
                  <a:lnTo>
                    <a:pt x="586154" y="357137"/>
                  </a:lnTo>
                  <a:lnTo>
                    <a:pt x="632490" y="348907"/>
                  </a:lnTo>
                  <a:lnTo>
                    <a:pt x="678187" y="337397"/>
                  </a:lnTo>
                  <a:lnTo>
                    <a:pt x="723042" y="322611"/>
                  </a:lnTo>
                  <a:lnTo>
                    <a:pt x="766854" y="304557"/>
                  </a:lnTo>
                  <a:lnTo>
                    <a:pt x="809419" y="283239"/>
                  </a:lnTo>
                  <a:lnTo>
                    <a:pt x="850535" y="258665"/>
                  </a:lnTo>
                  <a:lnTo>
                    <a:pt x="889998" y="230840"/>
                  </a:lnTo>
                  <a:lnTo>
                    <a:pt x="927608" y="199771"/>
                  </a:lnTo>
                  <a:lnTo>
                    <a:pt x="927608" y="196596"/>
                  </a:lnTo>
                  <a:lnTo>
                    <a:pt x="741045" y="77216"/>
                  </a:lnTo>
                  <a:lnTo>
                    <a:pt x="695594" y="105784"/>
                  </a:lnTo>
                  <a:lnTo>
                    <a:pt x="647339" y="128068"/>
                  </a:lnTo>
                  <a:lnTo>
                    <a:pt x="596981" y="144031"/>
                  </a:lnTo>
                  <a:lnTo>
                    <a:pt x="545221" y="153635"/>
                  </a:lnTo>
                  <a:lnTo>
                    <a:pt x="492760" y="156845"/>
                  </a:lnTo>
                  <a:lnTo>
                    <a:pt x="442501" y="153893"/>
                  </a:lnTo>
                  <a:lnTo>
                    <a:pt x="392688" y="145059"/>
                  </a:lnTo>
                  <a:lnTo>
                    <a:pt x="343886" y="130373"/>
                  </a:lnTo>
                  <a:lnTo>
                    <a:pt x="296663" y="109865"/>
                  </a:lnTo>
                  <a:lnTo>
                    <a:pt x="251587" y="83566"/>
                  </a:lnTo>
                  <a:lnTo>
                    <a:pt x="319405" y="41910"/>
                  </a:lnTo>
                  <a:lnTo>
                    <a:pt x="51308" y="0"/>
                  </a:lnTo>
                  <a:close/>
                </a:path>
              </a:pathLst>
            </a:custGeom>
            <a:ln w="9525">
              <a:solidFill>
                <a:srgbClr val="5F7C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45844" y="2110866"/>
            <a:ext cx="6781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HR</a:t>
            </a:r>
            <a:r>
              <a:rPr sz="16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1227" y="3369055"/>
            <a:ext cx="8451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Calibri"/>
                <a:cs typeface="Calibri"/>
              </a:rPr>
              <a:t>sales</a:t>
            </a:r>
            <a:r>
              <a:rPr sz="1600" spc="-20" dirty="0">
                <a:solidFill>
                  <a:srgbClr val="FFFFFF"/>
                </a:solidFill>
                <a:latin typeface="Calibri"/>
                <a:cs typeface="Calibri"/>
              </a:rPr>
              <a:t> data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07638" y="2521966"/>
            <a:ext cx="346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Calibri"/>
                <a:cs typeface="Calibri"/>
              </a:rPr>
              <a:t>ETL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4779" y="3528059"/>
            <a:ext cx="2794254" cy="78714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164584" y="3608628"/>
            <a:ext cx="23520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Calibri"/>
                <a:cs typeface="Calibri"/>
              </a:rPr>
              <a:t>warehouse</a:t>
            </a:r>
            <a:endParaRPr sz="2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45819" y="3986784"/>
            <a:ext cx="7447915" cy="934719"/>
            <a:chOff x="845819" y="3986784"/>
            <a:chExt cx="7447915" cy="934719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5819" y="4009644"/>
              <a:ext cx="7447788" cy="85041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47443" y="3986784"/>
              <a:ext cx="5843015" cy="934224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893063" y="4034028"/>
            <a:ext cx="7358380" cy="760730"/>
          </a:xfrm>
          <a:prstGeom prst="rect">
            <a:avLst/>
          </a:prstGeom>
          <a:solidFill>
            <a:srgbClr val="404040"/>
          </a:solidFill>
          <a:ln w="9525">
            <a:solidFill>
              <a:srgbClr val="373737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35"/>
              </a:spcBef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ETL</a:t>
            </a:r>
            <a:r>
              <a:rPr sz="3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Extract,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Transform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Load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71600">
              <a:lnSpc>
                <a:spcPct val="100000"/>
              </a:lnSpc>
              <a:spcBef>
                <a:spcPts val="105"/>
              </a:spcBef>
            </a:pPr>
            <a:r>
              <a:rPr dirty="0"/>
              <a:t>Different </a:t>
            </a:r>
            <a:r>
              <a:rPr spc="-10" dirty="0"/>
              <a:t>layers</a:t>
            </a:r>
          </a:p>
        </p:txBody>
      </p:sp>
      <p:sp>
        <p:nvSpPr>
          <p:cNvPr id="3" name="object 3"/>
          <p:cNvSpPr/>
          <p:nvPr/>
        </p:nvSpPr>
        <p:spPr>
          <a:xfrm>
            <a:off x="3970477" y="1195603"/>
            <a:ext cx="1209040" cy="1639570"/>
          </a:xfrm>
          <a:custGeom>
            <a:avLst/>
            <a:gdLst/>
            <a:ahLst/>
            <a:cxnLst/>
            <a:rect l="l" t="t" r="r" b="b"/>
            <a:pathLst>
              <a:path w="1209039" h="1639570">
                <a:moveTo>
                  <a:pt x="1208786" y="1121244"/>
                </a:moveTo>
                <a:lnTo>
                  <a:pt x="1192745" y="1160716"/>
                </a:lnTo>
                <a:lnTo>
                  <a:pt x="1147114" y="1197013"/>
                </a:lnTo>
                <a:lnTo>
                  <a:pt x="1079271" y="1227620"/>
                </a:lnTo>
                <a:lnTo>
                  <a:pt x="1079271" y="1423441"/>
                </a:lnTo>
                <a:lnTo>
                  <a:pt x="1076172" y="1441119"/>
                </a:lnTo>
                <a:lnTo>
                  <a:pt x="1067396" y="1454746"/>
                </a:lnTo>
                <a:lnTo>
                  <a:pt x="1053769" y="1463509"/>
                </a:lnTo>
                <a:lnTo>
                  <a:pt x="1036104" y="1466621"/>
                </a:lnTo>
                <a:lnTo>
                  <a:pt x="1018425" y="1463509"/>
                </a:lnTo>
                <a:lnTo>
                  <a:pt x="1004798" y="1454746"/>
                </a:lnTo>
                <a:lnTo>
                  <a:pt x="996035" y="1441119"/>
                </a:lnTo>
                <a:lnTo>
                  <a:pt x="992936" y="1423441"/>
                </a:lnTo>
                <a:lnTo>
                  <a:pt x="996035" y="1405775"/>
                </a:lnTo>
                <a:lnTo>
                  <a:pt x="1004798" y="1392148"/>
                </a:lnTo>
                <a:lnTo>
                  <a:pt x="1018425" y="1383372"/>
                </a:lnTo>
                <a:lnTo>
                  <a:pt x="1036104" y="1380274"/>
                </a:lnTo>
                <a:lnTo>
                  <a:pt x="1053769" y="1383372"/>
                </a:lnTo>
                <a:lnTo>
                  <a:pt x="1067396" y="1392148"/>
                </a:lnTo>
                <a:lnTo>
                  <a:pt x="1076172" y="1405775"/>
                </a:lnTo>
                <a:lnTo>
                  <a:pt x="1079271" y="1423441"/>
                </a:lnTo>
                <a:lnTo>
                  <a:pt x="1079271" y="1227620"/>
                </a:lnTo>
                <a:lnTo>
                  <a:pt x="1031240" y="1243203"/>
                </a:lnTo>
                <a:lnTo>
                  <a:pt x="981824" y="1255864"/>
                </a:lnTo>
                <a:lnTo>
                  <a:pt x="927785" y="1266952"/>
                </a:lnTo>
                <a:lnTo>
                  <a:pt x="869581" y="1276311"/>
                </a:lnTo>
                <a:lnTo>
                  <a:pt x="807681" y="1283817"/>
                </a:lnTo>
                <a:lnTo>
                  <a:pt x="742543" y="1289354"/>
                </a:lnTo>
                <a:lnTo>
                  <a:pt x="674624" y="1292758"/>
                </a:lnTo>
                <a:lnTo>
                  <a:pt x="604393" y="1293926"/>
                </a:lnTo>
                <a:lnTo>
                  <a:pt x="534162" y="1292758"/>
                </a:lnTo>
                <a:lnTo>
                  <a:pt x="466242" y="1289354"/>
                </a:lnTo>
                <a:lnTo>
                  <a:pt x="401104" y="1283817"/>
                </a:lnTo>
                <a:lnTo>
                  <a:pt x="339204" y="1276311"/>
                </a:lnTo>
                <a:lnTo>
                  <a:pt x="281000" y="1266952"/>
                </a:lnTo>
                <a:lnTo>
                  <a:pt x="226961" y="1255864"/>
                </a:lnTo>
                <a:lnTo>
                  <a:pt x="177546" y="1243203"/>
                </a:lnTo>
                <a:lnTo>
                  <a:pt x="133210" y="1229080"/>
                </a:lnTo>
                <a:lnTo>
                  <a:pt x="94437" y="1213637"/>
                </a:lnTo>
                <a:lnTo>
                  <a:pt x="35382" y="1179322"/>
                </a:lnTo>
                <a:lnTo>
                  <a:pt x="4089" y="1141310"/>
                </a:lnTo>
                <a:lnTo>
                  <a:pt x="0" y="1121244"/>
                </a:lnTo>
                <a:lnTo>
                  <a:pt x="0" y="1466621"/>
                </a:lnTo>
                <a:lnTo>
                  <a:pt x="16040" y="1506093"/>
                </a:lnTo>
                <a:lnTo>
                  <a:pt x="61671" y="1542389"/>
                </a:lnTo>
                <a:lnTo>
                  <a:pt x="133210" y="1574457"/>
                </a:lnTo>
                <a:lnTo>
                  <a:pt x="177546" y="1588579"/>
                </a:lnTo>
                <a:lnTo>
                  <a:pt x="226961" y="1601241"/>
                </a:lnTo>
                <a:lnTo>
                  <a:pt x="281000" y="1612328"/>
                </a:lnTo>
                <a:lnTo>
                  <a:pt x="339204" y="1621688"/>
                </a:lnTo>
                <a:lnTo>
                  <a:pt x="401104" y="1629194"/>
                </a:lnTo>
                <a:lnTo>
                  <a:pt x="466242" y="1634731"/>
                </a:lnTo>
                <a:lnTo>
                  <a:pt x="534162" y="1638134"/>
                </a:lnTo>
                <a:lnTo>
                  <a:pt x="604393" y="1639303"/>
                </a:lnTo>
                <a:lnTo>
                  <a:pt x="674624" y="1638134"/>
                </a:lnTo>
                <a:lnTo>
                  <a:pt x="742543" y="1634731"/>
                </a:lnTo>
                <a:lnTo>
                  <a:pt x="807681" y="1629194"/>
                </a:lnTo>
                <a:lnTo>
                  <a:pt x="869581" y="1621688"/>
                </a:lnTo>
                <a:lnTo>
                  <a:pt x="927785" y="1612328"/>
                </a:lnTo>
                <a:lnTo>
                  <a:pt x="981824" y="1601241"/>
                </a:lnTo>
                <a:lnTo>
                  <a:pt x="1031240" y="1588579"/>
                </a:lnTo>
                <a:lnTo>
                  <a:pt x="1075575" y="1574457"/>
                </a:lnTo>
                <a:lnTo>
                  <a:pt x="1114348" y="1559026"/>
                </a:lnTo>
                <a:lnTo>
                  <a:pt x="1173403" y="1524698"/>
                </a:lnTo>
                <a:lnTo>
                  <a:pt x="1204696" y="1486687"/>
                </a:lnTo>
                <a:lnTo>
                  <a:pt x="1208786" y="1466621"/>
                </a:lnTo>
                <a:lnTo>
                  <a:pt x="1208786" y="1380274"/>
                </a:lnTo>
                <a:lnTo>
                  <a:pt x="1208786" y="1293926"/>
                </a:lnTo>
                <a:lnTo>
                  <a:pt x="1208786" y="1121244"/>
                </a:lnTo>
                <a:close/>
              </a:path>
              <a:path w="1209039" h="1639570">
                <a:moveTo>
                  <a:pt x="1208786" y="689521"/>
                </a:moveTo>
                <a:lnTo>
                  <a:pt x="1192745" y="728992"/>
                </a:lnTo>
                <a:lnTo>
                  <a:pt x="1147114" y="765289"/>
                </a:lnTo>
                <a:lnTo>
                  <a:pt x="1079271" y="795896"/>
                </a:lnTo>
                <a:lnTo>
                  <a:pt x="1079271" y="991730"/>
                </a:lnTo>
                <a:lnTo>
                  <a:pt x="1076172" y="1009396"/>
                </a:lnTo>
                <a:lnTo>
                  <a:pt x="1067396" y="1023023"/>
                </a:lnTo>
                <a:lnTo>
                  <a:pt x="1053769" y="1031798"/>
                </a:lnTo>
                <a:lnTo>
                  <a:pt x="1036104" y="1034897"/>
                </a:lnTo>
                <a:lnTo>
                  <a:pt x="1018425" y="1031798"/>
                </a:lnTo>
                <a:lnTo>
                  <a:pt x="1004798" y="1023023"/>
                </a:lnTo>
                <a:lnTo>
                  <a:pt x="996035" y="1009396"/>
                </a:lnTo>
                <a:lnTo>
                  <a:pt x="992936" y="991730"/>
                </a:lnTo>
                <a:lnTo>
                  <a:pt x="996035" y="974051"/>
                </a:lnTo>
                <a:lnTo>
                  <a:pt x="1004798" y="960424"/>
                </a:lnTo>
                <a:lnTo>
                  <a:pt x="1018425" y="951661"/>
                </a:lnTo>
                <a:lnTo>
                  <a:pt x="1036104" y="948550"/>
                </a:lnTo>
                <a:lnTo>
                  <a:pt x="1053769" y="951661"/>
                </a:lnTo>
                <a:lnTo>
                  <a:pt x="1067396" y="960424"/>
                </a:lnTo>
                <a:lnTo>
                  <a:pt x="1076172" y="974051"/>
                </a:lnTo>
                <a:lnTo>
                  <a:pt x="1079271" y="991730"/>
                </a:lnTo>
                <a:lnTo>
                  <a:pt x="1079271" y="795896"/>
                </a:lnTo>
                <a:lnTo>
                  <a:pt x="1031240" y="811479"/>
                </a:lnTo>
                <a:lnTo>
                  <a:pt x="981824" y="824141"/>
                </a:lnTo>
                <a:lnTo>
                  <a:pt x="927785" y="835228"/>
                </a:lnTo>
                <a:lnTo>
                  <a:pt x="869581" y="844588"/>
                </a:lnTo>
                <a:lnTo>
                  <a:pt x="807681" y="852093"/>
                </a:lnTo>
                <a:lnTo>
                  <a:pt x="742543" y="857631"/>
                </a:lnTo>
                <a:lnTo>
                  <a:pt x="674624" y="861034"/>
                </a:lnTo>
                <a:lnTo>
                  <a:pt x="604393" y="862203"/>
                </a:lnTo>
                <a:lnTo>
                  <a:pt x="534162" y="861034"/>
                </a:lnTo>
                <a:lnTo>
                  <a:pt x="466242" y="857631"/>
                </a:lnTo>
                <a:lnTo>
                  <a:pt x="401104" y="852093"/>
                </a:lnTo>
                <a:lnTo>
                  <a:pt x="339204" y="844588"/>
                </a:lnTo>
                <a:lnTo>
                  <a:pt x="281000" y="835228"/>
                </a:lnTo>
                <a:lnTo>
                  <a:pt x="226961" y="824141"/>
                </a:lnTo>
                <a:lnTo>
                  <a:pt x="177546" y="811479"/>
                </a:lnTo>
                <a:lnTo>
                  <a:pt x="133210" y="797356"/>
                </a:lnTo>
                <a:lnTo>
                  <a:pt x="94437" y="781926"/>
                </a:lnTo>
                <a:lnTo>
                  <a:pt x="35382" y="747598"/>
                </a:lnTo>
                <a:lnTo>
                  <a:pt x="4089" y="709587"/>
                </a:lnTo>
                <a:lnTo>
                  <a:pt x="0" y="689521"/>
                </a:lnTo>
                <a:lnTo>
                  <a:pt x="0" y="1034897"/>
                </a:lnTo>
                <a:lnTo>
                  <a:pt x="16040" y="1074369"/>
                </a:lnTo>
                <a:lnTo>
                  <a:pt x="61671" y="1110665"/>
                </a:lnTo>
                <a:lnTo>
                  <a:pt x="133210" y="1142733"/>
                </a:lnTo>
                <a:lnTo>
                  <a:pt x="177546" y="1156855"/>
                </a:lnTo>
                <a:lnTo>
                  <a:pt x="226961" y="1169517"/>
                </a:lnTo>
                <a:lnTo>
                  <a:pt x="281000" y="1180604"/>
                </a:lnTo>
                <a:lnTo>
                  <a:pt x="339204" y="1189964"/>
                </a:lnTo>
                <a:lnTo>
                  <a:pt x="401104" y="1197470"/>
                </a:lnTo>
                <a:lnTo>
                  <a:pt x="466242" y="1203007"/>
                </a:lnTo>
                <a:lnTo>
                  <a:pt x="534162" y="1206423"/>
                </a:lnTo>
                <a:lnTo>
                  <a:pt x="604393" y="1207592"/>
                </a:lnTo>
                <a:lnTo>
                  <a:pt x="674624" y="1206423"/>
                </a:lnTo>
                <a:lnTo>
                  <a:pt x="742543" y="1203007"/>
                </a:lnTo>
                <a:lnTo>
                  <a:pt x="807681" y="1197470"/>
                </a:lnTo>
                <a:lnTo>
                  <a:pt x="869581" y="1189964"/>
                </a:lnTo>
                <a:lnTo>
                  <a:pt x="927785" y="1180604"/>
                </a:lnTo>
                <a:lnTo>
                  <a:pt x="981824" y="1169517"/>
                </a:lnTo>
                <a:lnTo>
                  <a:pt x="1031240" y="1156855"/>
                </a:lnTo>
                <a:lnTo>
                  <a:pt x="1075575" y="1142733"/>
                </a:lnTo>
                <a:lnTo>
                  <a:pt x="1114348" y="1127302"/>
                </a:lnTo>
                <a:lnTo>
                  <a:pt x="1173403" y="1092987"/>
                </a:lnTo>
                <a:lnTo>
                  <a:pt x="1204696" y="1054963"/>
                </a:lnTo>
                <a:lnTo>
                  <a:pt x="1208786" y="1034897"/>
                </a:lnTo>
                <a:lnTo>
                  <a:pt x="1208786" y="948550"/>
                </a:lnTo>
                <a:lnTo>
                  <a:pt x="1208786" y="862203"/>
                </a:lnTo>
                <a:lnTo>
                  <a:pt x="1208786" y="689521"/>
                </a:lnTo>
                <a:close/>
              </a:path>
              <a:path w="1209039" h="1639570">
                <a:moveTo>
                  <a:pt x="1208786" y="257797"/>
                </a:moveTo>
                <a:lnTo>
                  <a:pt x="1192745" y="297268"/>
                </a:lnTo>
                <a:lnTo>
                  <a:pt x="1147114" y="333565"/>
                </a:lnTo>
                <a:lnTo>
                  <a:pt x="1079271" y="364185"/>
                </a:lnTo>
                <a:lnTo>
                  <a:pt x="1079271" y="560006"/>
                </a:lnTo>
                <a:lnTo>
                  <a:pt x="1076172" y="577672"/>
                </a:lnTo>
                <a:lnTo>
                  <a:pt x="1067396" y="591299"/>
                </a:lnTo>
                <a:lnTo>
                  <a:pt x="1053769" y="600075"/>
                </a:lnTo>
                <a:lnTo>
                  <a:pt x="1036104" y="603173"/>
                </a:lnTo>
                <a:lnTo>
                  <a:pt x="1018425" y="600075"/>
                </a:lnTo>
                <a:lnTo>
                  <a:pt x="1004798" y="591299"/>
                </a:lnTo>
                <a:lnTo>
                  <a:pt x="996035" y="577672"/>
                </a:lnTo>
                <a:lnTo>
                  <a:pt x="992924" y="560006"/>
                </a:lnTo>
                <a:lnTo>
                  <a:pt x="996035" y="542328"/>
                </a:lnTo>
                <a:lnTo>
                  <a:pt x="1004798" y="528701"/>
                </a:lnTo>
                <a:lnTo>
                  <a:pt x="1018425" y="519938"/>
                </a:lnTo>
                <a:lnTo>
                  <a:pt x="1036104" y="516826"/>
                </a:lnTo>
                <a:lnTo>
                  <a:pt x="1053769" y="519938"/>
                </a:lnTo>
                <a:lnTo>
                  <a:pt x="1067396" y="528701"/>
                </a:lnTo>
                <a:lnTo>
                  <a:pt x="1076172" y="542328"/>
                </a:lnTo>
                <a:lnTo>
                  <a:pt x="1079271" y="560006"/>
                </a:lnTo>
                <a:lnTo>
                  <a:pt x="1079271" y="364185"/>
                </a:lnTo>
                <a:lnTo>
                  <a:pt x="1031240" y="379755"/>
                </a:lnTo>
                <a:lnTo>
                  <a:pt x="981824" y="392430"/>
                </a:lnTo>
                <a:lnTo>
                  <a:pt x="927785" y="403504"/>
                </a:lnTo>
                <a:lnTo>
                  <a:pt x="869581" y="412864"/>
                </a:lnTo>
                <a:lnTo>
                  <a:pt x="807681" y="420370"/>
                </a:lnTo>
                <a:lnTo>
                  <a:pt x="742543" y="425907"/>
                </a:lnTo>
                <a:lnTo>
                  <a:pt x="674624" y="429323"/>
                </a:lnTo>
                <a:lnTo>
                  <a:pt x="604393" y="430491"/>
                </a:lnTo>
                <a:lnTo>
                  <a:pt x="534162" y="429323"/>
                </a:lnTo>
                <a:lnTo>
                  <a:pt x="466242" y="425907"/>
                </a:lnTo>
                <a:lnTo>
                  <a:pt x="401104" y="420370"/>
                </a:lnTo>
                <a:lnTo>
                  <a:pt x="339204" y="412864"/>
                </a:lnTo>
                <a:lnTo>
                  <a:pt x="281000" y="403504"/>
                </a:lnTo>
                <a:lnTo>
                  <a:pt x="226961" y="392430"/>
                </a:lnTo>
                <a:lnTo>
                  <a:pt x="177546" y="379755"/>
                </a:lnTo>
                <a:lnTo>
                  <a:pt x="133210" y="365645"/>
                </a:lnTo>
                <a:lnTo>
                  <a:pt x="94437" y="350202"/>
                </a:lnTo>
                <a:lnTo>
                  <a:pt x="35382" y="315887"/>
                </a:lnTo>
                <a:lnTo>
                  <a:pt x="4089" y="277863"/>
                </a:lnTo>
                <a:lnTo>
                  <a:pt x="0" y="257797"/>
                </a:lnTo>
                <a:lnTo>
                  <a:pt x="0" y="603173"/>
                </a:lnTo>
                <a:lnTo>
                  <a:pt x="16040" y="642645"/>
                </a:lnTo>
                <a:lnTo>
                  <a:pt x="61671" y="678942"/>
                </a:lnTo>
                <a:lnTo>
                  <a:pt x="133210" y="711022"/>
                </a:lnTo>
                <a:lnTo>
                  <a:pt x="177546" y="725131"/>
                </a:lnTo>
                <a:lnTo>
                  <a:pt x="226961" y="737806"/>
                </a:lnTo>
                <a:lnTo>
                  <a:pt x="281000" y="748880"/>
                </a:lnTo>
                <a:lnTo>
                  <a:pt x="339204" y="758240"/>
                </a:lnTo>
                <a:lnTo>
                  <a:pt x="401104" y="765759"/>
                </a:lnTo>
                <a:lnTo>
                  <a:pt x="466242" y="771283"/>
                </a:lnTo>
                <a:lnTo>
                  <a:pt x="534162" y="774700"/>
                </a:lnTo>
                <a:lnTo>
                  <a:pt x="604393" y="775868"/>
                </a:lnTo>
                <a:lnTo>
                  <a:pt x="674624" y="774700"/>
                </a:lnTo>
                <a:lnTo>
                  <a:pt x="742543" y="771283"/>
                </a:lnTo>
                <a:lnTo>
                  <a:pt x="807681" y="765759"/>
                </a:lnTo>
                <a:lnTo>
                  <a:pt x="869581" y="758240"/>
                </a:lnTo>
                <a:lnTo>
                  <a:pt x="927785" y="748880"/>
                </a:lnTo>
                <a:lnTo>
                  <a:pt x="981824" y="737806"/>
                </a:lnTo>
                <a:lnTo>
                  <a:pt x="1031240" y="725131"/>
                </a:lnTo>
                <a:lnTo>
                  <a:pt x="1075575" y="711022"/>
                </a:lnTo>
                <a:lnTo>
                  <a:pt x="1114348" y="695579"/>
                </a:lnTo>
                <a:lnTo>
                  <a:pt x="1173403" y="661263"/>
                </a:lnTo>
                <a:lnTo>
                  <a:pt x="1204696" y="623239"/>
                </a:lnTo>
                <a:lnTo>
                  <a:pt x="1208786" y="603173"/>
                </a:lnTo>
                <a:lnTo>
                  <a:pt x="1208786" y="516826"/>
                </a:lnTo>
                <a:lnTo>
                  <a:pt x="1208786" y="430491"/>
                </a:lnTo>
                <a:lnTo>
                  <a:pt x="1208786" y="257797"/>
                </a:lnTo>
                <a:close/>
              </a:path>
              <a:path w="1209039" h="1639570">
                <a:moveTo>
                  <a:pt x="1208786" y="171450"/>
                </a:moveTo>
                <a:lnTo>
                  <a:pt x="1192822" y="131864"/>
                </a:lnTo>
                <a:lnTo>
                  <a:pt x="1147356" y="95516"/>
                </a:lnTo>
                <a:lnTo>
                  <a:pt x="1076007" y="63474"/>
                </a:lnTo>
                <a:lnTo>
                  <a:pt x="1031760" y="49377"/>
                </a:lnTo>
                <a:lnTo>
                  <a:pt x="982408" y="36741"/>
                </a:lnTo>
                <a:lnTo>
                  <a:pt x="928408" y="25704"/>
                </a:lnTo>
                <a:lnTo>
                  <a:pt x="808228" y="8890"/>
                </a:lnTo>
                <a:lnTo>
                  <a:pt x="674878" y="0"/>
                </a:lnTo>
                <a:lnTo>
                  <a:pt x="533908" y="0"/>
                </a:lnTo>
                <a:lnTo>
                  <a:pt x="400558" y="8890"/>
                </a:lnTo>
                <a:lnTo>
                  <a:pt x="280390" y="25704"/>
                </a:lnTo>
                <a:lnTo>
                  <a:pt x="226377" y="36741"/>
                </a:lnTo>
                <a:lnTo>
                  <a:pt x="177025" y="49377"/>
                </a:lnTo>
                <a:lnTo>
                  <a:pt x="132778" y="63474"/>
                </a:lnTo>
                <a:lnTo>
                  <a:pt x="94107" y="78892"/>
                </a:lnTo>
                <a:lnTo>
                  <a:pt x="35242" y="113220"/>
                </a:lnTo>
                <a:lnTo>
                  <a:pt x="4064" y="151320"/>
                </a:lnTo>
                <a:lnTo>
                  <a:pt x="0" y="171450"/>
                </a:lnTo>
                <a:lnTo>
                  <a:pt x="4064" y="191592"/>
                </a:lnTo>
                <a:lnTo>
                  <a:pt x="35242" y="229692"/>
                </a:lnTo>
                <a:lnTo>
                  <a:pt x="94107" y="264033"/>
                </a:lnTo>
                <a:lnTo>
                  <a:pt x="132778" y="279463"/>
                </a:lnTo>
                <a:lnTo>
                  <a:pt x="177025" y="293560"/>
                </a:lnTo>
                <a:lnTo>
                  <a:pt x="226377" y="306209"/>
                </a:lnTo>
                <a:lnTo>
                  <a:pt x="280390" y="317258"/>
                </a:lnTo>
                <a:lnTo>
                  <a:pt x="400558" y="334073"/>
                </a:lnTo>
                <a:lnTo>
                  <a:pt x="533908" y="342976"/>
                </a:lnTo>
                <a:lnTo>
                  <a:pt x="674878" y="342976"/>
                </a:lnTo>
                <a:lnTo>
                  <a:pt x="808228" y="334073"/>
                </a:lnTo>
                <a:lnTo>
                  <a:pt x="928408" y="317258"/>
                </a:lnTo>
                <a:lnTo>
                  <a:pt x="982408" y="306209"/>
                </a:lnTo>
                <a:lnTo>
                  <a:pt x="1031760" y="293560"/>
                </a:lnTo>
                <a:lnTo>
                  <a:pt x="1076007" y="279463"/>
                </a:lnTo>
                <a:lnTo>
                  <a:pt x="1114691" y="264033"/>
                </a:lnTo>
                <a:lnTo>
                  <a:pt x="1173543" y="229692"/>
                </a:lnTo>
                <a:lnTo>
                  <a:pt x="1204722" y="191592"/>
                </a:lnTo>
                <a:lnTo>
                  <a:pt x="1208786" y="171450"/>
                </a:lnTo>
                <a:close/>
              </a:path>
            </a:pathLst>
          </a:custGeom>
          <a:solidFill>
            <a:srgbClr val="006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336" y="3741420"/>
            <a:ext cx="1776222" cy="56464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48741" y="3796080"/>
            <a:ext cx="14655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scources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950717" y="2964433"/>
            <a:ext cx="635000" cy="825500"/>
            <a:chOff x="2950717" y="2964433"/>
            <a:chExt cx="635000" cy="825500"/>
          </a:xfrm>
        </p:grpSpPr>
        <p:sp>
          <p:nvSpPr>
            <p:cNvPr id="7" name="object 7"/>
            <p:cNvSpPr/>
            <p:nvPr/>
          </p:nvSpPr>
          <p:spPr>
            <a:xfrm>
              <a:off x="2963417" y="2977133"/>
              <a:ext cx="609600" cy="800100"/>
            </a:xfrm>
            <a:custGeom>
              <a:avLst/>
              <a:gdLst/>
              <a:ahLst/>
              <a:cxnLst/>
              <a:rect l="l" t="t" r="r" b="b"/>
              <a:pathLst>
                <a:path w="609600" h="800100">
                  <a:moveTo>
                    <a:pt x="507999" y="0"/>
                  </a:moveTo>
                  <a:lnTo>
                    <a:pt x="101600" y="0"/>
                  </a:lnTo>
                  <a:lnTo>
                    <a:pt x="62043" y="7981"/>
                  </a:lnTo>
                  <a:lnTo>
                    <a:pt x="29749" y="29749"/>
                  </a:lnTo>
                  <a:lnTo>
                    <a:pt x="7981" y="62043"/>
                  </a:lnTo>
                  <a:lnTo>
                    <a:pt x="0" y="101600"/>
                  </a:lnTo>
                  <a:lnTo>
                    <a:pt x="0" y="698500"/>
                  </a:lnTo>
                  <a:lnTo>
                    <a:pt x="7981" y="738056"/>
                  </a:lnTo>
                  <a:lnTo>
                    <a:pt x="29749" y="770350"/>
                  </a:lnTo>
                  <a:lnTo>
                    <a:pt x="62043" y="792118"/>
                  </a:lnTo>
                  <a:lnTo>
                    <a:pt x="101600" y="800100"/>
                  </a:lnTo>
                  <a:lnTo>
                    <a:pt x="507999" y="800100"/>
                  </a:lnTo>
                  <a:lnTo>
                    <a:pt x="547556" y="792118"/>
                  </a:lnTo>
                  <a:lnTo>
                    <a:pt x="579850" y="770350"/>
                  </a:lnTo>
                  <a:lnTo>
                    <a:pt x="601618" y="738056"/>
                  </a:lnTo>
                  <a:lnTo>
                    <a:pt x="609599" y="698500"/>
                  </a:lnTo>
                  <a:lnTo>
                    <a:pt x="609599" y="101600"/>
                  </a:lnTo>
                  <a:lnTo>
                    <a:pt x="601618" y="62043"/>
                  </a:lnTo>
                  <a:lnTo>
                    <a:pt x="579850" y="29749"/>
                  </a:lnTo>
                  <a:lnTo>
                    <a:pt x="547556" y="7981"/>
                  </a:lnTo>
                  <a:lnTo>
                    <a:pt x="507999" y="0"/>
                  </a:lnTo>
                  <a:close/>
                </a:path>
              </a:pathLst>
            </a:custGeom>
            <a:solidFill>
              <a:srgbClr val="9B9B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63417" y="2977133"/>
              <a:ext cx="609600" cy="800100"/>
            </a:xfrm>
            <a:custGeom>
              <a:avLst/>
              <a:gdLst/>
              <a:ahLst/>
              <a:cxnLst/>
              <a:rect l="l" t="t" r="r" b="b"/>
              <a:pathLst>
                <a:path w="609600" h="80010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507999" y="0"/>
                  </a:lnTo>
                  <a:lnTo>
                    <a:pt x="547556" y="7981"/>
                  </a:lnTo>
                  <a:lnTo>
                    <a:pt x="579850" y="29749"/>
                  </a:lnTo>
                  <a:lnTo>
                    <a:pt x="601618" y="62043"/>
                  </a:lnTo>
                  <a:lnTo>
                    <a:pt x="609599" y="101600"/>
                  </a:lnTo>
                  <a:lnTo>
                    <a:pt x="609599" y="698500"/>
                  </a:lnTo>
                  <a:lnTo>
                    <a:pt x="601618" y="738056"/>
                  </a:lnTo>
                  <a:lnTo>
                    <a:pt x="579850" y="770350"/>
                  </a:lnTo>
                  <a:lnTo>
                    <a:pt x="547556" y="792118"/>
                  </a:lnTo>
                  <a:lnTo>
                    <a:pt x="507999" y="800100"/>
                  </a:lnTo>
                  <a:lnTo>
                    <a:pt x="101600" y="800100"/>
                  </a:lnTo>
                  <a:lnTo>
                    <a:pt x="62043" y="792118"/>
                  </a:lnTo>
                  <a:lnTo>
                    <a:pt x="29749" y="770350"/>
                  </a:lnTo>
                  <a:lnTo>
                    <a:pt x="7981" y="738056"/>
                  </a:lnTo>
                  <a:lnTo>
                    <a:pt x="0" y="698500"/>
                  </a:lnTo>
                  <a:lnTo>
                    <a:pt x="0" y="101600"/>
                  </a:lnTo>
                  <a:close/>
                </a:path>
              </a:pathLst>
            </a:custGeom>
            <a:ln w="25400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14400" y="2039111"/>
            <a:ext cx="1943100" cy="1737360"/>
            <a:chOff x="914400" y="2039111"/>
            <a:chExt cx="1943100" cy="173736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2039111"/>
              <a:ext cx="751332" cy="17373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6108" y="2935211"/>
              <a:ext cx="1231392" cy="5608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4241" y="2964433"/>
              <a:ext cx="1137920" cy="46418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674241" y="2964433"/>
              <a:ext cx="1137920" cy="464184"/>
            </a:xfrm>
            <a:custGeom>
              <a:avLst/>
              <a:gdLst/>
              <a:ahLst/>
              <a:cxnLst/>
              <a:rect l="l" t="t" r="r" b="b"/>
              <a:pathLst>
                <a:path w="1137920" h="464185">
                  <a:moveTo>
                    <a:pt x="36956" y="0"/>
                  </a:moveTo>
                  <a:lnTo>
                    <a:pt x="1008507" y="242443"/>
                  </a:lnTo>
                  <a:lnTo>
                    <a:pt x="1026921" y="168529"/>
                  </a:lnTo>
                  <a:lnTo>
                    <a:pt x="1137920" y="353187"/>
                  </a:lnTo>
                  <a:lnTo>
                    <a:pt x="953134" y="464185"/>
                  </a:lnTo>
                  <a:lnTo>
                    <a:pt x="971550" y="390271"/>
                  </a:lnTo>
                  <a:lnTo>
                    <a:pt x="0" y="147828"/>
                  </a:lnTo>
                  <a:lnTo>
                    <a:pt x="36956" y="0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081020" y="3149854"/>
            <a:ext cx="3740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5080" indent="-3175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Bahnschrift"/>
                <a:cs typeface="Bahnschrift"/>
              </a:rPr>
              <a:t>Raw </a:t>
            </a:r>
            <a:r>
              <a:rPr sz="1400" spc="-20" dirty="0">
                <a:solidFill>
                  <a:srgbClr val="FFFFFF"/>
                </a:solidFill>
                <a:latin typeface="Bahnschrift"/>
                <a:cs typeface="Bahnschrift"/>
              </a:rPr>
              <a:t>data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721861" y="2964433"/>
            <a:ext cx="1319530" cy="825500"/>
            <a:chOff x="3721861" y="2964433"/>
            <a:chExt cx="1319530" cy="825500"/>
          </a:xfrm>
        </p:grpSpPr>
        <p:sp>
          <p:nvSpPr>
            <p:cNvPr id="16" name="object 16"/>
            <p:cNvSpPr/>
            <p:nvPr/>
          </p:nvSpPr>
          <p:spPr>
            <a:xfrm>
              <a:off x="3734561" y="2977133"/>
              <a:ext cx="1294130" cy="800100"/>
            </a:xfrm>
            <a:custGeom>
              <a:avLst/>
              <a:gdLst/>
              <a:ahLst/>
              <a:cxnLst/>
              <a:rect l="l" t="t" r="r" b="b"/>
              <a:pathLst>
                <a:path w="1294129" h="800100">
                  <a:moveTo>
                    <a:pt x="1160526" y="0"/>
                  </a:moveTo>
                  <a:lnTo>
                    <a:pt x="133350" y="0"/>
                  </a:ln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0" y="666750"/>
                  </a:lnTo>
                  <a:lnTo>
                    <a:pt x="6797" y="708903"/>
                  </a:lnTo>
                  <a:lnTo>
                    <a:pt x="25725" y="745510"/>
                  </a:lnTo>
                  <a:lnTo>
                    <a:pt x="54589" y="774374"/>
                  </a:lnTo>
                  <a:lnTo>
                    <a:pt x="91196" y="793302"/>
                  </a:lnTo>
                  <a:lnTo>
                    <a:pt x="133350" y="800100"/>
                  </a:lnTo>
                  <a:lnTo>
                    <a:pt x="1160526" y="800100"/>
                  </a:lnTo>
                  <a:lnTo>
                    <a:pt x="1202679" y="793302"/>
                  </a:lnTo>
                  <a:lnTo>
                    <a:pt x="1239286" y="774374"/>
                  </a:lnTo>
                  <a:lnTo>
                    <a:pt x="1268150" y="745510"/>
                  </a:lnTo>
                  <a:lnTo>
                    <a:pt x="1287078" y="708903"/>
                  </a:lnTo>
                  <a:lnTo>
                    <a:pt x="1293876" y="666750"/>
                  </a:lnTo>
                  <a:lnTo>
                    <a:pt x="1293876" y="133350"/>
                  </a:lnTo>
                  <a:lnTo>
                    <a:pt x="1287078" y="91196"/>
                  </a:lnTo>
                  <a:lnTo>
                    <a:pt x="1268150" y="54589"/>
                  </a:lnTo>
                  <a:lnTo>
                    <a:pt x="1239286" y="25725"/>
                  </a:lnTo>
                  <a:lnTo>
                    <a:pt x="1202679" y="6797"/>
                  </a:lnTo>
                  <a:lnTo>
                    <a:pt x="1160526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34561" y="2977133"/>
              <a:ext cx="1294130" cy="800100"/>
            </a:xfrm>
            <a:custGeom>
              <a:avLst/>
              <a:gdLst/>
              <a:ahLst/>
              <a:cxnLst/>
              <a:rect l="l" t="t" r="r" b="b"/>
              <a:pathLst>
                <a:path w="1294129" h="800100">
                  <a:moveTo>
                    <a:pt x="0" y="133350"/>
                  </a:moveTo>
                  <a:lnTo>
                    <a:pt x="6797" y="91196"/>
                  </a:lnTo>
                  <a:lnTo>
                    <a:pt x="25725" y="54589"/>
                  </a:lnTo>
                  <a:lnTo>
                    <a:pt x="54589" y="25725"/>
                  </a:lnTo>
                  <a:lnTo>
                    <a:pt x="91196" y="6797"/>
                  </a:lnTo>
                  <a:lnTo>
                    <a:pt x="133350" y="0"/>
                  </a:lnTo>
                  <a:lnTo>
                    <a:pt x="1160526" y="0"/>
                  </a:lnTo>
                  <a:lnTo>
                    <a:pt x="1202679" y="6797"/>
                  </a:lnTo>
                  <a:lnTo>
                    <a:pt x="1239286" y="25725"/>
                  </a:lnTo>
                  <a:lnTo>
                    <a:pt x="1268150" y="54589"/>
                  </a:lnTo>
                  <a:lnTo>
                    <a:pt x="1287078" y="91196"/>
                  </a:lnTo>
                  <a:lnTo>
                    <a:pt x="1293876" y="133350"/>
                  </a:lnTo>
                  <a:lnTo>
                    <a:pt x="1293876" y="666750"/>
                  </a:lnTo>
                  <a:lnTo>
                    <a:pt x="1287078" y="708903"/>
                  </a:lnTo>
                  <a:lnTo>
                    <a:pt x="1268150" y="745510"/>
                  </a:lnTo>
                  <a:lnTo>
                    <a:pt x="1239286" y="774374"/>
                  </a:lnTo>
                  <a:lnTo>
                    <a:pt x="1202679" y="793302"/>
                  </a:lnTo>
                  <a:lnTo>
                    <a:pt x="1160526" y="800100"/>
                  </a:lnTo>
                  <a:lnTo>
                    <a:pt x="133350" y="800100"/>
                  </a:lnTo>
                  <a:lnTo>
                    <a:pt x="91196" y="793302"/>
                  </a:lnTo>
                  <a:lnTo>
                    <a:pt x="54589" y="774374"/>
                  </a:lnTo>
                  <a:lnTo>
                    <a:pt x="25725" y="745510"/>
                  </a:lnTo>
                  <a:lnTo>
                    <a:pt x="6797" y="708903"/>
                  </a:lnTo>
                  <a:lnTo>
                    <a:pt x="0" y="666750"/>
                  </a:lnTo>
                  <a:lnTo>
                    <a:pt x="0" y="133350"/>
                  </a:lnTo>
                  <a:close/>
                </a:path>
              </a:pathLst>
            </a:custGeom>
            <a:ln w="25400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936872" y="3149854"/>
            <a:ext cx="8890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9554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Bahnschrift"/>
                <a:cs typeface="Bahnschrift"/>
              </a:rPr>
              <a:t>Data </a:t>
            </a:r>
            <a:r>
              <a:rPr sz="1400" spc="-10" dirty="0">
                <a:solidFill>
                  <a:srgbClr val="FFFFFF"/>
                </a:solidFill>
                <a:latin typeface="Bahnschrift"/>
                <a:cs typeface="Bahnschrift"/>
              </a:rPr>
              <a:t>integration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177282" y="2967482"/>
            <a:ext cx="1320800" cy="827405"/>
            <a:chOff x="5177282" y="2967482"/>
            <a:chExt cx="1320800" cy="827405"/>
          </a:xfrm>
        </p:grpSpPr>
        <p:sp>
          <p:nvSpPr>
            <p:cNvPr id="20" name="object 20"/>
            <p:cNvSpPr/>
            <p:nvPr/>
          </p:nvSpPr>
          <p:spPr>
            <a:xfrm>
              <a:off x="5189982" y="2980182"/>
              <a:ext cx="1295400" cy="802005"/>
            </a:xfrm>
            <a:custGeom>
              <a:avLst/>
              <a:gdLst/>
              <a:ahLst/>
              <a:cxnLst/>
              <a:rect l="l" t="t" r="r" b="b"/>
              <a:pathLst>
                <a:path w="1295400" h="802004">
                  <a:moveTo>
                    <a:pt x="1161795" y="0"/>
                  </a:moveTo>
                  <a:lnTo>
                    <a:pt x="133603" y="0"/>
                  </a:lnTo>
                  <a:lnTo>
                    <a:pt x="91374" y="6811"/>
                  </a:lnTo>
                  <a:lnTo>
                    <a:pt x="54699" y="25777"/>
                  </a:lnTo>
                  <a:lnTo>
                    <a:pt x="25777" y="54699"/>
                  </a:lnTo>
                  <a:lnTo>
                    <a:pt x="6811" y="91374"/>
                  </a:lnTo>
                  <a:lnTo>
                    <a:pt x="0" y="133604"/>
                  </a:lnTo>
                  <a:lnTo>
                    <a:pt x="0" y="668020"/>
                  </a:lnTo>
                  <a:lnTo>
                    <a:pt x="6811" y="710249"/>
                  </a:lnTo>
                  <a:lnTo>
                    <a:pt x="25777" y="746924"/>
                  </a:lnTo>
                  <a:lnTo>
                    <a:pt x="54699" y="775846"/>
                  </a:lnTo>
                  <a:lnTo>
                    <a:pt x="91374" y="794812"/>
                  </a:lnTo>
                  <a:lnTo>
                    <a:pt x="133603" y="801624"/>
                  </a:lnTo>
                  <a:lnTo>
                    <a:pt x="1161795" y="801624"/>
                  </a:lnTo>
                  <a:lnTo>
                    <a:pt x="1204025" y="794812"/>
                  </a:lnTo>
                  <a:lnTo>
                    <a:pt x="1240700" y="775846"/>
                  </a:lnTo>
                  <a:lnTo>
                    <a:pt x="1269622" y="746924"/>
                  </a:lnTo>
                  <a:lnTo>
                    <a:pt x="1288588" y="710249"/>
                  </a:lnTo>
                  <a:lnTo>
                    <a:pt x="1295400" y="668020"/>
                  </a:lnTo>
                  <a:lnTo>
                    <a:pt x="1295400" y="133604"/>
                  </a:lnTo>
                  <a:lnTo>
                    <a:pt x="1288588" y="91374"/>
                  </a:lnTo>
                  <a:lnTo>
                    <a:pt x="1269622" y="54699"/>
                  </a:lnTo>
                  <a:lnTo>
                    <a:pt x="1240700" y="25777"/>
                  </a:lnTo>
                  <a:lnTo>
                    <a:pt x="1204025" y="6811"/>
                  </a:lnTo>
                  <a:lnTo>
                    <a:pt x="1161795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89982" y="2980182"/>
              <a:ext cx="1295400" cy="802005"/>
            </a:xfrm>
            <a:custGeom>
              <a:avLst/>
              <a:gdLst/>
              <a:ahLst/>
              <a:cxnLst/>
              <a:rect l="l" t="t" r="r" b="b"/>
              <a:pathLst>
                <a:path w="1295400" h="802004">
                  <a:moveTo>
                    <a:pt x="0" y="133604"/>
                  </a:moveTo>
                  <a:lnTo>
                    <a:pt x="6811" y="91374"/>
                  </a:lnTo>
                  <a:lnTo>
                    <a:pt x="25777" y="54699"/>
                  </a:lnTo>
                  <a:lnTo>
                    <a:pt x="54699" y="25777"/>
                  </a:lnTo>
                  <a:lnTo>
                    <a:pt x="91374" y="6811"/>
                  </a:lnTo>
                  <a:lnTo>
                    <a:pt x="133603" y="0"/>
                  </a:lnTo>
                  <a:lnTo>
                    <a:pt x="1161795" y="0"/>
                  </a:lnTo>
                  <a:lnTo>
                    <a:pt x="1204025" y="6811"/>
                  </a:lnTo>
                  <a:lnTo>
                    <a:pt x="1240700" y="25777"/>
                  </a:lnTo>
                  <a:lnTo>
                    <a:pt x="1269622" y="54699"/>
                  </a:lnTo>
                  <a:lnTo>
                    <a:pt x="1288588" y="91374"/>
                  </a:lnTo>
                  <a:lnTo>
                    <a:pt x="1295400" y="133604"/>
                  </a:lnTo>
                  <a:lnTo>
                    <a:pt x="1295400" y="668020"/>
                  </a:lnTo>
                  <a:lnTo>
                    <a:pt x="1288588" y="710249"/>
                  </a:lnTo>
                  <a:lnTo>
                    <a:pt x="1269622" y="746924"/>
                  </a:lnTo>
                  <a:lnTo>
                    <a:pt x="1240700" y="775846"/>
                  </a:lnTo>
                  <a:lnTo>
                    <a:pt x="1204025" y="794812"/>
                  </a:lnTo>
                  <a:lnTo>
                    <a:pt x="1161795" y="801624"/>
                  </a:lnTo>
                  <a:lnTo>
                    <a:pt x="133603" y="801624"/>
                  </a:lnTo>
                  <a:lnTo>
                    <a:pt x="91374" y="794812"/>
                  </a:lnTo>
                  <a:lnTo>
                    <a:pt x="54699" y="775846"/>
                  </a:lnTo>
                  <a:lnTo>
                    <a:pt x="25777" y="746924"/>
                  </a:lnTo>
                  <a:lnTo>
                    <a:pt x="6811" y="710249"/>
                  </a:lnTo>
                  <a:lnTo>
                    <a:pt x="0" y="668020"/>
                  </a:lnTo>
                  <a:lnTo>
                    <a:pt x="0" y="133604"/>
                  </a:lnTo>
                  <a:close/>
                </a:path>
              </a:pathLst>
            </a:custGeom>
            <a:ln w="25400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312409" y="3260597"/>
            <a:ext cx="10509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Bahnschrift"/>
                <a:cs typeface="Bahnschrift"/>
              </a:rPr>
              <a:t>Access</a:t>
            </a:r>
            <a:r>
              <a:rPr sz="1400" spc="120" dirty="0">
                <a:solidFill>
                  <a:srgbClr val="FFFFFF"/>
                </a:solidFill>
                <a:latin typeface="Bahnschrift"/>
                <a:cs typeface="Bahnschrif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Bahnschrift"/>
                <a:cs typeface="Bahnschrift"/>
              </a:rPr>
              <a:t>layer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246873" y="2123185"/>
            <a:ext cx="1252220" cy="1029969"/>
            <a:chOff x="7246873" y="2123185"/>
            <a:chExt cx="1252220" cy="1029969"/>
          </a:xfrm>
        </p:grpSpPr>
        <p:sp>
          <p:nvSpPr>
            <p:cNvPr id="24" name="object 24"/>
            <p:cNvSpPr/>
            <p:nvPr/>
          </p:nvSpPr>
          <p:spPr>
            <a:xfrm>
              <a:off x="7259573" y="2135885"/>
              <a:ext cx="1226820" cy="1004569"/>
            </a:xfrm>
            <a:custGeom>
              <a:avLst/>
              <a:gdLst/>
              <a:ahLst/>
              <a:cxnLst/>
              <a:rect l="l" t="t" r="r" b="b"/>
              <a:pathLst>
                <a:path w="1226820" h="1004569">
                  <a:moveTo>
                    <a:pt x="1059433" y="0"/>
                  </a:moveTo>
                  <a:lnTo>
                    <a:pt x="167385" y="0"/>
                  </a:lnTo>
                  <a:lnTo>
                    <a:pt x="122884" y="5978"/>
                  </a:lnTo>
                  <a:lnTo>
                    <a:pt x="82898" y="22850"/>
                  </a:lnTo>
                  <a:lnTo>
                    <a:pt x="49022" y="49021"/>
                  </a:lnTo>
                  <a:lnTo>
                    <a:pt x="22850" y="82898"/>
                  </a:lnTo>
                  <a:lnTo>
                    <a:pt x="5978" y="122884"/>
                  </a:lnTo>
                  <a:lnTo>
                    <a:pt x="0" y="167386"/>
                  </a:lnTo>
                  <a:lnTo>
                    <a:pt x="0" y="836930"/>
                  </a:lnTo>
                  <a:lnTo>
                    <a:pt x="5978" y="881431"/>
                  </a:lnTo>
                  <a:lnTo>
                    <a:pt x="22850" y="921417"/>
                  </a:lnTo>
                  <a:lnTo>
                    <a:pt x="49022" y="955294"/>
                  </a:lnTo>
                  <a:lnTo>
                    <a:pt x="82898" y="981465"/>
                  </a:lnTo>
                  <a:lnTo>
                    <a:pt x="122884" y="998337"/>
                  </a:lnTo>
                  <a:lnTo>
                    <a:pt x="167385" y="1004315"/>
                  </a:lnTo>
                  <a:lnTo>
                    <a:pt x="1059433" y="1004315"/>
                  </a:lnTo>
                  <a:lnTo>
                    <a:pt x="1103935" y="998337"/>
                  </a:lnTo>
                  <a:lnTo>
                    <a:pt x="1143921" y="981465"/>
                  </a:lnTo>
                  <a:lnTo>
                    <a:pt x="1177798" y="955294"/>
                  </a:lnTo>
                  <a:lnTo>
                    <a:pt x="1203969" y="921417"/>
                  </a:lnTo>
                  <a:lnTo>
                    <a:pt x="1220841" y="881431"/>
                  </a:lnTo>
                  <a:lnTo>
                    <a:pt x="1226820" y="836930"/>
                  </a:lnTo>
                  <a:lnTo>
                    <a:pt x="1226820" y="167386"/>
                  </a:lnTo>
                  <a:lnTo>
                    <a:pt x="1220841" y="122884"/>
                  </a:lnTo>
                  <a:lnTo>
                    <a:pt x="1203969" y="82898"/>
                  </a:lnTo>
                  <a:lnTo>
                    <a:pt x="1177798" y="49022"/>
                  </a:lnTo>
                  <a:lnTo>
                    <a:pt x="1143921" y="22850"/>
                  </a:lnTo>
                  <a:lnTo>
                    <a:pt x="1103935" y="5978"/>
                  </a:lnTo>
                  <a:lnTo>
                    <a:pt x="105943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59573" y="2135885"/>
              <a:ext cx="1226820" cy="1004569"/>
            </a:xfrm>
            <a:custGeom>
              <a:avLst/>
              <a:gdLst/>
              <a:ahLst/>
              <a:cxnLst/>
              <a:rect l="l" t="t" r="r" b="b"/>
              <a:pathLst>
                <a:path w="1226820" h="1004569">
                  <a:moveTo>
                    <a:pt x="0" y="167386"/>
                  </a:moveTo>
                  <a:lnTo>
                    <a:pt x="5978" y="122884"/>
                  </a:lnTo>
                  <a:lnTo>
                    <a:pt x="22850" y="82898"/>
                  </a:lnTo>
                  <a:lnTo>
                    <a:pt x="49022" y="49021"/>
                  </a:lnTo>
                  <a:lnTo>
                    <a:pt x="82898" y="22850"/>
                  </a:lnTo>
                  <a:lnTo>
                    <a:pt x="122884" y="5978"/>
                  </a:lnTo>
                  <a:lnTo>
                    <a:pt x="167385" y="0"/>
                  </a:lnTo>
                  <a:lnTo>
                    <a:pt x="1059433" y="0"/>
                  </a:lnTo>
                  <a:lnTo>
                    <a:pt x="1103935" y="5978"/>
                  </a:lnTo>
                  <a:lnTo>
                    <a:pt x="1143921" y="22850"/>
                  </a:lnTo>
                  <a:lnTo>
                    <a:pt x="1177798" y="49022"/>
                  </a:lnTo>
                  <a:lnTo>
                    <a:pt x="1203969" y="82898"/>
                  </a:lnTo>
                  <a:lnTo>
                    <a:pt x="1220841" y="122884"/>
                  </a:lnTo>
                  <a:lnTo>
                    <a:pt x="1226820" y="167386"/>
                  </a:lnTo>
                  <a:lnTo>
                    <a:pt x="1226820" y="836930"/>
                  </a:lnTo>
                  <a:lnTo>
                    <a:pt x="1220841" y="881431"/>
                  </a:lnTo>
                  <a:lnTo>
                    <a:pt x="1203969" y="921417"/>
                  </a:lnTo>
                  <a:lnTo>
                    <a:pt x="1177798" y="955294"/>
                  </a:lnTo>
                  <a:lnTo>
                    <a:pt x="1143921" y="981465"/>
                  </a:lnTo>
                  <a:lnTo>
                    <a:pt x="1103935" y="998337"/>
                  </a:lnTo>
                  <a:lnTo>
                    <a:pt x="1059433" y="1004315"/>
                  </a:lnTo>
                  <a:lnTo>
                    <a:pt x="167385" y="1004315"/>
                  </a:lnTo>
                  <a:lnTo>
                    <a:pt x="122884" y="998337"/>
                  </a:lnTo>
                  <a:lnTo>
                    <a:pt x="82898" y="981465"/>
                  </a:lnTo>
                  <a:lnTo>
                    <a:pt x="49022" y="955294"/>
                  </a:lnTo>
                  <a:lnTo>
                    <a:pt x="22850" y="921417"/>
                  </a:lnTo>
                  <a:lnTo>
                    <a:pt x="5978" y="881431"/>
                  </a:lnTo>
                  <a:lnTo>
                    <a:pt x="0" y="836930"/>
                  </a:lnTo>
                  <a:lnTo>
                    <a:pt x="0" y="167386"/>
                  </a:lnTo>
                  <a:close/>
                </a:path>
              </a:pathLst>
            </a:custGeom>
            <a:ln w="25400">
              <a:solidFill>
                <a:srgbClr val="9B9B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3482340" y="3098279"/>
            <a:ext cx="3584575" cy="521334"/>
            <a:chOff x="3482340" y="3098279"/>
            <a:chExt cx="3584575" cy="521334"/>
          </a:xfrm>
        </p:grpSpPr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82340" y="3211080"/>
              <a:ext cx="434339" cy="40841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29584" y="3244595"/>
              <a:ext cx="342900" cy="3048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529584" y="3244595"/>
              <a:ext cx="342900" cy="304800"/>
            </a:xfrm>
            <a:custGeom>
              <a:avLst/>
              <a:gdLst/>
              <a:ahLst/>
              <a:cxnLst/>
              <a:rect l="l" t="t" r="r" b="b"/>
              <a:pathLst>
                <a:path w="342900" h="304800">
                  <a:moveTo>
                    <a:pt x="0" y="76200"/>
                  </a:moveTo>
                  <a:lnTo>
                    <a:pt x="190500" y="76200"/>
                  </a:lnTo>
                  <a:lnTo>
                    <a:pt x="190500" y="0"/>
                  </a:lnTo>
                  <a:lnTo>
                    <a:pt x="342900" y="152400"/>
                  </a:lnTo>
                  <a:lnTo>
                    <a:pt x="190500" y="304800"/>
                  </a:lnTo>
                  <a:lnTo>
                    <a:pt x="190500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79848" y="3191268"/>
              <a:ext cx="435851" cy="40841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27092" y="3224784"/>
              <a:ext cx="344424" cy="3048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927092" y="3224784"/>
              <a:ext cx="344805" cy="304800"/>
            </a:xfrm>
            <a:custGeom>
              <a:avLst/>
              <a:gdLst/>
              <a:ahLst/>
              <a:cxnLst/>
              <a:rect l="l" t="t" r="r" b="b"/>
              <a:pathLst>
                <a:path w="344804" h="304800">
                  <a:moveTo>
                    <a:pt x="0" y="76200"/>
                  </a:moveTo>
                  <a:lnTo>
                    <a:pt x="192024" y="76200"/>
                  </a:lnTo>
                  <a:lnTo>
                    <a:pt x="192024" y="0"/>
                  </a:lnTo>
                  <a:lnTo>
                    <a:pt x="344424" y="152400"/>
                  </a:lnTo>
                  <a:lnTo>
                    <a:pt x="192024" y="304800"/>
                  </a:lnTo>
                  <a:lnTo>
                    <a:pt x="192024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73952" y="3098279"/>
              <a:ext cx="592810" cy="46940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22847" y="3130295"/>
              <a:ext cx="499236" cy="37287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522847" y="3130295"/>
              <a:ext cx="499745" cy="373380"/>
            </a:xfrm>
            <a:custGeom>
              <a:avLst/>
              <a:gdLst/>
              <a:ahLst/>
              <a:cxnLst/>
              <a:rect l="l" t="t" r="r" b="b"/>
              <a:pathLst>
                <a:path w="499745" h="373379">
                  <a:moveTo>
                    <a:pt x="0" y="210693"/>
                  </a:moveTo>
                  <a:lnTo>
                    <a:pt x="302259" y="81153"/>
                  </a:lnTo>
                  <a:lnTo>
                    <a:pt x="267461" y="0"/>
                  </a:lnTo>
                  <a:lnTo>
                    <a:pt x="499236" y="92710"/>
                  </a:lnTo>
                  <a:lnTo>
                    <a:pt x="406526" y="324358"/>
                  </a:lnTo>
                  <a:lnTo>
                    <a:pt x="371855" y="243331"/>
                  </a:lnTo>
                  <a:lnTo>
                    <a:pt x="69469" y="372872"/>
                  </a:lnTo>
                  <a:lnTo>
                    <a:pt x="0" y="210693"/>
                  </a:lnTo>
                  <a:close/>
                </a:path>
              </a:pathLst>
            </a:custGeom>
            <a:ln w="9524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332091" y="2813685"/>
            <a:ext cx="10617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52525"/>
                </a:solidFill>
                <a:latin typeface="Bahnschrift"/>
                <a:cs typeface="Bahnschrift"/>
              </a:rPr>
              <a:t>Data</a:t>
            </a:r>
            <a:r>
              <a:rPr sz="1400" spc="100" dirty="0">
                <a:solidFill>
                  <a:srgbClr val="252525"/>
                </a:solidFill>
                <a:latin typeface="Bahnschrift"/>
                <a:cs typeface="Bahnschrift"/>
              </a:rPr>
              <a:t> </a:t>
            </a:r>
            <a:r>
              <a:rPr sz="1400" spc="-10" dirty="0">
                <a:solidFill>
                  <a:srgbClr val="252525"/>
                </a:solidFill>
                <a:latin typeface="Bahnschrift"/>
                <a:cs typeface="Bahnschrift"/>
              </a:rPr>
              <a:t>Science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688580" y="2418588"/>
            <a:ext cx="365760" cy="289560"/>
            <a:chOff x="7688580" y="2418588"/>
            <a:chExt cx="365760" cy="289560"/>
          </a:xfrm>
        </p:grpSpPr>
        <p:sp>
          <p:nvSpPr>
            <p:cNvPr id="38" name="object 38"/>
            <p:cNvSpPr/>
            <p:nvPr/>
          </p:nvSpPr>
          <p:spPr>
            <a:xfrm>
              <a:off x="7688580" y="2418588"/>
              <a:ext cx="365760" cy="289560"/>
            </a:xfrm>
            <a:custGeom>
              <a:avLst/>
              <a:gdLst/>
              <a:ahLst/>
              <a:cxnLst/>
              <a:rect l="l" t="t" r="r" b="b"/>
              <a:pathLst>
                <a:path w="365759" h="289560">
                  <a:moveTo>
                    <a:pt x="360299" y="216662"/>
                  </a:moveTo>
                  <a:lnTo>
                    <a:pt x="4572" y="216662"/>
                  </a:lnTo>
                  <a:lnTo>
                    <a:pt x="0" y="222123"/>
                  </a:lnTo>
                  <a:lnTo>
                    <a:pt x="0" y="253111"/>
                  </a:lnTo>
                  <a:lnTo>
                    <a:pt x="2720" y="266842"/>
                  </a:lnTo>
                  <a:lnTo>
                    <a:pt x="10144" y="278479"/>
                  </a:lnTo>
                  <a:lnTo>
                    <a:pt x="21163" y="286543"/>
                  </a:lnTo>
                  <a:lnTo>
                    <a:pt x="34671" y="289560"/>
                  </a:lnTo>
                  <a:lnTo>
                    <a:pt x="330200" y="289560"/>
                  </a:lnTo>
                  <a:lnTo>
                    <a:pt x="343846" y="286686"/>
                  </a:lnTo>
                  <a:lnTo>
                    <a:pt x="355171" y="278860"/>
                  </a:lnTo>
                  <a:lnTo>
                    <a:pt x="362900" y="267271"/>
                  </a:lnTo>
                  <a:lnTo>
                    <a:pt x="363554" y="264032"/>
                  </a:lnTo>
                  <a:lnTo>
                    <a:pt x="28321" y="264032"/>
                  </a:lnTo>
                  <a:lnTo>
                    <a:pt x="22860" y="258572"/>
                  </a:lnTo>
                  <a:lnTo>
                    <a:pt x="22860" y="240411"/>
                  </a:lnTo>
                  <a:lnTo>
                    <a:pt x="365760" y="240411"/>
                  </a:lnTo>
                  <a:lnTo>
                    <a:pt x="365760" y="221234"/>
                  </a:lnTo>
                  <a:lnTo>
                    <a:pt x="360299" y="216662"/>
                  </a:lnTo>
                  <a:close/>
                </a:path>
                <a:path w="365759" h="289560">
                  <a:moveTo>
                    <a:pt x="365760" y="240411"/>
                  </a:moveTo>
                  <a:lnTo>
                    <a:pt x="342011" y="240411"/>
                  </a:lnTo>
                  <a:lnTo>
                    <a:pt x="342011" y="258572"/>
                  </a:lnTo>
                  <a:lnTo>
                    <a:pt x="335661" y="264032"/>
                  </a:lnTo>
                  <a:lnTo>
                    <a:pt x="363554" y="264032"/>
                  </a:lnTo>
                  <a:lnTo>
                    <a:pt x="365760" y="253111"/>
                  </a:lnTo>
                  <a:lnTo>
                    <a:pt x="365760" y="240411"/>
                  </a:lnTo>
                  <a:close/>
                </a:path>
                <a:path w="365759" h="289560">
                  <a:moveTo>
                    <a:pt x="306450" y="0"/>
                  </a:moveTo>
                  <a:lnTo>
                    <a:pt x="59309" y="0"/>
                  </a:lnTo>
                  <a:lnTo>
                    <a:pt x="44532" y="2998"/>
                  </a:lnTo>
                  <a:lnTo>
                    <a:pt x="44963" y="2998"/>
                  </a:lnTo>
                  <a:lnTo>
                    <a:pt x="33559" y="10699"/>
                  </a:lnTo>
                  <a:lnTo>
                    <a:pt x="25733" y="22288"/>
                  </a:lnTo>
                  <a:lnTo>
                    <a:pt x="22860" y="36449"/>
                  </a:lnTo>
                  <a:lnTo>
                    <a:pt x="22860" y="216662"/>
                  </a:lnTo>
                  <a:lnTo>
                    <a:pt x="47371" y="216662"/>
                  </a:lnTo>
                  <a:lnTo>
                    <a:pt x="47371" y="36449"/>
                  </a:lnTo>
                  <a:lnTo>
                    <a:pt x="46481" y="36449"/>
                  </a:lnTo>
                  <a:lnTo>
                    <a:pt x="46481" y="30099"/>
                  </a:lnTo>
                  <a:lnTo>
                    <a:pt x="51943" y="24637"/>
                  </a:lnTo>
                  <a:lnTo>
                    <a:pt x="339561" y="24637"/>
                  </a:lnTo>
                  <a:lnTo>
                    <a:pt x="339151" y="22663"/>
                  </a:lnTo>
                  <a:lnTo>
                    <a:pt x="331422" y="11033"/>
                  </a:lnTo>
                  <a:lnTo>
                    <a:pt x="320097" y="2998"/>
                  </a:lnTo>
                  <a:lnTo>
                    <a:pt x="306450" y="0"/>
                  </a:lnTo>
                  <a:close/>
                </a:path>
                <a:path w="365759" h="289560">
                  <a:moveTo>
                    <a:pt x="339561" y="24637"/>
                  </a:moveTo>
                  <a:lnTo>
                    <a:pt x="313817" y="24637"/>
                  </a:lnTo>
                  <a:lnTo>
                    <a:pt x="319277" y="30099"/>
                  </a:lnTo>
                  <a:lnTo>
                    <a:pt x="319277" y="216662"/>
                  </a:lnTo>
                  <a:lnTo>
                    <a:pt x="342011" y="216662"/>
                  </a:lnTo>
                  <a:lnTo>
                    <a:pt x="342011" y="36449"/>
                  </a:lnTo>
                  <a:lnTo>
                    <a:pt x="339561" y="24637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76972" y="2491740"/>
              <a:ext cx="169163" cy="120396"/>
            </a:xfrm>
            <a:prstGeom prst="rect">
              <a:avLst/>
            </a:prstGeom>
          </p:spPr>
        </p:pic>
      </p:grpSp>
      <p:grpSp>
        <p:nvGrpSpPr>
          <p:cNvPr id="40" name="object 40"/>
          <p:cNvGrpSpPr/>
          <p:nvPr/>
        </p:nvGrpSpPr>
        <p:grpSpPr>
          <a:xfrm>
            <a:off x="7246873" y="978661"/>
            <a:ext cx="1258570" cy="1028700"/>
            <a:chOff x="7246873" y="978661"/>
            <a:chExt cx="1258570" cy="1028700"/>
          </a:xfrm>
        </p:grpSpPr>
        <p:sp>
          <p:nvSpPr>
            <p:cNvPr id="41" name="object 41"/>
            <p:cNvSpPr/>
            <p:nvPr/>
          </p:nvSpPr>
          <p:spPr>
            <a:xfrm>
              <a:off x="7259573" y="991361"/>
              <a:ext cx="1233170" cy="1003300"/>
            </a:xfrm>
            <a:custGeom>
              <a:avLst/>
              <a:gdLst/>
              <a:ahLst/>
              <a:cxnLst/>
              <a:rect l="l" t="t" r="r" b="b"/>
              <a:pathLst>
                <a:path w="1233170" h="1003300">
                  <a:moveTo>
                    <a:pt x="1065783" y="0"/>
                  </a:moveTo>
                  <a:lnTo>
                    <a:pt x="167131" y="0"/>
                  </a:lnTo>
                  <a:lnTo>
                    <a:pt x="122693" y="5968"/>
                  </a:lnTo>
                  <a:lnTo>
                    <a:pt x="82766" y="22812"/>
                  </a:lnTo>
                  <a:lnTo>
                    <a:pt x="48942" y="48942"/>
                  </a:lnTo>
                  <a:lnTo>
                    <a:pt x="22812" y="82766"/>
                  </a:lnTo>
                  <a:lnTo>
                    <a:pt x="5968" y="122693"/>
                  </a:lnTo>
                  <a:lnTo>
                    <a:pt x="0" y="167132"/>
                  </a:lnTo>
                  <a:lnTo>
                    <a:pt x="0" y="835660"/>
                  </a:lnTo>
                  <a:lnTo>
                    <a:pt x="5968" y="880098"/>
                  </a:lnTo>
                  <a:lnTo>
                    <a:pt x="22812" y="920025"/>
                  </a:lnTo>
                  <a:lnTo>
                    <a:pt x="48942" y="953849"/>
                  </a:lnTo>
                  <a:lnTo>
                    <a:pt x="82766" y="979979"/>
                  </a:lnTo>
                  <a:lnTo>
                    <a:pt x="122693" y="996823"/>
                  </a:lnTo>
                  <a:lnTo>
                    <a:pt x="167131" y="1002792"/>
                  </a:lnTo>
                  <a:lnTo>
                    <a:pt x="1065783" y="1002792"/>
                  </a:lnTo>
                  <a:lnTo>
                    <a:pt x="1110222" y="996823"/>
                  </a:lnTo>
                  <a:lnTo>
                    <a:pt x="1150149" y="979979"/>
                  </a:lnTo>
                  <a:lnTo>
                    <a:pt x="1183973" y="953849"/>
                  </a:lnTo>
                  <a:lnTo>
                    <a:pt x="1210103" y="920025"/>
                  </a:lnTo>
                  <a:lnTo>
                    <a:pt x="1226947" y="880098"/>
                  </a:lnTo>
                  <a:lnTo>
                    <a:pt x="1232916" y="835660"/>
                  </a:lnTo>
                  <a:lnTo>
                    <a:pt x="1232916" y="167132"/>
                  </a:lnTo>
                  <a:lnTo>
                    <a:pt x="1226947" y="122693"/>
                  </a:lnTo>
                  <a:lnTo>
                    <a:pt x="1210103" y="82766"/>
                  </a:lnTo>
                  <a:lnTo>
                    <a:pt x="1183973" y="48942"/>
                  </a:lnTo>
                  <a:lnTo>
                    <a:pt x="1150149" y="22812"/>
                  </a:lnTo>
                  <a:lnTo>
                    <a:pt x="1110222" y="5968"/>
                  </a:lnTo>
                  <a:lnTo>
                    <a:pt x="106578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259573" y="991361"/>
              <a:ext cx="1233170" cy="1003300"/>
            </a:xfrm>
            <a:custGeom>
              <a:avLst/>
              <a:gdLst/>
              <a:ahLst/>
              <a:cxnLst/>
              <a:rect l="l" t="t" r="r" b="b"/>
              <a:pathLst>
                <a:path w="1233170" h="1003300">
                  <a:moveTo>
                    <a:pt x="0" y="167132"/>
                  </a:moveTo>
                  <a:lnTo>
                    <a:pt x="5968" y="122693"/>
                  </a:lnTo>
                  <a:lnTo>
                    <a:pt x="22812" y="82766"/>
                  </a:lnTo>
                  <a:lnTo>
                    <a:pt x="48942" y="48942"/>
                  </a:lnTo>
                  <a:lnTo>
                    <a:pt x="82766" y="22812"/>
                  </a:lnTo>
                  <a:lnTo>
                    <a:pt x="122693" y="5968"/>
                  </a:lnTo>
                  <a:lnTo>
                    <a:pt x="167131" y="0"/>
                  </a:lnTo>
                  <a:lnTo>
                    <a:pt x="1065783" y="0"/>
                  </a:lnTo>
                  <a:lnTo>
                    <a:pt x="1110222" y="5968"/>
                  </a:lnTo>
                  <a:lnTo>
                    <a:pt x="1150149" y="22812"/>
                  </a:lnTo>
                  <a:lnTo>
                    <a:pt x="1183973" y="48942"/>
                  </a:lnTo>
                  <a:lnTo>
                    <a:pt x="1210103" y="82766"/>
                  </a:lnTo>
                  <a:lnTo>
                    <a:pt x="1226947" y="122693"/>
                  </a:lnTo>
                  <a:lnTo>
                    <a:pt x="1232916" y="167132"/>
                  </a:lnTo>
                  <a:lnTo>
                    <a:pt x="1232916" y="835660"/>
                  </a:lnTo>
                  <a:lnTo>
                    <a:pt x="1226947" y="880098"/>
                  </a:lnTo>
                  <a:lnTo>
                    <a:pt x="1210103" y="920025"/>
                  </a:lnTo>
                  <a:lnTo>
                    <a:pt x="1183973" y="953849"/>
                  </a:lnTo>
                  <a:lnTo>
                    <a:pt x="1150149" y="979979"/>
                  </a:lnTo>
                  <a:lnTo>
                    <a:pt x="1110222" y="996823"/>
                  </a:lnTo>
                  <a:lnTo>
                    <a:pt x="1065783" y="1002792"/>
                  </a:lnTo>
                  <a:lnTo>
                    <a:pt x="167131" y="1002792"/>
                  </a:lnTo>
                  <a:lnTo>
                    <a:pt x="122693" y="996823"/>
                  </a:lnTo>
                  <a:lnTo>
                    <a:pt x="82766" y="979979"/>
                  </a:lnTo>
                  <a:lnTo>
                    <a:pt x="48942" y="953849"/>
                  </a:lnTo>
                  <a:lnTo>
                    <a:pt x="22812" y="920025"/>
                  </a:lnTo>
                  <a:lnTo>
                    <a:pt x="5968" y="880098"/>
                  </a:lnTo>
                  <a:lnTo>
                    <a:pt x="0" y="835660"/>
                  </a:lnTo>
                  <a:lnTo>
                    <a:pt x="0" y="167132"/>
                  </a:lnTo>
                  <a:close/>
                </a:path>
              </a:pathLst>
            </a:custGeom>
            <a:ln w="25400">
              <a:solidFill>
                <a:srgbClr val="9B9B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665719" y="1264919"/>
              <a:ext cx="346075" cy="318770"/>
            </a:xfrm>
            <a:custGeom>
              <a:avLst/>
              <a:gdLst/>
              <a:ahLst/>
              <a:cxnLst/>
              <a:rect l="l" t="t" r="r" b="b"/>
              <a:pathLst>
                <a:path w="346075" h="318769">
                  <a:moveTo>
                    <a:pt x="179831" y="0"/>
                  </a:moveTo>
                  <a:lnTo>
                    <a:pt x="172974" y="0"/>
                  </a:lnTo>
                  <a:lnTo>
                    <a:pt x="126867" y="5729"/>
                  </a:lnTo>
                  <a:lnTo>
                    <a:pt x="85513" y="21872"/>
                  </a:lnTo>
                  <a:lnTo>
                    <a:pt x="50530" y="46862"/>
                  </a:lnTo>
                  <a:lnTo>
                    <a:pt x="23537" y="79135"/>
                  </a:lnTo>
                  <a:lnTo>
                    <a:pt x="6154" y="117122"/>
                  </a:lnTo>
                  <a:lnTo>
                    <a:pt x="0" y="159257"/>
                  </a:lnTo>
                  <a:lnTo>
                    <a:pt x="6154" y="201393"/>
                  </a:lnTo>
                  <a:lnTo>
                    <a:pt x="23537" y="239380"/>
                  </a:lnTo>
                  <a:lnTo>
                    <a:pt x="50530" y="271652"/>
                  </a:lnTo>
                  <a:lnTo>
                    <a:pt x="85513" y="296643"/>
                  </a:lnTo>
                  <a:lnTo>
                    <a:pt x="126867" y="312786"/>
                  </a:lnTo>
                  <a:lnTo>
                    <a:pt x="172974" y="318515"/>
                  </a:lnTo>
                  <a:lnTo>
                    <a:pt x="218727" y="312786"/>
                  </a:lnTo>
                  <a:lnTo>
                    <a:pt x="259983" y="296643"/>
                  </a:lnTo>
                  <a:lnTo>
                    <a:pt x="262437" y="294893"/>
                  </a:lnTo>
                  <a:lnTo>
                    <a:pt x="171957" y="294893"/>
                  </a:lnTo>
                  <a:lnTo>
                    <a:pt x="125145" y="288042"/>
                  </a:lnTo>
                  <a:lnTo>
                    <a:pt x="84703" y="268912"/>
                  </a:lnTo>
                  <a:lnTo>
                    <a:pt x="52948" y="239645"/>
                  </a:lnTo>
                  <a:lnTo>
                    <a:pt x="32197" y="202381"/>
                  </a:lnTo>
                  <a:lnTo>
                    <a:pt x="24764" y="159257"/>
                  </a:lnTo>
                  <a:lnTo>
                    <a:pt x="35204" y="109525"/>
                  </a:lnTo>
                  <a:lnTo>
                    <a:pt x="63801" y="67913"/>
                  </a:lnTo>
                  <a:lnTo>
                    <a:pt x="106471" y="38064"/>
                  </a:lnTo>
                  <a:lnTo>
                    <a:pt x="159130" y="23621"/>
                  </a:lnTo>
                  <a:lnTo>
                    <a:pt x="185800" y="23621"/>
                  </a:lnTo>
                  <a:lnTo>
                    <a:pt x="185800" y="11810"/>
                  </a:lnTo>
                  <a:lnTo>
                    <a:pt x="184784" y="4571"/>
                  </a:lnTo>
                  <a:lnTo>
                    <a:pt x="179831" y="0"/>
                  </a:lnTo>
                  <a:close/>
                </a:path>
                <a:path w="346075" h="318769">
                  <a:moveTo>
                    <a:pt x="185800" y="23621"/>
                  </a:moveTo>
                  <a:lnTo>
                    <a:pt x="159130" y="23621"/>
                  </a:lnTo>
                  <a:lnTo>
                    <a:pt x="159130" y="166496"/>
                  </a:lnTo>
                  <a:lnTo>
                    <a:pt x="165100" y="171068"/>
                  </a:lnTo>
                  <a:lnTo>
                    <a:pt x="318261" y="171068"/>
                  </a:lnTo>
                  <a:lnTo>
                    <a:pt x="308154" y="210525"/>
                  </a:lnTo>
                  <a:lnTo>
                    <a:pt x="286386" y="244556"/>
                  </a:lnTo>
                  <a:lnTo>
                    <a:pt x="255040" y="271241"/>
                  </a:lnTo>
                  <a:lnTo>
                    <a:pt x="216202" y="288660"/>
                  </a:lnTo>
                  <a:lnTo>
                    <a:pt x="171957" y="294893"/>
                  </a:lnTo>
                  <a:lnTo>
                    <a:pt x="262437" y="294893"/>
                  </a:lnTo>
                  <a:lnTo>
                    <a:pt x="295036" y="271652"/>
                  </a:lnTo>
                  <a:lnTo>
                    <a:pt x="322184" y="239380"/>
                  </a:lnTo>
                  <a:lnTo>
                    <a:pt x="339723" y="201393"/>
                  </a:lnTo>
                  <a:lnTo>
                    <a:pt x="345948" y="159257"/>
                  </a:lnTo>
                  <a:lnTo>
                    <a:pt x="345948" y="152907"/>
                  </a:lnTo>
                  <a:lnTo>
                    <a:pt x="339089" y="147446"/>
                  </a:lnTo>
                  <a:lnTo>
                    <a:pt x="185800" y="147446"/>
                  </a:lnTo>
                  <a:lnTo>
                    <a:pt x="185800" y="23621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76031" y="1217675"/>
              <a:ext cx="187451" cy="172212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7463408" y="1668272"/>
            <a:ext cx="8064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252525"/>
                </a:solidFill>
                <a:latin typeface="Bahnschrift"/>
                <a:cs typeface="Bahnschrift"/>
              </a:rPr>
              <a:t>Reporting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246873" y="3270758"/>
            <a:ext cx="1252220" cy="1029969"/>
            <a:chOff x="7246873" y="3270758"/>
            <a:chExt cx="1252220" cy="1029969"/>
          </a:xfrm>
        </p:grpSpPr>
        <p:sp>
          <p:nvSpPr>
            <p:cNvPr id="47" name="object 47"/>
            <p:cNvSpPr/>
            <p:nvPr/>
          </p:nvSpPr>
          <p:spPr>
            <a:xfrm>
              <a:off x="7259573" y="3283458"/>
              <a:ext cx="1226820" cy="1004569"/>
            </a:xfrm>
            <a:custGeom>
              <a:avLst/>
              <a:gdLst/>
              <a:ahLst/>
              <a:cxnLst/>
              <a:rect l="l" t="t" r="r" b="b"/>
              <a:pathLst>
                <a:path w="1226820" h="1004570">
                  <a:moveTo>
                    <a:pt x="1059433" y="0"/>
                  </a:moveTo>
                  <a:lnTo>
                    <a:pt x="167385" y="0"/>
                  </a:lnTo>
                  <a:lnTo>
                    <a:pt x="122884" y="5978"/>
                  </a:lnTo>
                  <a:lnTo>
                    <a:pt x="82898" y="22850"/>
                  </a:lnTo>
                  <a:lnTo>
                    <a:pt x="49022" y="49022"/>
                  </a:lnTo>
                  <a:lnTo>
                    <a:pt x="22850" y="82898"/>
                  </a:lnTo>
                  <a:lnTo>
                    <a:pt x="5978" y="122884"/>
                  </a:lnTo>
                  <a:lnTo>
                    <a:pt x="0" y="167386"/>
                  </a:lnTo>
                  <a:lnTo>
                    <a:pt x="0" y="836930"/>
                  </a:lnTo>
                  <a:lnTo>
                    <a:pt x="5978" y="881427"/>
                  </a:lnTo>
                  <a:lnTo>
                    <a:pt x="22850" y="921412"/>
                  </a:lnTo>
                  <a:lnTo>
                    <a:pt x="49022" y="955289"/>
                  </a:lnTo>
                  <a:lnTo>
                    <a:pt x="82898" y="981462"/>
                  </a:lnTo>
                  <a:lnTo>
                    <a:pt x="122884" y="998336"/>
                  </a:lnTo>
                  <a:lnTo>
                    <a:pt x="167385" y="1004316"/>
                  </a:lnTo>
                  <a:lnTo>
                    <a:pt x="1059433" y="1004316"/>
                  </a:lnTo>
                  <a:lnTo>
                    <a:pt x="1103935" y="998336"/>
                  </a:lnTo>
                  <a:lnTo>
                    <a:pt x="1143921" y="981462"/>
                  </a:lnTo>
                  <a:lnTo>
                    <a:pt x="1177798" y="955289"/>
                  </a:lnTo>
                  <a:lnTo>
                    <a:pt x="1203969" y="921412"/>
                  </a:lnTo>
                  <a:lnTo>
                    <a:pt x="1220841" y="881427"/>
                  </a:lnTo>
                  <a:lnTo>
                    <a:pt x="1226820" y="836930"/>
                  </a:lnTo>
                  <a:lnTo>
                    <a:pt x="1226820" y="167386"/>
                  </a:lnTo>
                  <a:lnTo>
                    <a:pt x="1220841" y="122884"/>
                  </a:lnTo>
                  <a:lnTo>
                    <a:pt x="1203969" y="82898"/>
                  </a:lnTo>
                  <a:lnTo>
                    <a:pt x="1177798" y="49022"/>
                  </a:lnTo>
                  <a:lnTo>
                    <a:pt x="1143921" y="22850"/>
                  </a:lnTo>
                  <a:lnTo>
                    <a:pt x="1103935" y="5978"/>
                  </a:lnTo>
                  <a:lnTo>
                    <a:pt x="105943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259573" y="3283458"/>
              <a:ext cx="1226820" cy="1004569"/>
            </a:xfrm>
            <a:custGeom>
              <a:avLst/>
              <a:gdLst/>
              <a:ahLst/>
              <a:cxnLst/>
              <a:rect l="l" t="t" r="r" b="b"/>
              <a:pathLst>
                <a:path w="1226820" h="1004570">
                  <a:moveTo>
                    <a:pt x="0" y="167386"/>
                  </a:moveTo>
                  <a:lnTo>
                    <a:pt x="5978" y="122884"/>
                  </a:lnTo>
                  <a:lnTo>
                    <a:pt x="22850" y="82898"/>
                  </a:lnTo>
                  <a:lnTo>
                    <a:pt x="49022" y="49022"/>
                  </a:lnTo>
                  <a:lnTo>
                    <a:pt x="82898" y="22850"/>
                  </a:lnTo>
                  <a:lnTo>
                    <a:pt x="122884" y="5978"/>
                  </a:lnTo>
                  <a:lnTo>
                    <a:pt x="167385" y="0"/>
                  </a:lnTo>
                  <a:lnTo>
                    <a:pt x="1059433" y="0"/>
                  </a:lnTo>
                  <a:lnTo>
                    <a:pt x="1103935" y="5978"/>
                  </a:lnTo>
                  <a:lnTo>
                    <a:pt x="1143921" y="22850"/>
                  </a:lnTo>
                  <a:lnTo>
                    <a:pt x="1177798" y="49022"/>
                  </a:lnTo>
                  <a:lnTo>
                    <a:pt x="1203969" y="82898"/>
                  </a:lnTo>
                  <a:lnTo>
                    <a:pt x="1220841" y="122884"/>
                  </a:lnTo>
                  <a:lnTo>
                    <a:pt x="1226820" y="167386"/>
                  </a:lnTo>
                  <a:lnTo>
                    <a:pt x="1226820" y="836930"/>
                  </a:lnTo>
                  <a:lnTo>
                    <a:pt x="1220841" y="881427"/>
                  </a:lnTo>
                  <a:lnTo>
                    <a:pt x="1203969" y="921412"/>
                  </a:lnTo>
                  <a:lnTo>
                    <a:pt x="1177798" y="955289"/>
                  </a:lnTo>
                  <a:lnTo>
                    <a:pt x="1143921" y="981462"/>
                  </a:lnTo>
                  <a:lnTo>
                    <a:pt x="1103935" y="998336"/>
                  </a:lnTo>
                  <a:lnTo>
                    <a:pt x="1059433" y="1004316"/>
                  </a:lnTo>
                  <a:lnTo>
                    <a:pt x="167385" y="1004316"/>
                  </a:lnTo>
                  <a:lnTo>
                    <a:pt x="122884" y="998336"/>
                  </a:lnTo>
                  <a:lnTo>
                    <a:pt x="82898" y="981462"/>
                  </a:lnTo>
                  <a:lnTo>
                    <a:pt x="49022" y="955289"/>
                  </a:lnTo>
                  <a:lnTo>
                    <a:pt x="22850" y="921412"/>
                  </a:lnTo>
                  <a:lnTo>
                    <a:pt x="5978" y="881427"/>
                  </a:lnTo>
                  <a:lnTo>
                    <a:pt x="0" y="836930"/>
                  </a:lnTo>
                  <a:lnTo>
                    <a:pt x="0" y="167386"/>
                  </a:lnTo>
                  <a:close/>
                </a:path>
              </a:pathLst>
            </a:custGeom>
            <a:ln w="25400">
              <a:solidFill>
                <a:srgbClr val="9B9B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7401559" y="3961587"/>
            <a:ext cx="9226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52525"/>
                </a:solidFill>
                <a:latin typeface="Bahnschrift"/>
                <a:cs typeface="Bahnschrift"/>
              </a:rPr>
              <a:t>Other</a:t>
            </a:r>
            <a:r>
              <a:rPr sz="1400" spc="105" dirty="0">
                <a:solidFill>
                  <a:srgbClr val="252525"/>
                </a:solidFill>
                <a:latin typeface="Bahnschrift"/>
                <a:cs typeface="Bahnschrift"/>
              </a:rPr>
              <a:t> </a:t>
            </a:r>
            <a:r>
              <a:rPr sz="1400" spc="-20" dirty="0">
                <a:solidFill>
                  <a:srgbClr val="252525"/>
                </a:solidFill>
                <a:latin typeface="Bahnschrift"/>
                <a:cs typeface="Bahnschrift"/>
              </a:rPr>
              <a:t>Apps</a:t>
            </a:r>
            <a:endParaRPr sz="1400">
              <a:latin typeface="Bahnschrift"/>
              <a:cs typeface="Bahnschrift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665719" y="3537203"/>
            <a:ext cx="340360" cy="320040"/>
          </a:xfrm>
          <a:custGeom>
            <a:avLst/>
            <a:gdLst/>
            <a:ahLst/>
            <a:cxnLst/>
            <a:rect l="l" t="t" r="r" b="b"/>
            <a:pathLst>
              <a:path w="340359" h="320039">
                <a:moveTo>
                  <a:pt x="339851" y="280035"/>
                </a:moveTo>
                <a:lnTo>
                  <a:pt x="319912" y="280035"/>
                </a:lnTo>
                <a:lnTo>
                  <a:pt x="319912" y="295529"/>
                </a:lnTo>
                <a:lnTo>
                  <a:pt x="315468" y="299974"/>
                </a:lnTo>
                <a:lnTo>
                  <a:pt x="64897" y="299974"/>
                </a:lnTo>
                <a:lnTo>
                  <a:pt x="60451" y="304546"/>
                </a:lnTo>
                <a:lnTo>
                  <a:pt x="60451" y="315595"/>
                </a:lnTo>
                <a:lnTo>
                  <a:pt x="64897" y="320040"/>
                </a:lnTo>
                <a:lnTo>
                  <a:pt x="310006" y="320040"/>
                </a:lnTo>
                <a:lnTo>
                  <a:pt x="321581" y="317678"/>
                </a:lnTo>
                <a:lnTo>
                  <a:pt x="331073" y="311245"/>
                </a:lnTo>
                <a:lnTo>
                  <a:pt x="337492" y="301716"/>
                </a:lnTo>
                <a:lnTo>
                  <a:pt x="339851" y="290068"/>
                </a:lnTo>
                <a:lnTo>
                  <a:pt x="339851" y="280035"/>
                </a:lnTo>
                <a:close/>
              </a:path>
              <a:path w="340359" h="320039">
                <a:moveTo>
                  <a:pt x="137286" y="259969"/>
                </a:moveTo>
                <a:lnTo>
                  <a:pt x="116331" y="259969"/>
                </a:lnTo>
                <a:lnTo>
                  <a:pt x="102997" y="299974"/>
                </a:lnTo>
                <a:lnTo>
                  <a:pt x="123951" y="299974"/>
                </a:lnTo>
                <a:lnTo>
                  <a:pt x="137286" y="259969"/>
                </a:lnTo>
                <a:close/>
              </a:path>
              <a:path w="340359" h="320039">
                <a:moveTo>
                  <a:pt x="339851" y="160020"/>
                </a:moveTo>
                <a:lnTo>
                  <a:pt x="319912" y="160020"/>
                </a:lnTo>
                <a:lnTo>
                  <a:pt x="319912" y="259969"/>
                </a:lnTo>
                <a:lnTo>
                  <a:pt x="200405" y="259969"/>
                </a:lnTo>
                <a:lnTo>
                  <a:pt x="200405" y="293370"/>
                </a:lnTo>
                <a:lnTo>
                  <a:pt x="201040" y="296799"/>
                </a:lnTo>
                <a:lnTo>
                  <a:pt x="202183" y="299974"/>
                </a:lnTo>
                <a:lnTo>
                  <a:pt x="224789" y="299974"/>
                </a:lnTo>
                <a:lnTo>
                  <a:pt x="220345" y="295529"/>
                </a:lnTo>
                <a:lnTo>
                  <a:pt x="220345" y="280035"/>
                </a:lnTo>
                <a:lnTo>
                  <a:pt x="339851" y="280035"/>
                </a:lnTo>
                <a:lnTo>
                  <a:pt x="339851" y="160020"/>
                </a:lnTo>
                <a:close/>
              </a:path>
              <a:path w="340359" h="320039">
                <a:moveTo>
                  <a:pt x="310006" y="0"/>
                </a:moveTo>
                <a:lnTo>
                  <a:pt x="29972" y="0"/>
                </a:lnTo>
                <a:lnTo>
                  <a:pt x="18323" y="2363"/>
                </a:lnTo>
                <a:lnTo>
                  <a:pt x="8794" y="8810"/>
                </a:lnTo>
                <a:lnTo>
                  <a:pt x="2361" y="18377"/>
                </a:lnTo>
                <a:lnTo>
                  <a:pt x="0" y="30099"/>
                </a:lnTo>
                <a:lnTo>
                  <a:pt x="0" y="229997"/>
                </a:lnTo>
                <a:lnTo>
                  <a:pt x="2361" y="241698"/>
                </a:lnTo>
                <a:lnTo>
                  <a:pt x="8794" y="251221"/>
                </a:lnTo>
                <a:lnTo>
                  <a:pt x="18323" y="257625"/>
                </a:lnTo>
                <a:lnTo>
                  <a:pt x="29972" y="259969"/>
                </a:lnTo>
                <a:lnTo>
                  <a:pt x="220345" y="259969"/>
                </a:lnTo>
                <a:lnTo>
                  <a:pt x="220345" y="240030"/>
                </a:lnTo>
                <a:lnTo>
                  <a:pt x="24383" y="240030"/>
                </a:lnTo>
                <a:lnTo>
                  <a:pt x="19938" y="235585"/>
                </a:lnTo>
                <a:lnTo>
                  <a:pt x="19938" y="219964"/>
                </a:lnTo>
                <a:lnTo>
                  <a:pt x="220345" y="219964"/>
                </a:lnTo>
                <a:lnTo>
                  <a:pt x="220345" y="200025"/>
                </a:lnTo>
                <a:lnTo>
                  <a:pt x="19938" y="200025"/>
                </a:lnTo>
                <a:lnTo>
                  <a:pt x="19938" y="24511"/>
                </a:lnTo>
                <a:lnTo>
                  <a:pt x="24383" y="20066"/>
                </a:lnTo>
                <a:lnTo>
                  <a:pt x="337832" y="20066"/>
                </a:lnTo>
                <a:lnTo>
                  <a:pt x="337492" y="18377"/>
                </a:lnTo>
                <a:lnTo>
                  <a:pt x="331073" y="8810"/>
                </a:lnTo>
                <a:lnTo>
                  <a:pt x="321581" y="2363"/>
                </a:lnTo>
                <a:lnTo>
                  <a:pt x="310006" y="0"/>
                </a:lnTo>
                <a:close/>
              </a:path>
              <a:path w="340359" h="320039">
                <a:moveTo>
                  <a:pt x="220345" y="219964"/>
                </a:moveTo>
                <a:lnTo>
                  <a:pt x="200405" y="219964"/>
                </a:lnTo>
                <a:lnTo>
                  <a:pt x="200405" y="240030"/>
                </a:lnTo>
                <a:lnTo>
                  <a:pt x="220345" y="240030"/>
                </a:lnTo>
                <a:lnTo>
                  <a:pt x="220345" y="219964"/>
                </a:lnTo>
                <a:close/>
              </a:path>
              <a:path w="340359" h="320039">
                <a:moveTo>
                  <a:pt x="313308" y="100076"/>
                </a:moveTo>
                <a:lnTo>
                  <a:pt x="230377" y="100076"/>
                </a:lnTo>
                <a:lnTo>
                  <a:pt x="218729" y="102419"/>
                </a:lnTo>
                <a:lnTo>
                  <a:pt x="209200" y="108823"/>
                </a:lnTo>
                <a:lnTo>
                  <a:pt x="202767" y="118346"/>
                </a:lnTo>
                <a:lnTo>
                  <a:pt x="200405" y="130048"/>
                </a:lnTo>
                <a:lnTo>
                  <a:pt x="200405" y="200025"/>
                </a:lnTo>
                <a:lnTo>
                  <a:pt x="220345" y="200025"/>
                </a:lnTo>
                <a:lnTo>
                  <a:pt x="220345" y="160020"/>
                </a:lnTo>
                <a:lnTo>
                  <a:pt x="339851" y="160020"/>
                </a:lnTo>
                <a:lnTo>
                  <a:pt x="339851" y="140081"/>
                </a:lnTo>
                <a:lnTo>
                  <a:pt x="220345" y="140081"/>
                </a:lnTo>
                <a:lnTo>
                  <a:pt x="220345" y="124460"/>
                </a:lnTo>
                <a:lnTo>
                  <a:pt x="224789" y="120015"/>
                </a:lnTo>
                <a:lnTo>
                  <a:pt x="339851" y="120015"/>
                </a:lnTo>
                <a:lnTo>
                  <a:pt x="339851" y="101727"/>
                </a:lnTo>
                <a:lnTo>
                  <a:pt x="319912" y="101727"/>
                </a:lnTo>
                <a:lnTo>
                  <a:pt x="316737" y="100584"/>
                </a:lnTo>
                <a:lnTo>
                  <a:pt x="313308" y="100076"/>
                </a:lnTo>
                <a:close/>
              </a:path>
              <a:path w="340359" h="320039">
                <a:moveTo>
                  <a:pt x="339851" y="120015"/>
                </a:moveTo>
                <a:lnTo>
                  <a:pt x="315468" y="120015"/>
                </a:lnTo>
                <a:lnTo>
                  <a:pt x="319912" y="124460"/>
                </a:lnTo>
                <a:lnTo>
                  <a:pt x="319912" y="140081"/>
                </a:lnTo>
                <a:lnTo>
                  <a:pt x="339851" y="140081"/>
                </a:lnTo>
                <a:lnTo>
                  <a:pt x="339851" y="120015"/>
                </a:lnTo>
                <a:close/>
              </a:path>
              <a:path w="340359" h="320039">
                <a:moveTo>
                  <a:pt x="337832" y="20066"/>
                </a:moveTo>
                <a:lnTo>
                  <a:pt x="315468" y="20066"/>
                </a:lnTo>
                <a:lnTo>
                  <a:pt x="319912" y="24511"/>
                </a:lnTo>
                <a:lnTo>
                  <a:pt x="319912" y="101727"/>
                </a:lnTo>
                <a:lnTo>
                  <a:pt x="339851" y="101727"/>
                </a:lnTo>
                <a:lnTo>
                  <a:pt x="339851" y="30099"/>
                </a:lnTo>
                <a:lnTo>
                  <a:pt x="337832" y="20066"/>
                </a:lnTo>
                <a:close/>
              </a:path>
            </a:pathLst>
          </a:custGeom>
          <a:solidFill>
            <a:srgbClr val="5F7C9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71600">
              <a:lnSpc>
                <a:spcPct val="100000"/>
              </a:lnSpc>
              <a:spcBef>
                <a:spcPts val="105"/>
              </a:spcBef>
            </a:pPr>
            <a:r>
              <a:rPr dirty="0"/>
              <a:t>Different </a:t>
            </a:r>
            <a:r>
              <a:rPr spc="-10" dirty="0"/>
              <a:t>layers</a:t>
            </a:r>
          </a:p>
        </p:txBody>
      </p:sp>
      <p:sp>
        <p:nvSpPr>
          <p:cNvPr id="3" name="object 3"/>
          <p:cNvSpPr/>
          <p:nvPr/>
        </p:nvSpPr>
        <p:spPr>
          <a:xfrm>
            <a:off x="4250868" y="1239037"/>
            <a:ext cx="780415" cy="1060450"/>
          </a:xfrm>
          <a:custGeom>
            <a:avLst/>
            <a:gdLst/>
            <a:ahLst/>
            <a:cxnLst/>
            <a:rect l="l" t="t" r="r" b="b"/>
            <a:pathLst>
              <a:path w="780414" h="1060450">
                <a:moveTo>
                  <a:pt x="780097" y="725182"/>
                </a:moveTo>
                <a:lnTo>
                  <a:pt x="773785" y="745172"/>
                </a:lnTo>
                <a:lnTo>
                  <a:pt x="755586" y="764019"/>
                </a:lnTo>
                <a:lnTo>
                  <a:pt x="726643" y="781380"/>
                </a:lnTo>
                <a:lnTo>
                  <a:pt x="696518" y="793559"/>
                </a:lnTo>
                <a:lnTo>
                  <a:pt x="696518" y="920445"/>
                </a:lnTo>
                <a:lnTo>
                  <a:pt x="694512" y="931862"/>
                </a:lnTo>
                <a:lnTo>
                  <a:pt x="688848" y="940663"/>
                </a:lnTo>
                <a:lnTo>
                  <a:pt x="680059" y="946327"/>
                </a:lnTo>
                <a:lnTo>
                  <a:pt x="668655" y="948334"/>
                </a:lnTo>
                <a:lnTo>
                  <a:pt x="657250" y="946327"/>
                </a:lnTo>
                <a:lnTo>
                  <a:pt x="648462" y="940663"/>
                </a:lnTo>
                <a:lnTo>
                  <a:pt x="642797" y="931862"/>
                </a:lnTo>
                <a:lnTo>
                  <a:pt x="640791" y="920445"/>
                </a:lnTo>
                <a:lnTo>
                  <a:pt x="642797" y="909015"/>
                </a:lnTo>
                <a:lnTo>
                  <a:pt x="648462" y="900214"/>
                </a:lnTo>
                <a:lnTo>
                  <a:pt x="657250" y="894549"/>
                </a:lnTo>
                <a:lnTo>
                  <a:pt x="668655" y="892543"/>
                </a:lnTo>
                <a:lnTo>
                  <a:pt x="680059" y="894549"/>
                </a:lnTo>
                <a:lnTo>
                  <a:pt x="688848" y="900214"/>
                </a:lnTo>
                <a:lnTo>
                  <a:pt x="694512" y="909015"/>
                </a:lnTo>
                <a:lnTo>
                  <a:pt x="696518" y="920445"/>
                </a:lnTo>
                <a:lnTo>
                  <a:pt x="696518" y="793559"/>
                </a:lnTo>
                <a:lnTo>
                  <a:pt x="640981" y="810437"/>
                </a:lnTo>
                <a:lnTo>
                  <a:pt x="586511" y="821474"/>
                </a:lnTo>
                <a:lnTo>
                  <a:pt x="525792" y="829754"/>
                </a:lnTo>
                <a:lnTo>
                  <a:pt x="459930" y="834948"/>
                </a:lnTo>
                <a:lnTo>
                  <a:pt x="390042" y="836764"/>
                </a:lnTo>
                <a:lnTo>
                  <a:pt x="320167" y="834948"/>
                </a:lnTo>
                <a:lnTo>
                  <a:pt x="254304" y="829754"/>
                </a:lnTo>
                <a:lnTo>
                  <a:pt x="193573" y="821474"/>
                </a:lnTo>
                <a:lnTo>
                  <a:pt x="139115" y="810437"/>
                </a:lnTo>
                <a:lnTo>
                  <a:pt x="92024" y="796963"/>
                </a:lnTo>
                <a:lnTo>
                  <a:pt x="53454" y="781380"/>
                </a:lnTo>
                <a:lnTo>
                  <a:pt x="6311" y="745172"/>
                </a:lnTo>
                <a:lnTo>
                  <a:pt x="0" y="725182"/>
                </a:lnTo>
                <a:lnTo>
                  <a:pt x="0" y="948334"/>
                </a:lnTo>
                <a:lnTo>
                  <a:pt x="24498" y="987158"/>
                </a:lnTo>
                <a:lnTo>
                  <a:pt x="92024" y="1020114"/>
                </a:lnTo>
                <a:lnTo>
                  <a:pt x="139115" y="1033576"/>
                </a:lnTo>
                <a:lnTo>
                  <a:pt x="193573" y="1044613"/>
                </a:lnTo>
                <a:lnTo>
                  <a:pt x="254304" y="1052893"/>
                </a:lnTo>
                <a:lnTo>
                  <a:pt x="320167" y="1058100"/>
                </a:lnTo>
                <a:lnTo>
                  <a:pt x="390042" y="1059903"/>
                </a:lnTo>
                <a:lnTo>
                  <a:pt x="459930" y="1058100"/>
                </a:lnTo>
                <a:lnTo>
                  <a:pt x="525792" y="1052893"/>
                </a:lnTo>
                <a:lnTo>
                  <a:pt x="586511" y="1044613"/>
                </a:lnTo>
                <a:lnTo>
                  <a:pt x="640981" y="1033576"/>
                </a:lnTo>
                <a:lnTo>
                  <a:pt x="688073" y="1020114"/>
                </a:lnTo>
                <a:lnTo>
                  <a:pt x="726643" y="1004531"/>
                </a:lnTo>
                <a:lnTo>
                  <a:pt x="773785" y="968324"/>
                </a:lnTo>
                <a:lnTo>
                  <a:pt x="780097" y="948334"/>
                </a:lnTo>
                <a:lnTo>
                  <a:pt x="780097" y="892543"/>
                </a:lnTo>
                <a:lnTo>
                  <a:pt x="780097" y="836764"/>
                </a:lnTo>
                <a:lnTo>
                  <a:pt x="780097" y="725182"/>
                </a:lnTo>
                <a:close/>
              </a:path>
              <a:path w="780414" h="1060450">
                <a:moveTo>
                  <a:pt x="780097" y="446252"/>
                </a:moveTo>
                <a:lnTo>
                  <a:pt x="773785" y="466242"/>
                </a:lnTo>
                <a:lnTo>
                  <a:pt x="755586" y="485076"/>
                </a:lnTo>
                <a:lnTo>
                  <a:pt x="726643" y="502450"/>
                </a:lnTo>
                <a:lnTo>
                  <a:pt x="696518" y="514629"/>
                </a:lnTo>
                <a:lnTo>
                  <a:pt x="696518" y="641502"/>
                </a:lnTo>
                <a:lnTo>
                  <a:pt x="694512" y="652919"/>
                </a:lnTo>
                <a:lnTo>
                  <a:pt x="688848" y="661720"/>
                </a:lnTo>
                <a:lnTo>
                  <a:pt x="680059" y="667397"/>
                </a:lnTo>
                <a:lnTo>
                  <a:pt x="668655" y="669391"/>
                </a:lnTo>
                <a:lnTo>
                  <a:pt x="657250" y="667397"/>
                </a:lnTo>
                <a:lnTo>
                  <a:pt x="648449" y="661720"/>
                </a:lnTo>
                <a:lnTo>
                  <a:pt x="642797" y="652919"/>
                </a:lnTo>
                <a:lnTo>
                  <a:pt x="640791" y="641502"/>
                </a:lnTo>
                <a:lnTo>
                  <a:pt x="642797" y="630085"/>
                </a:lnTo>
                <a:lnTo>
                  <a:pt x="648449" y="621284"/>
                </a:lnTo>
                <a:lnTo>
                  <a:pt x="657250" y="615619"/>
                </a:lnTo>
                <a:lnTo>
                  <a:pt x="668655" y="613613"/>
                </a:lnTo>
                <a:lnTo>
                  <a:pt x="680059" y="615619"/>
                </a:lnTo>
                <a:lnTo>
                  <a:pt x="688848" y="621284"/>
                </a:lnTo>
                <a:lnTo>
                  <a:pt x="694512" y="630085"/>
                </a:lnTo>
                <a:lnTo>
                  <a:pt x="696518" y="641502"/>
                </a:lnTo>
                <a:lnTo>
                  <a:pt x="696518" y="514629"/>
                </a:lnTo>
                <a:lnTo>
                  <a:pt x="640981" y="531495"/>
                </a:lnTo>
                <a:lnTo>
                  <a:pt x="586511" y="542531"/>
                </a:lnTo>
                <a:lnTo>
                  <a:pt x="525792" y="550811"/>
                </a:lnTo>
                <a:lnTo>
                  <a:pt x="459930" y="556018"/>
                </a:lnTo>
                <a:lnTo>
                  <a:pt x="390042" y="557822"/>
                </a:lnTo>
                <a:lnTo>
                  <a:pt x="320167" y="556018"/>
                </a:lnTo>
                <a:lnTo>
                  <a:pt x="254304" y="550811"/>
                </a:lnTo>
                <a:lnTo>
                  <a:pt x="193573" y="542531"/>
                </a:lnTo>
                <a:lnTo>
                  <a:pt x="139115" y="531495"/>
                </a:lnTo>
                <a:lnTo>
                  <a:pt x="92024" y="518033"/>
                </a:lnTo>
                <a:lnTo>
                  <a:pt x="53454" y="502450"/>
                </a:lnTo>
                <a:lnTo>
                  <a:pt x="6311" y="466242"/>
                </a:lnTo>
                <a:lnTo>
                  <a:pt x="0" y="446252"/>
                </a:lnTo>
                <a:lnTo>
                  <a:pt x="0" y="669391"/>
                </a:lnTo>
                <a:lnTo>
                  <a:pt x="24498" y="708228"/>
                </a:lnTo>
                <a:lnTo>
                  <a:pt x="92024" y="741184"/>
                </a:lnTo>
                <a:lnTo>
                  <a:pt x="139115" y="754646"/>
                </a:lnTo>
                <a:lnTo>
                  <a:pt x="193573" y="765683"/>
                </a:lnTo>
                <a:lnTo>
                  <a:pt x="254304" y="773963"/>
                </a:lnTo>
                <a:lnTo>
                  <a:pt x="320167" y="779170"/>
                </a:lnTo>
                <a:lnTo>
                  <a:pt x="390042" y="780973"/>
                </a:lnTo>
                <a:lnTo>
                  <a:pt x="459930" y="779170"/>
                </a:lnTo>
                <a:lnTo>
                  <a:pt x="525792" y="773963"/>
                </a:lnTo>
                <a:lnTo>
                  <a:pt x="586511" y="765683"/>
                </a:lnTo>
                <a:lnTo>
                  <a:pt x="640981" y="754646"/>
                </a:lnTo>
                <a:lnTo>
                  <a:pt x="688073" y="741184"/>
                </a:lnTo>
                <a:lnTo>
                  <a:pt x="726643" y="725601"/>
                </a:lnTo>
                <a:lnTo>
                  <a:pt x="773785" y="689381"/>
                </a:lnTo>
                <a:lnTo>
                  <a:pt x="780097" y="669391"/>
                </a:lnTo>
                <a:lnTo>
                  <a:pt x="780097" y="613613"/>
                </a:lnTo>
                <a:lnTo>
                  <a:pt x="780097" y="557822"/>
                </a:lnTo>
                <a:lnTo>
                  <a:pt x="780097" y="446252"/>
                </a:lnTo>
                <a:close/>
              </a:path>
              <a:path w="780414" h="1060450">
                <a:moveTo>
                  <a:pt x="780097" y="167309"/>
                </a:moveTo>
                <a:lnTo>
                  <a:pt x="773785" y="187299"/>
                </a:lnTo>
                <a:lnTo>
                  <a:pt x="755586" y="206146"/>
                </a:lnTo>
                <a:lnTo>
                  <a:pt x="726643" y="223520"/>
                </a:lnTo>
                <a:lnTo>
                  <a:pt x="696518" y="235686"/>
                </a:lnTo>
                <a:lnTo>
                  <a:pt x="696518" y="362572"/>
                </a:lnTo>
                <a:lnTo>
                  <a:pt x="694512" y="373989"/>
                </a:lnTo>
                <a:lnTo>
                  <a:pt x="688848" y="382790"/>
                </a:lnTo>
                <a:lnTo>
                  <a:pt x="680059" y="388454"/>
                </a:lnTo>
                <a:lnTo>
                  <a:pt x="668655" y="390461"/>
                </a:lnTo>
                <a:lnTo>
                  <a:pt x="657250" y="388454"/>
                </a:lnTo>
                <a:lnTo>
                  <a:pt x="648449" y="382790"/>
                </a:lnTo>
                <a:lnTo>
                  <a:pt x="642797" y="373989"/>
                </a:lnTo>
                <a:lnTo>
                  <a:pt x="640791" y="362572"/>
                </a:lnTo>
                <a:lnTo>
                  <a:pt x="642797" y="351155"/>
                </a:lnTo>
                <a:lnTo>
                  <a:pt x="648449" y="342341"/>
                </a:lnTo>
                <a:lnTo>
                  <a:pt x="657250" y="336677"/>
                </a:lnTo>
                <a:lnTo>
                  <a:pt x="668655" y="334670"/>
                </a:lnTo>
                <a:lnTo>
                  <a:pt x="680059" y="336677"/>
                </a:lnTo>
                <a:lnTo>
                  <a:pt x="688848" y="342341"/>
                </a:lnTo>
                <a:lnTo>
                  <a:pt x="694512" y="351155"/>
                </a:lnTo>
                <a:lnTo>
                  <a:pt x="696518" y="362572"/>
                </a:lnTo>
                <a:lnTo>
                  <a:pt x="696518" y="235686"/>
                </a:lnTo>
                <a:lnTo>
                  <a:pt x="640981" y="252564"/>
                </a:lnTo>
                <a:lnTo>
                  <a:pt x="586511" y="263601"/>
                </a:lnTo>
                <a:lnTo>
                  <a:pt x="525792" y="271881"/>
                </a:lnTo>
                <a:lnTo>
                  <a:pt x="459930" y="277075"/>
                </a:lnTo>
                <a:lnTo>
                  <a:pt x="390042" y="278892"/>
                </a:lnTo>
                <a:lnTo>
                  <a:pt x="320167" y="277075"/>
                </a:lnTo>
                <a:lnTo>
                  <a:pt x="254304" y="271881"/>
                </a:lnTo>
                <a:lnTo>
                  <a:pt x="193573" y="263601"/>
                </a:lnTo>
                <a:lnTo>
                  <a:pt x="139115" y="252564"/>
                </a:lnTo>
                <a:lnTo>
                  <a:pt x="92024" y="239090"/>
                </a:lnTo>
                <a:lnTo>
                  <a:pt x="53454" y="223520"/>
                </a:lnTo>
                <a:lnTo>
                  <a:pt x="6311" y="187299"/>
                </a:lnTo>
                <a:lnTo>
                  <a:pt x="0" y="167309"/>
                </a:lnTo>
                <a:lnTo>
                  <a:pt x="0" y="390461"/>
                </a:lnTo>
                <a:lnTo>
                  <a:pt x="24498" y="429285"/>
                </a:lnTo>
                <a:lnTo>
                  <a:pt x="92024" y="462241"/>
                </a:lnTo>
                <a:lnTo>
                  <a:pt x="139115" y="475716"/>
                </a:lnTo>
                <a:lnTo>
                  <a:pt x="193573" y="486752"/>
                </a:lnTo>
                <a:lnTo>
                  <a:pt x="254304" y="495020"/>
                </a:lnTo>
                <a:lnTo>
                  <a:pt x="320167" y="500227"/>
                </a:lnTo>
                <a:lnTo>
                  <a:pt x="390042" y="502031"/>
                </a:lnTo>
                <a:lnTo>
                  <a:pt x="459930" y="500227"/>
                </a:lnTo>
                <a:lnTo>
                  <a:pt x="525792" y="495020"/>
                </a:lnTo>
                <a:lnTo>
                  <a:pt x="586511" y="486752"/>
                </a:lnTo>
                <a:lnTo>
                  <a:pt x="640981" y="475716"/>
                </a:lnTo>
                <a:lnTo>
                  <a:pt x="688073" y="462241"/>
                </a:lnTo>
                <a:lnTo>
                  <a:pt x="726643" y="446659"/>
                </a:lnTo>
                <a:lnTo>
                  <a:pt x="773785" y="410451"/>
                </a:lnTo>
                <a:lnTo>
                  <a:pt x="780097" y="390461"/>
                </a:lnTo>
                <a:lnTo>
                  <a:pt x="780097" y="334670"/>
                </a:lnTo>
                <a:lnTo>
                  <a:pt x="780097" y="278892"/>
                </a:lnTo>
                <a:lnTo>
                  <a:pt x="780097" y="167309"/>
                </a:lnTo>
                <a:close/>
              </a:path>
              <a:path w="780414" h="1060450">
                <a:moveTo>
                  <a:pt x="780097" y="111531"/>
                </a:moveTo>
                <a:lnTo>
                  <a:pt x="755700" y="72605"/>
                </a:lnTo>
                <a:lnTo>
                  <a:pt x="688365" y="39662"/>
                </a:lnTo>
                <a:lnTo>
                  <a:pt x="641350" y="26225"/>
                </a:lnTo>
                <a:lnTo>
                  <a:pt x="586917" y="15214"/>
                </a:lnTo>
                <a:lnTo>
                  <a:pt x="526148" y="6972"/>
                </a:lnTo>
                <a:lnTo>
                  <a:pt x="460159" y="1790"/>
                </a:lnTo>
                <a:lnTo>
                  <a:pt x="390042" y="0"/>
                </a:lnTo>
                <a:lnTo>
                  <a:pt x="319938" y="1790"/>
                </a:lnTo>
                <a:lnTo>
                  <a:pt x="253949" y="6972"/>
                </a:lnTo>
                <a:lnTo>
                  <a:pt x="193192" y="15214"/>
                </a:lnTo>
                <a:lnTo>
                  <a:pt x="138747" y="26225"/>
                </a:lnTo>
                <a:lnTo>
                  <a:pt x="91732" y="39662"/>
                </a:lnTo>
                <a:lnTo>
                  <a:pt x="53251" y="55219"/>
                </a:lnTo>
                <a:lnTo>
                  <a:pt x="6286" y="91478"/>
                </a:lnTo>
                <a:lnTo>
                  <a:pt x="0" y="111531"/>
                </a:lnTo>
                <a:lnTo>
                  <a:pt x="6286" y="131584"/>
                </a:lnTo>
                <a:lnTo>
                  <a:pt x="53251" y="167843"/>
                </a:lnTo>
                <a:lnTo>
                  <a:pt x="91732" y="183413"/>
                </a:lnTo>
                <a:lnTo>
                  <a:pt x="138747" y="196862"/>
                </a:lnTo>
                <a:lnTo>
                  <a:pt x="193192" y="207873"/>
                </a:lnTo>
                <a:lnTo>
                  <a:pt x="253949" y="216115"/>
                </a:lnTo>
                <a:lnTo>
                  <a:pt x="319938" y="221297"/>
                </a:lnTo>
                <a:lnTo>
                  <a:pt x="390042" y="223100"/>
                </a:lnTo>
                <a:lnTo>
                  <a:pt x="460159" y="221297"/>
                </a:lnTo>
                <a:lnTo>
                  <a:pt x="526148" y="216115"/>
                </a:lnTo>
                <a:lnTo>
                  <a:pt x="586917" y="207873"/>
                </a:lnTo>
                <a:lnTo>
                  <a:pt x="641350" y="196862"/>
                </a:lnTo>
                <a:lnTo>
                  <a:pt x="688365" y="183413"/>
                </a:lnTo>
                <a:lnTo>
                  <a:pt x="726846" y="167843"/>
                </a:lnTo>
                <a:lnTo>
                  <a:pt x="773811" y="131584"/>
                </a:lnTo>
                <a:lnTo>
                  <a:pt x="780097" y="111531"/>
                </a:lnTo>
                <a:close/>
              </a:path>
            </a:pathLst>
          </a:custGeom>
          <a:solidFill>
            <a:srgbClr val="006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2677667"/>
            <a:ext cx="4343400" cy="10134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674747" y="3726281"/>
            <a:ext cx="782955" cy="638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Staging</a:t>
            </a:r>
            <a:endParaRPr sz="2000">
              <a:latin typeface="Calibri"/>
              <a:cs typeface="Calibri"/>
            </a:endParaRPr>
          </a:p>
          <a:p>
            <a:pPr marL="55244" algn="ctr">
              <a:lnSpc>
                <a:spcPct val="100000"/>
              </a:lnSpc>
              <a:spcBef>
                <a:spcPts val="15"/>
              </a:spcBef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area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58361" y="3726281"/>
            <a:ext cx="1628775" cy="638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48260" algn="ctr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Transformation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01772" y="2339086"/>
            <a:ext cx="31457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Snowflake</a:t>
            </a:r>
            <a:r>
              <a:rPr spc="-10" dirty="0"/>
              <a:t> Editions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89660">
              <a:lnSpc>
                <a:spcPct val="100000"/>
              </a:lnSpc>
              <a:spcBef>
                <a:spcPts val="105"/>
              </a:spcBef>
            </a:pPr>
            <a:r>
              <a:rPr dirty="0"/>
              <a:t>Snowflake</a:t>
            </a:r>
            <a:r>
              <a:rPr spc="-55" dirty="0"/>
              <a:t> </a:t>
            </a:r>
            <a:r>
              <a:rPr spc="-10" dirty="0"/>
              <a:t>Editions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770888" y="970788"/>
            <a:ext cx="5581650" cy="4173220"/>
            <a:chOff x="1770888" y="970788"/>
            <a:chExt cx="5581650" cy="41732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10127" y="3046501"/>
              <a:ext cx="2504567" cy="20969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37026" y="3201161"/>
              <a:ext cx="1871472" cy="162153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637026" y="3201161"/>
              <a:ext cx="1871980" cy="1621790"/>
            </a:xfrm>
            <a:custGeom>
              <a:avLst/>
              <a:gdLst/>
              <a:ahLst/>
              <a:cxnLst/>
              <a:rect l="l" t="t" r="r" b="b"/>
              <a:pathLst>
                <a:path w="1871979" h="1621789">
                  <a:moveTo>
                    <a:pt x="0" y="810768"/>
                  </a:moveTo>
                  <a:lnTo>
                    <a:pt x="405384" y="0"/>
                  </a:lnTo>
                  <a:lnTo>
                    <a:pt x="1466088" y="0"/>
                  </a:lnTo>
                  <a:lnTo>
                    <a:pt x="1871472" y="810768"/>
                  </a:lnTo>
                  <a:lnTo>
                    <a:pt x="1466088" y="1621536"/>
                  </a:lnTo>
                  <a:lnTo>
                    <a:pt x="405384" y="1621536"/>
                  </a:lnTo>
                  <a:lnTo>
                    <a:pt x="0" y="810768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10127" y="970788"/>
              <a:ext cx="2504567" cy="225158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37026" y="1125474"/>
              <a:ext cx="1871472" cy="162001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637026" y="1125474"/>
              <a:ext cx="1871980" cy="1620520"/>
            </a:xfrm>
            <a:custGeom>
              <a:avLst/>
              <a:gdLst/>
              <a:ahLst/>
              <a:cxnLst/>
              <a:rect l="l" t="t" r="r" b="b"/>
              <a:pathLst>
                <a:path w="1871979" h="1620520">
                  <a:moveTo>
                    <a:pt x="0" y="810006"/>
                  </a:moveTo>
                  <a:lnTo>
                    <a:pt x="405002" y="0"/>
                  </a:lnTo>
                  <a:lnTo>
                    <a:pt x="1466469" y="0"/>
                  </a:lnTo>
                  <a:lnTo>
                    <a:pt x="1871472" y="810006"/>
                  </a:lnTo>
                  <a:lnTo>
                    <a:pt x="1466469" y="1620012"/>
                  </a:lnTo>
                  <a:lnTo>
                    <a:pt x="405002" y="1620012"/>
                  </a:lnTo>
                  <a:lnTo>
                    <a:pt x="0" y="81000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70888" y="1821205"/>
              <a:ext cx="2506091" cy="225310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97786" y="1975866"/>
              <a:ext cx="1872996" cy="162153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097786" y="1975866"/>
              <a:ext cx="1873250" cy="1621790"/>
            </a:xfrm>
            <a:custGeom>
              <a:avLst/>
              <a:gdLst/>
              <a:ahLst/>
              <a:cxnLst/>
              <a:rect l="l" t="t" r="r" b="b"/>
              <a:pathLst>
                <a:path w="1873250" h="1621789">
                  <a:moveTo>
                    <a:pt x="0" y="810767"/>
                  </a:moveTo>
                  <a:lnTo>
                    <a:pt x="405383" y="0"/>
                  </a:lnTo>
                  <a:lnTo>
                    <a:pt x="1467612" y="0"/>
                  </a:lnTo>
                  <a:lnTo>
                    <a:pt x="1872996" y="810767"/>
                  </a:lnTo>
                  <a:lnTo>
                    <a:pt x="1467612" y="1621536"/>
                  </a:lnTo>
                  <a:lnTo>
                    <a:pt x="405383" y="1621536"/>
                  </a:lnTo>
                  <a:lnTo>
                    <a:pt x="0" y="810767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47844" y="1821205"/>
              <a:ext cx="2504567" cy="225310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74741" y="1975866"/>
              <a:ext cx="1871472" cy="162153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174741" y="1975866"/>
              <a:ext cx="1871980" cy="1621790"/>
            </a:xfrm>
            <a:custGeom>
              <a:avLst/>
              <a:gdLst/>
              <a:ahLst/>
              <a:cxnLst/>
              <a:rect l="l" t="t" r="r" b="b"/>
              <a:pathLst>
                <a:path w="1871979" h="1621789">
                  <a:moveTo>
                    <a:pt x="0" y="810767"/>
                  </a:moveTo>
                  <a:lnTo>
                    <a:pt x="405384" y="0"/>
                  </a:lnTo>
                  <a:lnTo>
                    <a:pt x="1466088" y="0"/>
                  </a:lnTo>
                  <a:lnTo>
                    <a:pt x="1871472" y="810767"/>
                  </a:lnTo>
                  <a:lnTo>
                    <a:pt x="1466088" y="1621536"/>
                  </a:lnTo>
                  <a:lnTo>
                    <a:pt x="405384" y="1621536"/>
                  </a:lnTo>
                  <a:lnTo>
                    <a:pt x="0" y="810767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386710" y="2477306"/>
            <a:ext cx="1333500" cy="58991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R="30480" algn="ctr">
              <a:lnSpc>
                <a:spcPct val="100000"/>
              </a:lnSpc>
              <a:spcBef>
                <a:spcPts val="540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Standard</a:t>
            </a:r>
            <a:endParaRPr sz="16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sz="140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introductory</a:t>
            </a:r>
            <a:r>
              <a:rPr sz="14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level</a:t>
            </a:r>
            <a:endParaRPr sz="14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701029" y="2532125"/>
            <a:ext cx="81724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Business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01690" y="2689682"/>
            <a:ext cx="14331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even</a:t>
            </a:r>
            <a:r>
              <a:rPr sz="10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1000" spc="-204" dirty="0">
                <a:solidFill>
                  <a:srgbClr val="FFFFFF"/>
                </a:solidFill>
                <a:latin typeface="Lucida Sans Unicode"/>
                <a:cs typeface="Lucida Sans Unicode"/>
              </a:rPr>
              <a:t>i</a:t>
            </a:r>
            <a:r>
              <a:rPr sz="2400" b="1" spc="-1357" baseline="-24305" dirty="0">
                <a:solidFill>
                  <a:srgbClr val="00C3FF"/>
                </a:solidFill>
                <a:latin typeface="Trebuchet MS"/>
                <a:cs typeface="Trebuchet MS"/>
              </a:rPr>
              <a:t>C</a:t>
            </a:r>
            <a:r>
              <a:rPr sz="1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g</a:t>
            </a:r>
            <a:r>
              <a:rPr sz="1000" spc="-395" dirty="0">
                <a:solidFill>
                  <a:srgbClr val="FFFFFF"/>
                </a:solidFill>
                <a:latin typeface="Lucida Sans Unicode"/>
                <a:cs typeface="Lucida Sans Unicode"/>
              </a:rPr>
              <a:t>h</a:t>
            </a:r>
            <a:r>
              <a:rPr sz="2400" b="1" spc="-600" baseline="-24305" dirty="0">
                <a:solidFill>
                  <a:srgbClr val="00C3FF"/>
                </a:solidFill>
                <a:latin typeface="Trebuchet MS"/>
                <a:cs typeface="Trebuchet MS"/>
              </a:rPr>
              <a:t>r</a:t>
            </a:r>
            <a:r>
              <a:rPr sz="1000" spc="-30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400" b="1" spc="-427" baseline="-24305" dirty="0">
                <a:solidFill>
                  <a:srgbClr val="00C3FF"/>
                </a:solidFill>
                <a:latin typeface="Trebuchet MS"/>
                <a:cs typeface="Trebuchet MS"/>
              </a:rPr>
              <a:t>i</a:t>
            </a:r>
            <a:r>
              <a:rPr sz="1000" spc="-235" dirty="0">
                <a:solidFill>
                  <a:srgbClr val="FFFFFF"/>
                </a:solidFill>
                <a:latin typeface="Lucida Sans Unicode"/>
                <a:cs typeface="Lucida Sans Unicode"/>
              </a:rPr>
              <a:t>r</a:t>
            </a:r>
            <a:r>
              <a:rPr sz="2400" b="1" spc="-419" baseline="-24305" dirty="0">
                <a:solidFill>
                  <a:srgbClr val="00C3FF"/>
                </a:solidFill>
                <a:latin typeface="Trebuchet MS"/>
                <a:cs typeface="Trebuchet MS"/>
              </a:rPr>
              <a:t>t</a:t>
            </a:r>
            <a:r>
              <a:rPr sz="100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sz="2400" b="1" spc="-742" baseline="-24305" dirty="0">
                <a:solidFill>
                  <a:srgbClr val="00C3FF"/>
                </a:solidFill>
                <a:latin typeface="Trebuchet MS"/>
                <a:cs typeface="Trebuchet MS"/>
              </a:rPr>
              <a:t>i</a:t>
            </a:r>
            <a:r>
              <a:rPr sz="1000" spc="-200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400" b="1" spc="-1110" baseline="-24305" dirty="0">
                <a:solidFill>
                  <a:srgbClr val="00C3FF"/>
                </a:solidFill>
                <a:latin typeface="Trebuchet MS"/>
                <a:cs typeface="Trebuchet MS"/>
              </a:rPr>
              <a:t>c</a:t>
            </a:r>
            <a:r>
              <a:rPr sz="1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v</a:t>
            </a:r>
            <a:r>
              <a:rPr sz="1000" spc="-509" dirty="0">
                <a:solidFill>
                  <a:srgbClr val="FFFFFF"/>
                </a:solidFill>
                <a:latin typeface="Lucida Sans Unicode"/>
                <a:cs typeface="Lucida Sans Unicode"/>
              </a:rPr>
              <a:t>e</a:t>
            </a:r>
            <a:r>
              <a:rPr sz="2400" b="1" spc="-727" baseline="-24305" dirty="0">
                <a:solidFill>
                  <a:srgbClr val="00C3FF"/>
                </a:solidFill>
                <a:latin typeface="Trebuchet MS"/>
                <a:cs typeface="Trebuchet MS"/>
              </a:rPr>
              <a:t>a</a:t>
            </a:r>
            <a:r>
              <a:rPr sz="1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l</a:t>
            </a:r>
            <a:r>
              <a:rPr sz="1000" spc="-370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2400" b="1" spc="7" baseline="-24305" dirty="0">
                <a:solidFill>
                  <a:srgbClr val="00C3FF"/>
                </a:solidFill>
                <a:latin typeface="Trebuchet MS"/>
                <a:cs typeface="Trebuchet MS"/>
              </a:rPr>
              <a:t>l</a:t>
            </a:r>
            <a:r>
              <a:rPr sz="1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of</a:t>
            </a:r>
            <a:r>
              <a:rPr sz="1000" spc="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data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611495" y="2918586"/>
            <a:ext cx="10134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10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protection</a:t>
            </a:r>
            <a:r>
              <a:rPr sz="1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for </a:t>
            </a:r>
            <a:r>
              <a:rPr sz="10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organizations</a:t>
            </a:r>
            <a:r>
              <a:rPr sz="1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50" dirty="0">
                <a:solidFill>
                  <a:srgbClr val="FFFFFF"/>
                </a:solidFill>
                <a:latin typeface="Lucida Sans Unicode"/>
                <a:cs typeface="Lucida Sans Unicode"/>
              </a:rPr>
              <a:t>with </a:t>
            </a:r>
            <a:r>
              <a:rPr sz="10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extremely </a:t>
            </a:r>
            <a:r>
              <a:rPr sz="10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sensitive</a:t>
            </a:r>
            <a:r>
              <a:rPr sz="10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data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55541" y="1608839"/>
            <a:ext cx="1231900" cy="112395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650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Enterprise</a:t>
            </a:r>
            <a:endParaRPr sz="1600">
              <a:latin typeface="Trebuchet MS"/>
              <a:cs typeface="Trebuchet MS"/>
            </a:endParaRPr>
          </a:p>
          <a:p>
            <a:pPr marL="12065" marR="5080" algn="ctr">
              <a:lnSpc>
                <a:spcPct val="100000"/>
              </a:lnSpc>
              <a:spcBef>
                <a:spcPts val="415"/>
              </a:spcBef>
            </a:pPr>
            <a:r>
              <a:rPr sz="12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additional</a:t>
            </a:r>
            <a:r>
              <a:rPr sz="1200" spc="-3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65" dirty="0">
                <a:solidFill>
                  <a:srgbClr val="FFFFFF"/>
                </a:solidFill>
                <a:latin typeface="Lucida Sans Unicode"/>
                <a:cs typeface="Lucida Sans Unicode"/>
              </a:rPr>
              <a:t>features </a:t>
            </a:r>
            <a:r>
              <a:rPr sz="1200" spc="-85" dirty="0">
                <a:solidFill>
                  <a:srgbClr val="FFFFFF"/>
                </a:solidFill>
                <a:latin typeface="Lucida Sans Unicode"/>
                <a:cs typeface="Lucida Sans Unicode"/>
              </a:rPr>
              <a:t>for</a:t>
            </a:r>
            <a:r>
              <a:rPr sz="12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12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needs</a:t>
            </a:r>
            <a:r>
              <a:rPr sz="120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of </a:t>
            </a:r>
            <a:r>
              <a:rPr sz="12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large-</a:t>
            </a:r>
            <a:r>
              <a:rPr sz="12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scale enterprises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25061" y="3871366"/>
            <a:ext cx="1293495" cy="694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99600"/>
              </a:lnSpc>
              <a:spcBef>
                <a:spcPts val="100"/>
              </a:spcBef>
            </a:pPr>
            <a:r>
              <a:rPr sz="1600" b="1" spc="-65" dirty="0">
                <a:solidFill>
                  <a:srgbClr val="00C3FF"/>
                </a:solidFill>
                <a:latin typeface="Trebuchet MS"/>
                <a:cs typeface="Trebuchet MS"/>
              </a:rPr>
              <a:t>Virtual</a:t>
            </a:r>
            <a:r>
              <a:rPr sz="1600" b="1" spc="-85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70" dirty="0">
                <a:solidFill>
                  <a:srgbClr val="00C3FF"/>
                </a:solidFill>
                <a:latin typeface="Trebuchet MS"/>
                <a:cs typeface="Trebuchet MS"/>
              </a:rPr>
              <a:t>Private </a:t>
            </a:r>
            <a:r>
              <a:rPr sz="14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highest</a:t>
            </a:r>
            <a:r>
              <a:rPr sz="14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level</a:t>
            </a:r>
            <a:r>
              <a:rPr sz="14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of </a:t>
            </a:r>
            <a:r>
              <a:rPr sz="14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security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881883" y="1333500"/>
            <a:ext cx="3378835" cy="2443480"/>
            <a:chOff x="2881883" y="1333500"/>
            <a:chExt cx="3378835" cy="2443480"/>
          </a:xfrm>
        </p:grpSpPr>
        <p:sp>
          <p:nvSpPr>
            <p:cNvPr id="23" name="object 23"/>
            <p:cNvSpPr/>
            <p:nvPr/>
          </p:nvSpPr>
          <p:spPr>
            <a:xfrm>
              <a:off x="4390644" y="3493007"/>
              <a:ext cx="307975" cy="283845"/>
            </a:xfrm>
            <a:custGeom>
              <a:avLst/>
              <a:gdLst/>
              <a:ahLst/>
              <a:cxnLst/>
              <a:rect l="l" t="t" r="r" b="b"/>
              <a:pathLst>
                <a:path w="307975" h="283845">
                  <a:moveTo>
                    <a:pt x="208406" y="230124"/>
                  </a:moveTo>
                  <a:lnTo>
                    <a:pt x="100964" y="230124"/>
                  </a:lnTo>
                  <a:lnTo>
                    <a:pt x="90314" y="232118"/>
                  </a:lnTo>
                  <a:lnTo>
                    <a:pt x="81867" y="237601"/>
                  </a:lnTo>
                  <a:lnTo>
                    <a:pt x="76301" y="245822"/>
                  </a:lnTo>
                  <a:lnTo>
                    <a:pt x="74294" y="256032"/>
                  </a:lnTo>
                  <a:lnTo>
                    <a:pt x="74294" y="279400"/>
                  </a:lnTo>
                  <a:lnTo>
                    <a:pt x="78358" y="283464"/>
                  </a:lnTo>
                  <a:lnTo>
                    <a:pt x="231012" y="283464"/>
                  </a:lnTo>
                  <a:lnTo>
                    <a:pt x="235076" y="279400"/>
                  </a:lnTo>
                  <a:lnTo>
                    <a:pt x="235076" y="266446"/>
                  </a:lnTo>
                  <a:lnTo>
                    <a:pt x="88900" y="266446"/>
                  </a:lnTo>
                  <a:lnTo>
                    <a:pt x="88900" y="251968"/>
                  </a:lnTo>
                  <a:lnTo>
                    <a:pt x="92963" y="247904"/>
                  </a:lnTo>
                  <a:lnTo>
                    <a:pt x="233445" y="247904"/>
                  </a:lnTo>
                  <a:lnTo>
                    <a:pt x="233028" y="245822"/>
                  </a:lnTo>
                  <a:lnTo>
                    <a:pt x="232963" y="245500"/>
                  </a:lnTo>
                  <a:lnTo>
                    <a:pt x="227218" y="237315"/>
                  </a:lnTo>
                  <a:lnTo>
                    <a:pt x="218907" y="232118"/>
                  </a:lnTo>
                  <a:lnTo>
                    <a:pt x="219322" y="232118"/>
                  </a:lnTo>
                  <a:lnTo>
                    <a:pt x="208406" y="230124"/>
                  </a:lnTo>
                  <a:close/>
                </a:path>
                <a:path w="307975" h="283845">
                  <a:moveTo>
                    <a:pt x="233445" y="247904"/>
                  </a:moveTo>
                  <a:lnTo>
                    <a:pt x="210057" y="247904"/>
                  </a:lnTo>
                  <a:lnTo>
                    <a:pt x="214121" y="251968"/>
                  </a:lnTo>
                  <a:lnTo>
                    <a:pt x="214121" y="266446"/>
                  </a:lnTo>
                  <a:lnTo>
                    <a:pt x="235076" y="266446"/>
                  </a:lnTo>
                  <a:lnTo>
                    <a:pt x="235076" y="256032"/>
                  </a:lnTo>
                  <a:lnTo>
                    <a:pt x="233445" y="247904"/>
                  </a:lnTo>
                  <a:close/>
                </a:path>
                <a:path w="307975" h="283845">
                  <a:moveTo>
                    <a:pt x="152653" y="0"/>
                  </a:moveTo>
                  <a:lnTo>
                    <a:pt x="142077" y="2119"/>
                  </a:lnTo>
                  <a:lnTo>
                    <a:pt x="133667" y="7810"/>
                  </a:lnTo>
                  <a:lnTo>
                    <a:pt x="128115" y="16073"/>
                  </a:lnTo>
                  <a:lnTo>
                    <a:pt x="126110" y="25908"/>
                  </a:lnTo>
                  <a:lnTo>
                    <a:pt x="126110" y="29972"/>
                  </a:lnTo>
                  <a:lnTo>
                    <a:pt x="110479" y="38354"/>
                  </a:lnTo>
                  <a:lnTo>
                    <a:pt x="98901" y="44243"/>
                  </a:lnTo>
                  <a:lnTo>
                    <a:pt x="88892" y="48063"/>
                  </a:lnTo>
                  <a:lnTo>
                    <a:pt x="78358" y="50038"/>
                  </a:lnTo>
                  <a:lnTo>
                    <a:pt x="126872" y="50038"/>
                  </a:lnTo>
                  <a:lnTo>
                    <a:pt x="126872" y="230124"/>
                  </a:lnTo>
                  <a:lnTo>
                    <a:pt x="142239" y="230124"/>
                  </a:lnTo>
                  <a:lnTo>
                    <a:pt x="142239" y="20955"/>
                  </a:lnTo>
                  <a:lnTo>
                    <a:pt x="146303" y="17018"/>
                  </a:lnTo>
                  <a:lnTo>
                    <a:pt x="176788" y="17018"/>
                  </a:lnTo>
                  <a:lnTo>
                    <a:pt x="176460" y="15376"/>
                  </a:lnTo>
                  <a:lnTo>
                    <a:pt x="170799" y="7191"/>
                  </a:lnTo>
                  <a:lnTo>
                    <a:pt x="162542" y="1887"/>
                  </a:lnTo>
                  <a:lnTo>
                    <a:pt x="152653" y="0"/>
                  </a:lnTo>
                  <a:close/>
                </a:path>
                <a:path w="307975" h="283845">
                  <a:moveTo>
                    <a:pt x="176788" y="17018"/>
                  </a:moveTo>
                  <a:lnTo>
                    <a:pt x="156717" y="17018"/>
                  </a:lnTo>
                  <a:lnTo>
                    <a:pt x="160781" y="20955"/>
                  </a:lnTo>
                  <a:lnTo>
                    <a:pt x="160781" y="230124"/>
                  </a:lnTo>
                  <a:lnTo>
                    <a:pt x="181736" y="230124"/>
                  </a:lnTo>
                  <a:lnTo>
                    <a:pt x="181736" y="50038"/>
                  </a:lnTo>
                  <a:lnTo>
                    <a:pt x="226186" y="50038"/>
                  </a:lnTo>
                  <a:lnTo>
                    <a:pt x="178561" y="29972"/>
                  </a:lnTo>
                  <a:lnTo>
                    <a:pt x="178561" y="25908"/>
                  </a:lnTo>
                  <a:lnTo>
                    <a:pt x="176788" y="17018"/>
                  </a:lnTo>
                  <a:close/>
                </a:path>
                <a:path w="307975" h="283845">
                  <a:moveTo>
                    <a:pt x="10453" y="43445"/>
                  </a:moveTo>
                  <a:lnTo>
                    <a:pt x="5699" y="43445"/>
                  </a:lnTo>
                  <a:lnTo>
                    <a:pt x="2793" y="45720"/>
                  </a:lnTo>
                  <a:lnTo>
                    <a:pt x="1650" y="49276"/>
                  </a:lnTo>
                  <a:lnTo>
                    <a:pt x="0" y="54102"/>
                  </a:lnTo>
                  <a:lnTo>
                    <a:pt x="1650" y="58928"/>
                  </a:lnTo>
                  <a:lnTo>
                    <a:pt x="7238" y="60579"/>
                  </a:lnTo>
                  <a:lnTo>
                    <a:pt x="13715" y="62992"/>
                  </a:lnTo>
                  <a:lnTo>
                    <a:pt x="21081" y="65405"/>
                  </a:lnTo>
                  <a:lnTo>
                    <a:pt x="29082" y="67056"/>
                  </a:lnTo>
                  <a:lnTo>
                    <a:pt x="31495" y="74295"/>
                  </a:lnTo>
                  <a:lnTo>
                    <a:pt x="35559" y="80772"/>
                  </a:lnTo>
                  <a:lnTo>
                    <a:pt x="41147" y="83947"/>
                  </a:lnTo>
                  <a:lnTo>
                    <a:pt x="3301" y="146177"/>
                  </a:lnTo>
                  <a:lnTo>
                    <a:pt x="1650" y="146939"/>
                  </a:lnTo>
                  <a:lnTo>
                    <a:pt x="1650" y="159893"/>
                  </a:lnTo>
                  <a:lnTo>
                    <a:pt x="5907" y="180937"/>
                  </a:lnTo>
                  <a:lnTo>
                    <a:pt x="17510" y="198135"/>
                  </a:lnTo>
                  <a:lnTo>
                    <a:pt x="34708" y="209738"/>
                  </a:lnTo>
                  <a:lnTo>
                    <a:pt x="55752" y="213995"/>
                  </a:lnTo>
                  <a:lnTo>
                    <a:pt x="76356" y="209738"/>
                  </a:lnTo>
                  <a:lnTo>
                    <a:pt x="93329" y="198135"/>
                  </a:lnTo>
                  <a:lnTo>
                    <a:pt x="95636" y="194691"/>
                  </a:lnTo>
                  <a:lnTo>
                    <a:pt x="52577" y="194691"/>
                  </a:lnTo>
                  <a:lnTo>
                    <a:pt x="38824" y="191849"/>
                  </a:lnTo>
                  <a:lnTo>
                    <a:pt x="27511" y="184150"/>
                  </a:lnTo>
                  <a:lnTo>
                    <a:pt x="19841" y="172831"/>
                  </a:lnTo>
                  <a:lnTo>
                    <a:pt x="17017" y="159131"/>
                  </a:lnTo>
                  <a:lnTo>
                    <a:pt x="109092" y="159131"/>
                  </a:lnTo>
                  <a:lnTo>
                    <a:pt x="109092" y="147828"/>
                  </a:lnTo>
                  <a:lnTo>
                    <a:pt x="108203" y="146177"/>
                  </a:lnTo>
                  <a:lnTo>
                    <a:pt x="105200" y="141351"/>
                  </a:lnTo>
                  <a:lnTo>
                    <a:pt x="24256" y="141351"/>
                  </a:lnTo>
                  <a:lnTo>
                    <a:pt x="52577" y="95377"/>
                  </a:lnTo>
                  <a:lnTo>
                    <a:pt x="76583" y="95377"/>
                  </a:lnTo>
                  <a:lnTo>
                    <a:pt x="69468" y="83947"/>
                  </a:lnTo>
                  <a:lnTo>
                    <a:pt x="75945" y="81534"/>
                  </a:lnTo>
                  <a:lnTo>
                    <a:pt x="80009" y="75057"/>
                  </a:lnTo>
                  <a:lnTo>
                    <a:pt x="81110" y="70231"/>
                  </a:lnTo>
                  <a:lnTo>
                    <a:pt x="47751" y="70231"/>
                  </a:lnTo>
                  <a:lnTo>
                    <a:pt x="43687" y="66167"/>
                  </a:lnTo>
                  <a:lnTo>
                    <a:pt x="43808" y="60579"/>
                  </a:lnTo>
                  <a:lnTo>
                    <a:pt x="44436" y="56602"/>
                  </a:lnTo>
                  <a:lnTo>
                    <a:pt x="46473" y="54102"/>
                  </a:lnTo>
                  <a:lnTo>
                    <a:pt x="47751" y="52578"/>
                  </a:lnTo>
                  <a:lnTo>
                    <a:pt x="122011" y="52578"/>
                  </a:lnTo>
                  <a:lnTo>
                    <a:pt x="126872" y="50038"/>
                  </a:lnTo>
                  <a:lnTo>
                    <a:pt x="78358" y="50038"/>
                  </a:lnTo>
                  <a:lnTo>
                    <a:pt x="77879" y="49276"/>
                  </a:lnTo>
                  <a:lnTo>
                    <a:pt x="29844" y="49276"/>
                  </a:lnTo>
                  <a:lnTo>
                    <a:pt x="24256" y="48514"/>
                  </a:lnTo>
                  <a:lnTo>
                    <a:pt x="17779" y="46101"/>
                  </a:lnTo>
                  <a:lnTo>
                    <a:pt x="12953" y="44450"/>
                  </a:lnTo>
                  <a:lnTo>
                    <a:pt x="11695" y="43820"/>
                  </a:lnTo>
                  <a:lnTo>
                    <a:pt x="10453" y="43445"/>
                  </a:lnTo>
                  <a:close/>
                </a:path>
                <a:path w="307975" h="283845">
                  <a:moveTo>
                    <a:pt x="258724" y="35196"/>
                  </a:moveTo>
                  <a:lnTo>
                    <a:pt x="242195" y="35196"/>
                  </a:lnTo>
                  <a:lnTo>
                    <a:pt x="235600" y="38354"/>
                  </a:lnTo>
                  <a:lnTo>
                    <a:pt x="230102" y="43445"/>
                  </a:lnTo>
                  <a:lnTo>
                    <a:pt x="226186" y="50038"/>
                  </a:lnTo>
                  <a:lnTo>
                    <a:pt x="181736" y="50038"/>
                  </a:lnTo>
                  <a:lnTo>
                    <a:pt x="194440" y="56602"/>
                  </a:lnTo>
                  <a:lnTo>
                    <a:pt x="205454" y="61690"/>
                  </a:lnTo>
                  <a:lnTo>
                    <a:pt x="216172" y="65405"/>
                  </a:lnTo>
                  <a:lnTo>
                    <a:pt x="227837" y="67818"/>
                  </a:lnTo>
                  <a:lnTo>
                    <a:pt x="230250" y="75057"/>
                  </a:lnTo>
                  <a:lnTo>
                    <a:pt x="234314" y="80010"/>
                  </a:lnTo>
                  <a:lnTo>
                    <a:pt x="240029" y="83947"/>
                  </a:lnTo>
                  <a:lnTo>
                    <a:pt x="201929" y="146177"/>
                  </a:lnTo>
                  <a:lnTo>
                    <a:pt x="200405" y="146939"/>
                  </a:lnTo>
                  <a:lnTo>
                    <a:pt x="200405" y="159893"/>
                  </a:lnTo>
                  <a:lnTo>
                    <a:pt x="204662" y="180937"/>
                  </a:lnTo>
                  <a:lnTo>
                    <a:pt x="216265" y="198135"/>
                  </a:lnTo>
                  <a:lnTo>
                    <a:pt x="233463" y="209738"/>
                  </a:lnTo>
                  <a:lnTo>
                    <a:pt x="254507" y="213995"/>
                  </a:lnTo>
                  <a:lnTo>
                    <a:pt x="275111" y="209738"/>
                  </a:lnTo>
                  <a:lnTo>
                    <a:pt x="292084" y="198135"/>
                  </a:lnTo>
                  <a:lnTo>
                    <a:pt x="294391" y="194691"/>
                  </a:lnTo>
                  <a:lnTo>
                    <a:pt x="249681" y="194691"/>
                  </a:lnTo>
                  <a:lnTo>
                    <a:pt x="235928" y="191849"/>
                  </a:lnTo>
                  <a:lnTo>
                    <a:pt x="224615" y="184150"/>
                  </a:lnTo>
                  <a:lnTo>
                    <a:pt x="216945" y="172831"/>
                  </a:lnTo>
                  <a:lnTo>
                    <a:pt x="214121" y="159131"/>
                  </a:lnTo>
                  <a:lnTo>
                    <a:pt x="307847" y="159131"/>
                  </a:lnTo>
                  <a:lnTo>
                    <a:pt x="307847" y="147828"/>
                  </a:lnTo>
                  <a:lnTo>
                    <a:pt x="307085" y="146177"/>
                  </a:lnTo>
                  <a:lnTo>
                    <a:pt x="304072" y="141351"/>
                  </a:lnTo>
                  <a:lnTo>
                    <a:pt x="221360" y="141351"/>
                  </a:lnTo>
                  <a:lnTo>
                    <a:pt x="249681" y="95377"/>
                  </a:lnTo>
                  <a:lnTo>
                    <a:pt x="275361" y="95377"/>
                  </a:lnTo>
                  <a:lnTo>
                    <a:pt x="268223" y="83947"/>
                  </a:lnTo>
                  <a:lnTo>
                    <a:pt x="269875" y="80772"/>
                  </a:lnTo>
                  <a:lnTo>
                    <a:pt x="273938" y="74295"/>
                  </a:lnTo>
                  <a:lnTo>
                    <a:pt x="274794" y="70231"/>
                  </a:lnTo>
                  <a:lnTo>
                    <a:pt x="243966" y="70231"/>
                  </a:lnTo>
                  <a:lnTo>
                    <a:pt x="240029" y="66167"/>
                  </a:lnTo>
                  <a:lnTo>
                    <a:pt x="240029" y="56602"/>
                  </a:lnTo>
                  <a:lnTo>
                    <a:pt x="242442" y="54102"/>
                  </a:lnTo>
                  <a:lnTo>
                    <a:pt x="243966" y="52578"/>
                  </a:lnTo>
                  <a:lnTo>
                    <a:pt x="304260" y="52578"/>
                  </a:lnTo>
                  <a:lnTo>
                    <a:pt x="303021" y="49276"/>
                  </a:lnTo>
                  <a:lnTo>
                    <a:pt x="274700" y="49276"/>
                  </a:lnTo>
                  <a:lnTo>
                    <a:pt x="270785" y="43124"/>
                  </a:lnTo>
                  <a:lnTo>
                    <a:pt x="265394" y="38354"/>
                  </a:lnTo>
                  <a:lnTo>
                    <a:pt x="264198" y="37750"/>
                  </a:lnTo>
                  <a:lnTo>
                    <a:pt x="258724" y="35196"/>
                  </a:lnTo>
                  <a:close/>
                </a:path>
                <a:path w="307975" h="283845">
                  <a:moveTo>
                    <a:pt x="109092" y="159131"/>
                  </a:moveTo>
                  <a:lnTo>
                    <a:pt x="88137" y="159131"/>
                  </a:lnTo>
                  <a:lnTo>
                    <a:pt x="85742" y="172831"/>
                  </a:lnTo>
                  <a:lnTo>
                    <a:pt x="78216" y="184150"/>
                  </a:lnTo>
                  <a:lnTo>
                    <a:pt x="66760" y="191849"/>
                  </a:lnTo>
                  <a:lnTo>
                    <a:pt x="52577" y="194691"/>
                  </a:lnTo>
                  <a:lnTo>
                    <a:pt x="95636" y="194691"/>
                  </a:lnTo>
                  <a:lnTo>
                    <a:pt x="104848" y="180937"/>
                  </a:lnTo>
                  <a:lnTo>
                    <a:pt x="109092" y="159893"/>
                  </a:lnTo>
                  <a:lnTo>
                    <a:pt x="109092" y="159131"/>
                  </a:lnTo>
                  <a:close/>
                </a:path>
                <a:path w="307975" h="283845">
                  <a:moveTo>
                    <a:pt x="307847" y="159131"/>
                  </a:moveTo>
                  <a:lnTo>
                    <a:pt x="284352" y="159131"/>
                  </a:lnTo>
                  <a:lnTo>
                    <a:pt x="281543" y="172831"/>
                  </a:lnTo>
                  <a:lnTo>
                    <a:pt x="273970" y="184150"/>
                  </a:lnTo>
                  <a:lnTo>
                    <a:pt x="262921" y="191849"/>
                  </a:lnTo>
                  <a:lnTo>
                    <a:pt x="249681" y="194691"/>
                  </a:lnTo>
                  <a:lnTo>
                    <a:pt x="294391" y="194691"/>
                  </a:lnTo>
                  <a:lnTo>
                    <a:pt x="303603" y="180937"/>
                  </a:lnTo>
                  <a:lnTo>
                    <a:pt x="307847" y="159893"/>
                  </a:lnTo>
                  <a:lnTo>
                    <a:pt x="307847" y="159131"/>
                  </a:lnTo>
                  <a:close/>
                </a:path>
                <a:path w="307975" h="283845">
                  <a:moveTo>
                    <a:pt x="76583" y="95377"/>
                  </a:moveTo>
                  <a:lnTo>
                    <a:pt x="52577" y="95377"/>
                  </a:lnTo>
                  <a:lnTo>
                    <a:pt x="80771" y="141351"/>
                  </a:lnTo>
                  <a:lnTo>
                    <a:pt x="105200" y="141351"/>
                  </a:lnTo>
                  <a:lnTo>
                    <a:pt x="76583" y="95377"/>
                  </a:lnTo>
                  <a:close/>
                </a:path>
                <a:path w="307975" h="283845">
                  <a:moveTo>
                    <a:pt x="275361" y="95377"/>
                  </a:moveTo>
                  <a:lnTo>
                    <a:pt x="249681" y="95377"/>
                  </a:lnTo>
                  <a:lnTo>
                    <a:pt x="277875" y="141351"/>
                  </a:lnTo>
                  <a:lnTo>
                    <a:pt x="304072" y="141351"/>
                  </a:lnTo>
                  <a:lnTo>
                    <a:pt x="275361" y="95377"/>
                  </a:lnTo>
                  <a:close/>
                </a:path>
                <a:path w="307975" h="283845">
                  <a:moveTo>
                    <a:pt x="122011" y="52578"/>
                  </a:moveTo>
                  <a:lnTo>
                    <a:pt x="57403" y="52578"/>
                  </a:lnTo>
                  <a:lnTo>
                    <a:pt x="58977" y="54102"/>
                  </a:lnTo>
                  <a:lnTo>
                    <a:pt x="61467" y="56602"/>
                  </a:lnTo>
                  <a:lnTo>
                    <a:pt x="61467" y="66167"/>
                  </a:lnTo>
                  <a:lnTo>
                    <a:pt x="57403" y="70231"/>
                  </a:lnTo>
                  <a:lnTo>
                    <a:pt x="81110" y="70231"/>
                  </a:lnTo>
                  <a:lnTo>
                    <a:pt x="81660" y="67818"/>
                  </a:lnTo>
                  <a:lnTo>
                    <a:pt x="93188" y="65405"/>
                  </a:lnTo>
                  <a:lnTo>
                    <a:pt x="103600" y="61690"/>
                  </a:lnTo>
                  <a:lnTo>
                    <a:pt x="114307" y="56602"/>
                  </a:lnTo>
                  <a:lnTo>
                    <a:pt x="122011" y="52578"/>
                  </a:lnTo>
                  <a:close/>
                </a:path>
                <a:path w="307975" h="283845">
                  <a:moveTo>
                    <a:pt x="304260" y="52578"/>
                  </a:moveTo>
                  <a:lnTo>
                    <a:pt x="254507" y="52578"/>
                  </a:lnTo>
                  <a:lnTo>
                    <a:pt x="256081" y="54102"/>
                  </a:lnTo>
                  <a:lnTo>
                    <a:pt x="258571" y="56602"/>
                  </a:lnTo>
                  <a:lnTo>
                    <a:pt x="258571" y="66167"/>
                  </a:lnTo>
                  <a:lnTo>
                    <a:pt x="254507" y="70231"/>
                  </a:lnTo>
                  <a:lnTo>
                    <a:pt x="274794" y="70231"/>
                  </a:lnTo>
                  <a:lnTo>
                    <a:pt x="275463" y="67056"/>
                  </a:lnTo>
                  <a:lnTo>
                    <a:pt x="282828" y="65405"/>
                  </a:lnTo>
                  <a:lnTo>
                    <a:pt x="290829" y="62992"/>
                  </a:lnTo>
                  <a:lnTo>
                    <a:pt x="298068" y="60579"/>
                  </a:lnTo>
                  <a:lnTo>
                    <a:pt x="303021" y="58166"/>
                  </a:lnTo>
                  <a:lnTo>
                    <a:pt x="304545" y="53340"/>
                  </a:lnTo>
                  <a:lnTo>
                    <a:pt x="304260" y="52578"/>
                  </a:lnTo>
                  <a:close/>
                </a:path>
                <a:path w="307975" h="283845">
                  <a:moveTo>
                    <a:pt x="54101" y="33909"/>
                  </a:moveTo>
                  <a:lnTo>
                    <a:pt x="46203" y="35196"/>
                  </a:lnTo>
                  <a:lnTo>
                    <a:pt x="46763" y="35196"/>
                  </a:lnTo>
                  <a:lnTo>
                    <a:pt x="41536" y="37750"/>
                  </a:lnTo>
                  <a:lnTo>
                    <a:pt x="40383" y="38354"/>
                  </a:lnTo>
                  <a:lnTo>
                    <a:pt x="34688" y="43124"/>
                  </a:lnTo>
                  <a:lnTo>
                    <a:pt x="29844" y="49276"/>
                  </a:lnTo>
                  <a:lnTo>
                    <a:pt x="77879" y="49276"/>
                  </a:lnTo>
                  <a:lnTo>
                    <a:pt x="74443" y="43820"/>
                  </a:lnTo>
                  <a:lnTo>
                    <a:pt x="68945" y="38687"/>
                  </a:lnTo>
                  <a:lnTo>
                    <a:pt x="62089" y="35196"/>
                  </a:lnTo>
                  <a:lnTo>
                    <a:pt x="54101" y="33909"/>
                  </a:lnTo>
                  <a:close/>
                </a:path>
                <a:path w="307975" h="283845">
                  <a:moveTo>
                    <a:pt x="298085" y="43445"/>
                  </a:moveTo>
                  <a:lnTo>
                    <a:pt x="293842" y="43445"/>
                  </a:lnTo>
                  <a:lnTo>
                    <a:pt x="292725" y="43820"/>
                  </a:lnTo>
                  <a:lnTo>
                    <a:pt x="291718" y="44450"/>
                  </a:lnTo>
                  <a:lnTo>
                    <a:pt x="285241" y="46101"/>
                  </a:lnTo>
                  <a:lnTo>
                    <a:pt x="280415" y="48514"/>
                  </a:lnTo>
                  <a:lnTo>
                    <a:pt x="274700" y="49276"/>
                  </a:lnTo>
                  <a:lnTo>
                    <a:pt x="303021" y="49276"/>
                  </a:lnTo>
                  <a:lnTo>
                    <a:pt x="301243" y="45720"/>
                  </a:lnTo>
                  <a:lnTo>
                    <a:pt x="298085" y="43445"/>
                  </a:lnTo>
                  <a:close/>
                </a:path>
                <a:path w="307975" h="283845">
                  <a:moveTo>
                    <a:pt x="250443" y="33909"/>
                  </a:moveTo>
                  <a:lnTo>
                    <a:pt x="241598" y="35196"/>
                  </a:lnTo>
                  <a:lnTo>
                    <a:pt x="259381" y="35196"/>
                  </a:lnTo>
                  <a:lnTo>
                    <a:pt x="250443" y="339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95416" y="2325624"/>
              <a:ext cx="106680" cy="12496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958840" y="2182367"/>
              <a:ext cx="302260" cy="302260"/>
            </a:xfrm>
            <a:custGeom>
              <a:avLst/>
              <a:gdLst/>
              <a:ahLst/>
              <a:cxnLst/>
              <a:rect l="l" t="t" r="r" b="b"/>
              <a:pathLst>
                <a:path w="302260" h="302260">
                  <a:moveTo>
                    <a:pt x="266700" y="235585"/>
                  </a:moveTo>
                  <a:lnTo>
                    <a:pt x="262636" y="231648"/>
                  </a:lnTo>
                  <a:lnTo>
                    <a:pt x="167513" y="231648"/>
                  </a:lnTo>
                  <a:lnTo>
                    <a:pt x="162560" y="231648"/>
                  </a:lnTo>
                  <a:lnTo>
                    <a:pt x="158496" y="235585"/>
                  </a:lnTo>
                  <a:lnTo>
                    <a:pt x="158496" y="245999"/>
                  </a:lnTo>
                  <a:lnTo>
                    <a:pt x="162560" y="249936"/>
                  </a:lnTo>
                  <a:lnTo>
                    <a:pt x="262636" y="249936"/>
                  </a:lnTo>
                  <a:lnTo>
                    <a:pt x="266700" y="245999"/>
                  </a:lnTo>
                  <a:lnTo>
                    <a:pt x="266700" y="235585"/>
                  </a:lnTo>
                  <a:close/>
                </a:path>
                <a:path w="302260" h="302260">
                  <a:moveTo>
                    <a:pt x="266700" y="200533"/>
                  </a:moveTo>
                  <a:lnTo>
                    <a:pt x="262636" y="196596"/>
                  </a:lnTo>
                  <a:lnTo>
                    <a:pt x="167513" y="196596"/>
                  </a:lnTo>
                  <a:lnTo>
                    <a:pt x="162560" y="196596"/>
                  </a:lnTo>
                  <a:lnTo>
                    <a:pt x="158496" y="200533"/>
                  </a:lnTo>
                  <a:lnTo>
                    <a:pt x="158496" y="210947"/>
                  </a:lnTo>
                  <a:lnTo>
                    <a:pt x="162560" y="214884"/>
                  </a:lnTo>
                  <a:lnTo>
                    <a:pt x="262636" y="214884"/>
                  </a:lnTo>
                  <a:lnTo>
                    <a:pt x="266700" y="210947"/>
                  </a:lnTo>
                  <a:lnTo>
                    <a:pt x="266700" y="200533"/>
                  </a:lnTo>
                  <a:close/>
                </a:path>
                <a:path w="302260" h="302260">
                  <a:moveTo>
                    <a:pt x="266700" y="165735"/>
                  </a:moveTo>
                  <a:lnTo>
                    <a:pt x="262636" y="161544"/>
                  </a:lnTo>
                  <a:lnTo>
                    <a:pt x="167513" y="161544"/>
                  </a:lnTo>
                  <a:lnTo>
                    <a:pt x="162560" y="161544"/>
                  </a:lnTo>
                  <a:lnTo>
                    <a:pt x="158496" y="165735"/>
                  </a:lnTo>
                  <a:lnTo>
                    <a:pt x="158496" y="175641"/>
                  </a:lnTo>
                  <a:lnTo>
                    <a:pt x="162560" y="179832"/>
                  </a:lnTo>
                  <a:lnTo>
                    <a:pt x="262636" y="179832"/>
                  </a:lnTo>
                  <a:lnTo>
                    <a:pt x="266700" y="175641"/>
                  </a:lnTo>
                  <a:lnTo>
                    <a:pt x="266700" y="165735"/>
                  </a:lnTo>
                  <a:close/>
                </a:path>
                <a:path w="302260" h="302260">
                  <a:moveTo>
                    <a:pt x="301752" y="133985"/>
                  </a:moveTo>
                  <a:lnTo>
                    <a:pt x="300024" y="125095"/>
                  </a:lnTo>
                  <a:lnTo>
                    <a:pt x="299758" y="123659"/>
                  </a:lnTo>
                  <a:lnTo>
                    <a:pt x="294284" y="115176"/>
                  </a:lnTo>
                  <a:lnTo>
                    <a:pt x="286105" y="109435"/>
                  </a:lnTo>
                  <a:lnTo>
                    <a:pt x="284861" y="109181"/>
                  </a:lnTo>
                  <a:lnTo>
                    <a:pt x="284861" y="129032"/>
                  </a:lnTo>
                  <a:lnTo>
                    <a:pt x="284861" y="280797"/>
                  </a:lnTo>
                  <a:lnTo>
                    <a:pt x="280797" y="284861"/>
                  </a:lnTo>
                  <a:lnTo>
                    <a:pt x="20193" y="284861"/>
                  </a:lnTo>
                  <a:lnTo>
                    <a:pt x="16129" y="280797"/>
                  </a:lnTo>
                  <a:lnTo>
                    <a:pt x="16129" y="129032"/>
                  </a:lnTo>
                  <a:lnTo>
                    <a:pt x="20193" y="125095"/>
                  </a:lnTo>
                  <a:lnTo>
                    <a:pt x="107315" y="125095"/>
                  </a:lnTo>
                  <a:lnTo>
                    <a:pt x="111239" y="131953"/>
                  </a:lnTo>
                  <a:lnTo>
                    <a:pt x="116814" y="137604"/>
                  </a:lnTo>
                  <a:lnTo>
                    <a:pt x="124091" y="141566"/>
                  </a:lnTo>
                  <a:lnTo>
                    <a:pt x="124536" y="141566"/>
                  </a:lnTo>
                  <a:lnTo>
                    <a:pt x="132334" y="142875"/>
                  </a:lnTo>
                  <a:lnTo>
                    <a:pt x="167767" y="142875"/>
                  </a:lnTo>
                  <a:lnTo>
                    <a:pt x="175882" y="141566"/>
                  </a:lnTo>
                  <a:lnTo>
                    <a:pt x="183032" y="137896"/>
                  </a:lnTo>
                  <a:lnTo>
                    <a:pt x="188798" y="132270"/>
                  </a:lnTo>
                  <a:lnTo>
                    <a:pt x="192354" y="125857"/>
                  </a:lnTo>
                  <a:lnTo>
                    <a:pt x="192786" y="125095"/>
                  </a:lnTo>
                  <a:lnTo>
                    <a:pt x="280797" y="125095"/>
                  </a:lnTo>
                  <a:lnTo>
                    <a:pt x="284861" y="129032"/>
                  </a:lnTo>
                  <a:lnTo>
                    <a:pt x="284861" y="109181"/>
                  </a:lnTo>
                  <a:lnTo>
                    <a:pt x="275971" y="107315"/>
                  </a:lnTo>
                  <a:lnTo>
                    <a:pt x="195199" y="107315"/>
                  </a:lnTo>
                  <a:lnTo>
                    <a:pt x="195199" y="89535"/>
                  </a:lnTo>
                  <a:lnTo>
                    <a:pt x="195199" y="87122"/>
                  </a:lnTo>
                  <a:lnTo>
                    <a:pt x="202095" y="83223"/>
                  </a:lnTo>
                  <a:lnTo>
                    <a:pt x="207746" y="77660"/>
                  </a:lnTo>
                  <a:lnTo>
                    <a:pt x="210451" y="72644"/>
                  </a:lnTo>
                  <a:lnTo>
                    <a:pt x="211569" y="70586"/>
                  </a:lnTo>
                  <a:lnTo>
                    <a:pt x="212979" y="62103"/>
                  </a:lnTo>
                  <a:lnTo>
                    <a:pt x="211696" y="54102"/>
                  </a:lnTo>
                  <a:lnTo>
                    <a:pt x="208038" y="46888"/>
                  </a:lnTo>
                  <a:lnTo>
                    <a:pt x="202412" y="41122"/>
                  </a:lnTo>
                  <a:lnTo>
                    <a:pt x="195199" y="37084"/>
                  </a:lnTo>
                  <a:lnTo>
                    <a:pt x="195199" y="36322"/>
                  </a:lnTo>
                  <a:lnTo>
                    <a:pt x="195199" y="17780"/>
                  </a:lnTo>
                  <a:lnTo>
                    <a:pt x="195199" y="4064"/>
                  </a:lnTo>
                  <a:lnTo>
                    <a:pt x="193675" y="2501"/>
                  </a:lnTo>
                  <a:lnTo>
                    <a:pt x="193675" y="58166"/>
                  </a:lnTo>
                  <a:lnTo>
                    <a:pt x="193675" y="68580"/>
                  </a:lnTo>
                  <a:lnTo>
                    <a:pt x="189611" y="72644"/>
                  </a:lnTo>
                  <a:lnTo>
                    <a:pt x="176657" y="72644"/>
                  </a:lnTo>
                  <a:lnTo>
                    <a:pt x="176657" y="89535"/>
                  </a:lnTo>
                  <a:lnTo>
                    <a:pt x="176657" y="121793"/>
                  </a:lnTo>
                  <a:lnTo>
                    <a:pt x="172593" y="125857"/>
                  </a:lnTo>
                  <a:lnTo>
                    <a:pt x="127508" y="125857"/>
                  </a:lnTo>
                  <a:lnTo>
                    <a:pt x="126746" y="125095"/>
                  </a:lnTo>
                  <a:lnTo>
                    <a:pt x="123444" y="121793"/>
                  </a:lnTo>
                  <a:lnTo>
                    <a:pt x="123444" y="89535"/>
                  </a:lnTo>
                  <a:lnTo>
                    <a:pt x="176657" y="89535"/>
                  </a:lnTo>
                  <a:lnTo>
                    <a:pt x="176657" y="72644"/>
                  </a:lnTo>
                  <a:lnTo>
                    <a:pt x="108966" y="72644"/>
                  </a:lnTo>
                  <a:lnTo>
                    <a:pt x="104902" y="68580"/>
                  </a:lnTo>
                  <a:lnTo>
                    <a:pt x="104902" y="58166"/>
                  </a:lnTo>
                  <a:lnTo>
                    <a:pt x="110490" y="54102"/>
                  </a:lnTo>
                  <a:lnTo>
                    <a:pt x="189611" y="54102"/>
                  </a:lnTo>
                  <a:lnTo>
                    <a:pt x="193675" y="58166"/>
                  </a:lnTo>
                  <a:lnTo>
                    <a:pt x="193675" y="2501"/>
                  </a:lnTo>
                  <a:lnTo>
                    <a:pt x="191262" y="0"/>
                  </a:lnTo>
                  <a:lnTo>
                    <a:pt x="176657" y="0"/>
                  </a:lnTo>
                  <a:lnTo>
                    <a:pt x="176657" y="17780"/>
                  </a:lnTo>
                  <a:lnTo>
                    <a:pt x="176657" y="36322"/>
                  </a:lnTo>
                  <a:lnTo>
                    <a:pt x="123444" y="36322"/>
                  </a:lnTo>
                  <a:lnTo>
                    <a:pt x="123444" y="17780"/>
                  </a:lnTo>
                  <a:lnTo>
                    <a:pt x="176657" y="17780"/>
                  </a:lnTo>
                  <a:lnTo>
                    <a:pt x="176657" y="0"/>
                  </a:lnTo>
                  <a:lnTo>
                    <a:pt x="110490" y="0"/>
                  </a:lnTo>
                  <a:lnTo>
                    <a:pt x="106553" y="4064"/>
                  </a:lnTo>
                  <a:lnTo>
                    <a:pt x="106553" y="37084"/>
                  </a:lnTo>
                  <a:lnTo>
                    <a:pt x="99072" y="41122"/>
                  </a:lnTo>
                  <a:lnTo>
                    <a:pt x="93256" y="46596"/>
                  </a:lnTo>
                  <a:lnTo>
                    <a:pt x="89306" y="53682"/>
                  </a:lnTo>
                  <a:lnTo>
                    <a:pt x="87884" y="62103"/>
                  </a:lnTo>
                  <a:lnTo>
                    <a:pt x="89204" y="70218"/>
                  </a:lnTo>
                  <a:lnTo>
                    <a:pt x="92976" y="77330"/>
                  </a:lnTo>
                  <a:lnTo>
                    <a:pt x="99098" y="83223"/>
                  </a:lnTo>
                  <a:lnTo>
                    <a:pt x="106553" y="87122"/>
                  </a:lnTo>
                  <a:lnTo>
                    <a:pt x="106553" y="107315"/>
                  </a:lnTo>
                  <a:lnTo>
                    <a:pt x="26670" y="107315"/>
                  </a:lnTo>
                  <a:lnTo>
                    <a:pt x="16014" y="109435"/>
                  </a:lnTo>
                  <a:lnTo>
                    <a:pt x="7569" y="115176"/>
                  </a:lnTo>
                  <a:lnTo>
                    <a:pt x="1993" y="123659"/>
                  </a:lnTo>
                  <a:lnTo>
                    <a:pt x="0" y="133985"/>
                  </a:lnTo>
                  <a:lnTo>
                    <a:pt x="0" y="275971"/>
                  </a:lnTo>
                  <a:lnTo>
                    <a:pt x="2108" y="286435"/>
                  </a:lnTo>
                  <a:lnTo>
                    <a:pt x="7848" y="294576"/>
                  </a:lnTo>
                  <a:lnTo>
                    <a:pt x="16332" y="299872"/>
                  </a:lnTo>
                  <a:lnTo>
                    <a:pt x="26670" y="301752"/>
                  </a:lnTo>
                  <a:lnTo>
                    <a:pt x="275971" y="301752"/>
                  </a:lnTo>
                  <a:lnTo>
                    <a:pt x="286105" y="299656"/>
                  </a:lnTo>
                  <a:lnTo>
                    <a:pt x="294284" y="294005"/>
                  </a:lnTo>
                  <a:lnTo>
                    <a:pt x="299758" y="285788"/>
                  </a:lnTo>
                  <a:lnTo>
                    <a:pt x="299935" y="284861"/>
                  </a:lnTo>
                  <a:lnTo>
                    <a:pt x="301752" y="275971"/>
                  </a:lnTo>
                  <a:lnTo>
                    <a:pt x="301752" y="1339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91227" y="1405127"/>
              <a:ext cx="160020" cy="16002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881884" y="1333499"/>
              <a:ext cx="1842770" cy="1161415"/>
            </a:xfrm>
            <a:custGeom>
              <a:avLst/>
              <a:gdLst/>
              <a:ahLst/>
              <a:cxnLst/>
              <a:rect l="l" t="t" r="r" b="b"/>
              <a:pathLst>
                <a:path w="1842770" h="1161414">
                  <a:moveTo>
                    <a:pt x="70104" y="985647"/>
                  </a:moveTo>
                  <a:lnTo>
                    <a:pt x="66167" y="981456"/>
                  </a:lnTo>
                  <a:lnTo>
                    <a:pt x="44450" y="981456"/>
                  </a:lnTo>
                  <a:lnTo>
                    <a:pt x="38989" y="981456"/>
                  </a:lnTo>
                  <a:lnTo>
                    <a:pt x="35052" y="985647"/>
                  </a:lnTo>
                  <a:lnTo>
                    <a:pt x="35052" y="995553"/>
                  </a:lnTo>
                  <a:lnTo>
                    <a:pt x="38989" y="999744"/>
                  </a:lnTo>
                  <a:lnTo>
                    <a:pt x="66167" y="999744"/>
                  </a:lnTo>
                  <a:lnTo>
                    <a:pt x="70104" y="995553"/>
                  </a:lnTo>
                  <a:lnTo>
                    <a:pt x="70104" y="985647"/>
                  </a:lnTo>
                  <a:close/>
                </a:path>
                <a:path w="1842770" h="1161414">
                  <a:moveTo>
                    <a:pt x="268224" y="985647"/>
                  </a:moveTo>
                  <a:lnTo>
                    <a:pt x="264160" y="981456"/>
                  </a:lnTo>
                  <a:lnTo>
                    <a:pt x="240538" y="981456"/>
                  </a:lnTo>
                  <a:lnTo>
                    <a:pt x="235712" y="981456"/>
                  </a:lnTo>
                  <a:lnTo>
                    <a:pt x="231648" y="985647"/>
                  </a:lnTo>
                  <a:lnTo>
                    <a:pt x="231648" y="995553"/>
                  </a:lnTo>
                  <a:lnTo>
                    <a:pt x="235712" y="999744"/>
                  </a:lnTo>
                  <a:lnTo>
                    <a:pt x="264160" y="999744"/>
                  </a:lnTo>
                  <a:lnTo>
                    <a:pt x="268224" y="995553"/>
                  </a:lnTo>
                  <a:lnTo>
                    <a:pt x="268224" y="985647"/>
                  </a:lnTo>
                  <a:close/>
                </a:path>
                <a:path w="1842770" h="1161414">
                  <a:moveTo>
                    <a:pt x="304038" y="1007618"/>
                  </a:moveTo>
                  <a:lnTo>
                    <a:pt x="300748" y="984313"/>
                  </a:lnTo>
                  <a:lnTo>
                    <a:pt x="300710" y="984072"/>
                  </a:lnTo>
                  <a:lnTo>
                    <a:pt x="290410" y="963041"/>
                  </a:lnTo>
                  <a:lnTo>
                    <a:pt x="286131" y="958456"/>
                  </a:lnTo>
                  <a:lnTo>
                    <a:pt x="286131" y="1010158"/>
                  </a:lnTo>
                  <a:lnTo>
                    <a:pt x="286131" y="1035304"/>
                  </a:lnTo>
                  <a:lnTo>
                    <a:pt x="188087" y="1035304"/>
                  </a:lnTo>
                  <a:lnTo>
                    <a:pt x="188671" y="1034415"/>
                  </a:lnTo>
                  <a:lnTo>
                    <a:pt x="189166" y="1033653"/>
                  </a:lnTo>
                  <a:lnTo>
                    <a:pt x="192201" y="1029068"/>
                  </a:lnTo>
                  <a:lnTo>
                    <a:pt x="194957" y="1022527"/>
                  </a:lnTo>
                  <a:lnTo>
                    <a:pt x="196494" y="1015682"/>
                  </a:lnTo>
                  <a:lnTo>
                    <a:pt x="196862" y="1010158"/>
                  </a:lnTo>
                  <a:lnTo>
                    <a:pt x="196850" y="1007618"/>
                  </a:lnTo>
                  <a:lnTo>
                    <a:pt x="195503" y="997788"/>
                  </a:lnTo>
                  <a:lnTo>
                    <a:pt x="195440" y="997419"/>
                  </a:lnTo>
                  <a:lnTo>
                    <a:pt x="195364" y="996823"/>
                  </a:lnTo>
                  <a:lnTo>
                    <a:pt x="190792" y="986345"/>
                  </a:lnTo>
                  <a:lnTo>
                    <a:pt x="187083" y="981710"/>
                  </a:lnTo>
                  <a:lnTo>
                    <a:pt x="183629" y="977404"/>
                  </a:lnTo>
                  <a:lnTo>
                    <a:pt x="179959" y="974623"/>
                  </a:lnTo>
                  <a:lnTo>
                    <a:pt x="179959" y="1007618"/>
                  </a:lnTo>
                  <a:lnTo>
                    <a:pt x="177812" y="1017536"/>
                  </a:lnTo>
                  <a:lnTo>
                    <a:pt x="172720" y="1024724"/>
                  </a:lnTo>
                  <a:lnTo>
                    <a:pt x="172720" y="1056386"/>
                  </a:lnTo>
                  <a:lnTo>
                    <a:pt x="152400" y="1083310"/>
                  </a:lnTo>
                  <a:lnTo>
                    <a:pt x="143510" y="1071537"/>
                  </a:lnTo>
                  <a:lnTo>
                    <a:pt x="143510" y="1101090"/>
                  </a:lnTo>
                  <a:lnTo>
                    <a:pt x="143510" y="1144143"/>
                  </a:lnTo>
                  <a:lnTo>
                    <a:pt x="89916" y="1144143"/>
                  </a:lnTo>
                  <a:lnTo>
                    <a:pt x="89916" y="1114933"/>
                  </a:lnTo>
                  <a:lnTo>
                    <a:pt x="91541" y="1101090"/>
                  </a:lnTo>
                  <a:lnTo>
                    <a:pt x="91567" y="1100797"/>
                  </a:lnTo>
                  <a:lnTo>
                    <a:pt x="91694" y="1099769"/>
                  </a:lnTo>
                  <a:lnTo>
                    <a:pt x="96837" y="1086104"/>
                  </a:lnTo>
                  <a:lnTo>
                    <a:pt x="105016" y="1074254"/>
                  </a:lnTo>
                  <a:lnTo>
                    <a:pt x="115951" y="1064514"/>
                  </a:lnTo>
                  <a:lnTo>
                    <a:pt x="143510" y="1101090"/>
                  </a:lnTo>
                  <a:lnTo>
                    <a:pt x="143510" y="1071537"/>
                  </a:lnTo>
                  <a:lnTo>
                    <a:pt x="138214" y="1064514"/>
                  </a:lnTo>
                  <a:lnTo>
                    <a:pt x="132080" y="1056386"/>
                  </a:lnTo>
                  <a:lnTo>
                    <a:pt x="145923" y="1053211"/>
                  </a:lnTo>
                  <a:lnTo>
                    <a:pt x="159639" y="1053211"/>
                  </a:lnTo>
                  <a:lnTo>
                    <a:pt x="167005" y="1053973"/>
                  </a:lnTo>
                  <a:lnTo>
                    <a:pt x="172720" y="1056386"/>
                  </a:lnTo>
                  <a:lnTo>
                    <a:pt x="172720" y="1024724"/>
                  </a:lnTo>
                  <a:lnTo>
                    <a:pt x="171932" y="1025829"/>
                  </a:lnTo>
                  <a:lnTo>
                    <a:pt x="162991" y="1031659"/>
                  </a:lnTo>
                  <a:lnTo>
                    <a:pt x="162547" y="1031659"/>
                  </a:lnTo>
                  <a:lnTo>
                    <a:pt x="152400" y="1033653"/>
                  </a:lnTo>
                  <a:lnTo>
                    <a:pt x="142049" y="1031659"/>
                  </a:lnTo>
                  <a:lnTo>
                    <a:pt x="133515" y="1026160"/>
                  </a:lnTo>
                  <a:lnTo>
                    <a:pt x="127723" y="1017905"/>
                  </a:lnTo>
                  <a:lnTo>
                    <a:pt x="125603" y="1007618"/>
                  </a:lnTo>
                  <a:lnTo>
                    <a:pt x="127647" y="997788"/>
                  </a:lnTo>
                  <a:lnTo>
                    <a:pt x="127723" y="997419"/>
                  </a:lnTo>
                  <a:lnTo>
                    <a:pt x="133515" y="989190"/>
                  </a:lnTo>
                  <a:lnTo>
                    <a:pt x="141846" y="983830"/>
                  </a:lnTo>
                  <a:lnTo>
                    <a:pt x="141401" y="983830"/>
                  </a:lnTo>
                  <a:lnTo>
                    <a:pt x="152400" y="981710"/>
                  </a:lnTo>
                  <a:lnTo>
                    <a:pt x="163182" y="983830"/>
                  </a:lnTo>
                  <a:lnTo>
                    <a:pt x="171932" y="989533"/>
                  </a:lnTo>
                  <a:lnTo>
                    <a:pt x="177812" y="997788"/>
                  </a:lnTo>
                  <a:lnTo>
                    <a:pt x="179959" y="1007618"/>
                  </a:lnTo>
                  <a:lnTo>
                    <a:pt x="179959" y="974623"/>
                  </a:lnTo>
                  <a:lnTo>
                    <a:pt x="209384" y="948182"/>
                  </a:lnTo>
                  <a:lnTo>
                    <a:pt x="223774" y="946658"/>
                  </a:lnTo>
                  <a:lnTo>
                    <a:pt x="247865" y="951661"/>
                  </a:lnTo>
                  <a:lnTo>
                    <a:pt x="267716" y="965263"/>
                  </a:lnTo>
                  <a:lnTo>
                    <a:pt x="280403" y="984313"/>
                  </a:lnTo>
                  <a:lnTo>
                    <a:pt x="281178" y="985520"/>
                  </a:lnTo>
                  <a:lnTo>
                    <a:pt x="286131" y="1010158"/>
                  </a:lnTo>
                  <a:lnTo>
                    <a:pt x="286131" y="958456"/>
                  </a:lnTo>
                  <a:lnTo>
                    <a:pt x="275132" y="946658"/>
                  </a:lnTo>
                  <a:lnTo>
                    <a:pt x="274510" y="945997"/>
                  </a:lnTo>
                  <a:lnTo>
                    <a:pt x="274637" y="945997"/>
                  </a:lnTo>
                  <a:lnTo>
                    <a:pt x="253746" y="933704"/>
                  </a:lnTo>
                  <a:lnTo>
                    <a:pt x="259791" y="927227"/>
                  </a:lnTo>
                  <a:lnTo>
                    <a:pt x="259981" y="927036"/>
                  </a:lnTo>
                  <a:lnTo>
                    <a:pt x="261073" y="925220"/>
                  </a:lnTo>
                  <a:lnTo>
                    <a:pt x="264668" y="918972"/>
                  </a:lnTo>
                  <a:lnTo>
                    <a:pt x="267296" y="910653"/>
                  </a:lnTo>
                  <a:lnTo>
                    <a:pt x="267423" y="910272"/>
                  </a:lnTo>
                  <a:lnTo>
                    <a:pt x="268351" y="901192"/>
                  </a:lnTo>
                  <a:lnTo>
                    <a:pt x="264795" y="883920"/>
                  </a:lnTo>
                  <a:lnTo>
                    <a:pt x="258330" y="874395"/>
                  </a:lnTo>
                  <a:lnTo>
                    <a:pt x="255155" y="869696"/>
                  </a:lnTo>
                  <a:lnTo>
                    <a:pt x="251333" y="867105"/>
                  </a:lnTo>
                  <a:lnTo>
                    <a:pt x="251333" y="901192"/>
                  </a:lnTo>
                  <a:lnTo>
                    <a:pt x="249428" y="910272"/>
                  </a:lnTo>
                  <a:lnTo>
                    <a:pt x="249351" y="910653"/>
                  </a:lnTo>
                  <a:lnTo>
                    <a:pt x="249262" y="911110"/>
                  </a:lnTo>
                  <a:lnTo>
                    <a:pt x="249199" y="911428"/>
                  </a:lnTo>
                  <a:lnTo>
                    <a:pt x="243408" y="919695"/>
                  </a:lnTo>
                  <a:lnTo>
                    <a:pt x="234873" y="925220"/>
                  </a:lnTo>
                  <a:lnTo>
                    <a:pt x="224536" y="927227"/>
                  </a:lnTo>
                  <a:lnTo>
                    <a:pt x="214528" y="925220"/>
                  </a:lnTo>
                  <a:lnTo>
                    <a:pt x="214147" y="925220"/>
                  </a:lnTo>
                  <a:lnTo>
                    <a:pt x="205816" y="919403"/>
                  </a:lnTo>
                  <a:lnTo>
                    <a:pt x="200507" y="911110"/>
                  </a:lnTo>
                  <a:lnTo>
                    <a:pt x="198628" y="901192"/>
                  </a:lnTo>
                  <a:lnTo>
                    <a:pt x="199809" y="890854"/>
                  </a:lnTo>
                  <a:lnTo>
                    <a:pt x="205193" y="882319"/>
                  </a:lnTo>
                  <a:lnTo>
                    <a:pt x="213766" y="876528"/>
                  </a:lnTo>
                  <a:lnTo>
                    <a:pt x="224536" y="874395"/>
                  </a:lnTo>
                  <a:lnTo>
                    <a:pt x="235204" y="876528"/>
                  </a:lnTo>
                  <a:lnTo>
                    <a:pt x="243687" y="882319"/>
                  </a:lnTo>
                  <a:lnTo>
                    <a:pt x="249301" y="890854"/>
                  </a:lnTo>
                  <a:lnTo>
                    <a:pt x="251333" y="901192"/>
                  </a:lnTo>
                  <a:lnTo>
                    <a:pt x="251333" y="867105"/>
                  </a:lnTo>
                  <a:lnTo>
                    <a:pt x="240969" y="860044"/>
                  </a:lnTo>
                  <a:lnTo>
                    <a:pt x="223774" y="856488"/>
                  </a:lnTo>
                  <a:lnTo>
                    <a:pt x="206514" y="860044"/>
                  </a:lnTo>
                  <a:lnTo>
                    <a:pt x="192341" y="869696"/>
                  </a:lnTo>
                  <a:lnTo>
                    <a:pt x="182727" y="883920"/>
                  </a:lnTo>
                  <a:lnTo>
                    <a:pt x="179197" y="901192"/>
                  </a:lnTo>
                  <a:lnTo>
                    <a:pt x="180047" y="910272"/>
                  </a:lnTo>
                  <a:lnTo>
                    <a:pt x="192913" y="933704"/>
                  </a:lnTo>
                  <a:lnTo>
                    <a:pt x="182016" y="938987"/>
                  </a:lnTo>
                  <a:lnTo>
                    <a:pt x="171831" y="945997"/>
                  </a:lnTo>
                  <a:lnTo>
                    <a:pt x="163156" y="954074"/>
                  </a:lnTo>
                  <a:lnTo>
                    <a:pt x="155575" y="963803"/>
                  </a:lnTo>
                  <a:lnTo>
                    <a:pt x="147574" y="963803"/>
                  </a:lnTo>
                  <a:lnTo>
                    <a:pt x="140144" y="954392"/>
                  </a:lnTo>
                  <a:lnTo>
                    <a:pt x="131330" y="945997"/>
                  </a:lnTo>
                  <a:lnTo>
                    <a:pt x="130429" y="945375"/>
                  </a:lnTo>
                  <a:lnTo>
                    <a:pt x="130429" y="969518"/>
                  </a:lnTo>
                  <a:lnTo>
                    <a:pt x="120980" y="976617"/>
                  </a:lnTo>
                  <a:lnTo>
                    <a:pt x="113601" y="985520"/>
                  </a:lnTo>
                  <a:lnTo>
                    <a:pt x="108775" y="995959"/>
                  </a:lnTo>
                  <a:lnTo>
                    <a:pt x="107061" y="1007618"/>
                  </a:lnTo>
                  <a:lnTo>
                    <a:pt x="107645" y="1014920"/>
                  </a:lnTo>
                  <a:lnTo>
                    <a:pt x="109359" y="1021969"/>
                  </a:lnTo>
                  <a:lnTo>
                    <a:pt x="112141" y="1028560"/>
                  </a:lnTo>
                  <a:lnTo>
                    <a:pt x="115951" y="1034415"/>
                  </a:lnTo>
                  <a:lnTo>
                    <a:pt x="17780" y="1034415"/>
                  </a:lnTo>
                  <a:lnTo>
                    <a:pt x="17780" y="1008507"/>
                  </a:lnTo>
                  <a:lnTo>
                    <a:pt x="22758" y="984313"/>
                  </a:lnTo>
                  <a:lnTo>
                    <a:pt x="36347" y="964399"/>
                  </a:lnTo>
                  <a:lnTo>
                    <a:pt x="56451" y="950887"/>
                  </a:lnTo>
                  <a:lnTo>
                    <a:pt x="80543" y="945997"/>
                  </a:lnTo>
                  <a:lnTo>
                    <a:pt x="81838" y="945997"/>
                  </a:lnTo>
                  <a:lnTo>
                    <a:pt x="94919" y="947521"/>
                  </a:lnTo>
                  <a:lnTo>
                    <a:pt x="108204" y="952182"/>
                  </a:lnTo>
                  <a:lnTo>
                    <a:pt x="120243" y="959612"/>
                  </a:lnTo>
                  <a:lnTo>
                    <a:pt x="130429" y="969518"/>
                  </a:lnTo>
                  <a:lnTo>
                    <a:pt x="130429" y="945375"/>
                  </a:lnTo>
                  <a:lnTo>
                    <a:pt x="121297" y="938987"/>
                  </a:lnTo>
                  <a:lnTo>
                    <a:pt x="110236" y="933704"/>
                  </a:lnTo>
                  <a:lnTo>
                    <a:pt x="115951" y="927227"/>
                  </a:lnTo>
                  <a:lnTo>
                    <a:pt x="123952" y="901192"/>
                  </a:lnTo>
                  <a:lnTo>
                    <a:pt x="120408" y="883920"/>
                  </a:lnTo>
                  <a:lnTo>
                    <a:pt x="113982" y="874395"/>
                  </a:lnTo>
                  <a:lnTo>
                    <a:pt x="110820" y="869696"/>
                  </a:lnTo>
                  <a:lnTo>
                    <a:pt x="107061" y="867143"/>
                  </a:lnTo>
                  <a:lnTo>
                    <a:pt x="107061" y="901192"/>
                  </a:lnTo>
                  <a:lnTo>
                    <a:pt x="105168" y="910272"/>
                  </a:lnTo>
                  <a:lnTo>
                    <a:pt x="105092" y="910653"/>
                  </a:lnTo>
                  <a:lnTo>
                    <a:pt x="105003" y="911110"/>
                  </a:lnTo>
                  <a:lnTo>
                    <a:pt x="104927" y="911428"/>
                  </a:lnTo>
                  <a:lnTo>
                    <a:pt x="99225" y="919695"/>
                  </a:lnTo>
                  <a:lnTo>
                    <a:pt x="90932" y="925220"/>
                  </a:lnTo>
                  <a:lnTo>
                    <a:pt x="81026" y="927227"/>
                  </a:lnTo>
                  <a:lnTo>
                    <a:pt x="71208" y="925220"/>
                  </a:lnTo>
                  <a:lnTo>
                    <a:pt x="70853" y="925220"/>
                  </a:lnTo>
                  <a:lnTo>
                    <a:pt x="62204" y="919403"/>
                  </a:lnTo>
                  <a:lnTo>
                    <a:pt x="56464" y="911110"/>
                  </a:lnTo>
                  <a:lnTo>
                    <a:pt x="54356" y="901192"/>
                  </a:lnTo>
                  <a:lnTo>
                    <a:pt x="55981" y="890854"/>
                  </a:lnTo>
                  <a:lnTo>
                    <a:pt x="61595" y="882319"/>
                  </a:lnTo>
                  <a:lnTo>
                    <a:pt x="70243" y="876528"/>
                  </a:lnTo>
                  <a:lnTo>
                    <a:pt x="81026" y="874395"/>
                  </a:lnTo>
                  <a:lnTo>
                    <a:pt x="91249" y="876528"/>
                  </a:lnTo>
                  <a:lnTo>
                    <a:pt x="99517" y="882319"/>
                  </a:lnTo>
                  <a:lnTo>
                    <a:pt x="105041" y="890854"/>
                  </a:lnTo>
                  <a:lnTo>
                    <a:pt x="107061" y="901192"/>
                  </a:lnTo>
                  <a:lnTo>
                    <a:pt x="107061" y="867143"/>
                  </a:lnTo>
                  <a:lnTo>
                    <a:pt x="96672" y="860044"/>
                  </a:lnTo>
                  <a:lnTo>
                    <a:pt x="79502" y="856488"/>
                  </a:lnTo>
                  <a:lnTo>
                    <a:pt x="62230" y="860044"/>
                  </a:lnTo>
                  <a:lnTo>
                    <a:pt x="48006" y="869696"/>
                  </a:lnTo>
                  <a:lnTo>
                    <a:pt x="38354" y="883920"/>
                  </a:lnTo>
                  <a:lnTo>
                    <a:pt x="34798" y="901192"/>
                  </a:lnTo>
                  <a:lnTo>
                    <a:pt x="35788" y="910272"/>
                  </a:lnTo>
                  <a:lnTo>
                    <a:pt x="35826" y="910653"/>
                  </a:lnTo>
                  <a:lnTo>
                    <a:pt x="38646" y="918972"/>
                  </a:lnTo>
                  <a:lnTo>
                    <a:pt x="38811" y="919403"/>
                  </a:lnTo>
                  <a:lnTo>
                    <a:pt x="43370" y="927036"/>
                  </a:lnTo>
                  <a:lnTo>
                    <a:pt x="49403" y="933704"/>
                  </a:lnTo>
                  <a:lnTo>
                    <a:pt x="28956" y="945997"/>
                  </a:lnTo>
                  <a:lnTo>
                    <a:pt x="29159" y="945997"/>
                  </a:lnTo>
                  <a:lnTo>
                    <a:pt x="13792" y="962761"/>
                  </a:lnTo>
                  <a:lnTo>
                    <a:pt x="4610" y="981710"/>
                  </a:lnTo>
                  <a:lnTo>
                    <a:pt x="3606" y="983830"/>
                  </a:lnTo>
                  <a:lnTo>
                    <a:pt x="0" y="1007618"/>
                  </a:lnTo>
                  <a:lnTo>
                    <a:pt x="0" y="1048258"/>
                  </a:lnTo>
                  <a:lnTo>
                    <a:pt x="4064" y="1052322"/>
                  </a:lnTo>
                  <a:lnTo>
                    <a:pt x="101346" y="1052322"/>
                  </a:lnTo>
                  <a:lnTo>
                    <a:pt x="88646" y="1065110"/>
                  </a:lnTo>
                  <a:lnTo>
                    <a:pt x="78905" y="1080020"/>
                  </a:lnTo>
                  <a:lnTo>
                    <a:pt x="72669" y="1096721"/>
                  </a:lnTo>
                  <a:lnTo>
                    <a:pt x="70485" y="1114933"/>
                  </a:lnTo>
                  <a:lnTo>
                    <a:pt x="70485" y="1157224"/>
                  </a:lnTo>
                  <a:lnTo>
                    <a:pt x="74549" y="1161288"/>
                  </a:lnTo>
                  <a:lnTo>
                    <a:pt x="228600" y="1161288"/>
                  </a:lnTo>
                  <a:lnTo>
                    <a:pt x="232664" y="1157224"/>
                  </a:lnTo>
                  <a:lnTo>
                    <a:pt x="232664" y="1144143"/>
                  </a:lnTo>
                  <a:lnTo>
                    <a:pt x="232664" y="1114933"/>
                  </a:lnTo>
                  <a:lnTo>
                    <a:pt x="230479" y="1096721"/>
                  </a:lnTo>
                  <a:lnTo>
                    <a:pt x="224345" y="1080020"/>
                  </a:lnTo>
                  <a:lnTo>
                    <a:pt x="215646" y="1066330"/>
                  </a:lnTo>
                  <a:lnTo>
                    <a:pt x="215646" y="1144143"/>
                  </a:lnTo>
                  <a:lnTo>
                    <a:pt x="162052" y="1144143"/>
                  </a:lnTo>
                  <a:lnTo>
                    <a:pt x="162052" y="1101090"/>
                  </a:lnTo>
                  <a:lnTo>
                    <a:pt x="175069" y="1083310"/>
                  </a:lnTo>
                  <a:lnTo>
                    <a:pt x="188849" y="1064514"/>
                  </a:lnTo>
                  <a:lnTo>
                    <a:pt x="199517" y="1074483"/>
                  </a:lnTo>
                  <a:lnTo>
                    <a:pt x="208000" y="1086789"/>
                  </a:lnTo>
                  <a:lnTo>
                    <a:pt x="213614" y="1100797"/>
                  </a:lnTo>
                  <a:lnTo>
                    <a:pt x="215519" y="1114933"/>
                  </a:lnTo>
                  <a:lnTo>
                    <a:pt x="215646" y="1144143"/>
                  </a:lnTo>
                  <a:lnTo>
                    <a:pt x="215646" y="1066330"/>
                  </a:lnTo>
                  <a:lnTo>
                    <a:pt x="214871" y="1065110"/>
                  </a:lnTo>
                  <a:lnTo>
                    <a:pt x="214299" y="1064514"/>
                  </a:lnTo>
                  <a:lnTo>
                    <a:pt x="203530" y="1053211"/>
                  </a:lnTo>
                  <a:lnTo>
                    <a:pt x="202692" y="1052322"/>
                  </a:lnTo>
                  <a:lnTo>
                    <a:pt x="299974" y="1052322"/>
                  </a:lnTo>
                  <a:lnTo>
                    <a:pt x="304038" y="1048258"/>
                  </a:lnTo>
                  <a:lnTo>
                    <a:pt x="304038" y="1035304"/>
                  </a:lnTo>
                  <a:lnTo>
                    <a:pt x="304038" y="1007618"/>
                  </a:lnTo>
                  <a:close/>
                </a:path>
                <a:path w="1842770" h="1161414">
                  <a:moveTo>
                    <a:pt x="1842516" y="130556"/>
                  </a:moveTo>
                  <a:lnTo>
                    <a:pt x="1839214" y="126492"/>
                  </a:lnTo>
                  <a:lnTo>
                    <a:pt x="1835150" y="125603"/>
                  </a:lnTo>
                  <a:lnTo>
                    <a:pt x="1823847" y="123647"/>
                  </a:lnTo>
                  <a:lnTo>
                    <a:pt x="1823847" y="141859"/>
                  </a:lnTo>
                  <a:lnTo>
                    <a:pt x="1823847" y="162179"/>
                  </a:lnTo>
                  <a:lnTo>
                    <a:pt x="1802003" y="166116"/>
                  </a:lnTo>
                  <a:lnTo>
                    <a:pt x="1797939" y="167005"/>
                  </a:lnTo>
                  <a:lnTo>
                    <a:pt x="1795526" y="169418"/>
                  </a:lnTo>
                  <a:lnTo>
                    <a:pt x="1794764" y="173482"/>
                  </a:lnTo>
                  <a:lnTo>
                    <a:pt x="1792033" y="183261"/>
                  </a:lnTo>
                  <a:lnTo>
                    <a:pt x="1791970" y="183515"/>
                  </a:lnTo>
                  <a:lnTo>
                    <a:pt x="1788439" y="193116"/>
                  </a:lnTo>
                  <a:lnTo>
                    <a:pt x="1784007" y="202425"/>
                  </a:lnTo>
                  <a:lnTo>
                    <a:pt x="1778508" y="211582"/>
                  </a:lnTo>
                  <a:lnTo>
                    <a:pt x="1776857" y="214884"/>
                  </a:lnTo>
                  <a:lnTo>
                    <a:pt x="1776857" y="218821"/>
                  </a:lnTo>
                  <a:lnTo>
                    <a:pt x="1778508" y="222123"/>
                  </a:lnTo>
                  <a:lnTo>
                    <a:pt x="1791462" y="239903"/>
                  </a:lnTo>
                  <a:lnTo>
                    <a:pt x="1777606" y="254520"/>
                  </a:lnTo>
                  <a:lnTo>
                    <a:pt x="1759077" y="240792"/>
                  </a:lnTo>
                  <a:lnTo>
                    <a:pt x="1757807" y="239903"/>
                  </a:lnTo>
                  <a:lnTo>
                    <a:pt x="1756156" y="239522"/>
                  </a:lnTo>
                  <a:lnTo>
                    <a:pt x="1752727" y="239522"/>
                  </a:lnTo>
                  <a:lnTo>
                    <a:pt x="1750949" y="239903"/>
                  </a:lnTo>
                  <a:lnTo>
                    <a:pt x="1749298" y="240792"/>
                  </a:lnTo>
                  <a:lnTo>
                    <a:pt x="1740128" y="246405"/>
                  </a:lnTo>
                  <a:lnTo>
                    <a:pt x="1730768" y="251002"/>
                  </a:lnTo>
                  <a:lnTo>
                    <a:pt x="1720951" y="254533"/>
                  </a:lnTo>
                  <a:lnTo>
                    <a:pt x="1710436" y="256921"/>
                  </a:lnTo>
                  <a:lnTo>
                    <a:pt x="1706372" y="258572"/>
                  </a:lnTo>
                  <a:lnTo>
                    <a:pt x="1704721" y="260985"/>
                  </a:lnTo>
                  <a:lnTo>
                    <a:pt x="1703959" y="264287"/>
                  </a:lnTo>
                  <a:lnTo>
                    <a:pt x="1699895" y="286893"/>
                  </a:lnTo>
                  <a:lnTo>
                    <a:pt x="1679575" y="286893"/>
                  </a:lnTo>
                  <a:lnTo>
                    <a:pt x="1675714" y="264782"/>
                  </a:lnTo>
                  <a:lnTo>
                    <a:pt x="1675638" y="264287"/>
                  </a:lnTo>
                  <a:lnTo>
                    <a:pt x="1673987" y="260223"/>
                  </a:lnTo>
                  <a:lnTo>
                    <a:pt x="1672336" y="258572"/>
                  </a:lnTo>
                  <a:lnTo>
                    <a:pt x="1668272" y="256921"/>
                  </a:lnTo>
                  <a:lnTo>
                    <a:pt x="1657743" y="254533"/>
                  </a:lnTo>
                  <a:lnTo>
                    <a:pt x="1647926" y="251002"/>
                  </a:lnTo>
                  <a:lnTo>
                    <a:pt x="1638566" y="246405"/>
                  </a:lnTo>
                  <a:lnTo>
                    <a:pt x="1629410" y="240792"/>
                  </a:lnTo>
                  <a:lnTo>
                    <a:pt x="1627759" y="239903"/>
                  </a:lnTo>
                  <a:lnTo>
                    <a:pt x="1626108" y="239522"/>
                  </a:lnTo>
                  <a:lnTo>
                    <a:pt x="1622933" y="239522"/>
                  </a:lnTo>
                  <a:lnTo>
                    <a:pt x="1621282" y="239903"/>
                  </a:lnTo>
                  <a:lnTo>
                    <a:pt x="1619631" y="240792"/>
                  </a:lnTo>
                  <a:lnTo>
                    <a:pt x="1601076" y="254520"/>
                  </a:lnTo>
                  <a:lnTo>
                    <a:pt x="1587246" y="239903"/>
                  </a:lnTo>
                  <a:lnTo>
                    <a:pt x="1602613" y="218821"/>
                  </a:lnTo>
                  <a:lnTo>
                    <a:pt x="1602613" y="214884"/>
                  </a:lnTo>
                  <a:lnTo>
                    <a:pt x="1600200" y="211582"/>
                  </a:lnTo>
                  <a:lnTo>
                    <a:pt x="1594688" y="202425"/>
                  </a:lnTo>
                  <a:lnTo>
                    <a:pt x="1590268" y="193116"/>
                  </a:lnTo>
                  <a:lnTo>
                    <a:pt x="1586776" y="183515"/>
                  </a:lnTo>
                  <a:lnTo>
                    <a:pt x="1584071" y="173482"/>
                  </a:lnTo>
                  <a:lnTo>
                    <a:pt x="1583182" y="169418"/>
                  </a:lnTo>
                  <a:lnTo>
                    <a:pt x="1580007" y="167005"/>
                  </a:lnTo>
                  <a:lnTo>
                    <a:pt x="1576705" y="166116"/>
                  </a:lnTo>
                  <a:lnTo>
                    <a:pt x="1554861" y="162179"/>
                  </a:lnTo>
                  <a:lnTo>
                    <a:pt x="1554861" y="141859"/>
                  </a:lnTo>
                  <a:lnTo>
                    <a:pt x="1580769" y="137033"/>
                  </a:lnTo>
                  <a:lnTo>
                    <a:pt x="1583182" y="134620"/>
                  </a:lnTo>
                  <a:lnTo>
                    <a:pt x="1584071" y="130556"/>
                  </a:lnTo>
                  <a:lnTo>
                    <a:pt x="1586699" y="120459"/>
                  </a:lnTo>
                  <a:lnTo>
                    <a:pt x="1586776" y="120142"/>
                  </a:lnTo>
                  <a:lnTo>
                    <a:pt x="1590167" y="110845"/>
                  </a:lnTo>
                  <a:lnTo>
                    <a:pt x="1590268" y="110553"/>
                  </a:lnTo>
                  <a:lnTo>
                    <a:pt x="1594637" y="101561"/>
                  </a:lnTo>
                  <a:lnTo>
                    <a:pt x="1600200" y="92456"/>
                  </a:lnTo>
                  <a:lnTo>
                    <a:pt x="1602613" y="89154"/>
                  </a:lnTo>
                  <a:lnTo>
                    <a:pt x="1602613" y="85090"/>
                  </a:lnTo>
                  <a:lnTo>
                    <a:pt x="1600200" y="81915"/>
                  </a:lnTo>
                  <a:lnTo>
                    <a:pt x="1587246" y="64008"/>
                  </a:lnTo>
                  <a:lnTo>
                    <a:pt x="1601089" y="49530"/>
                  </a:lnTo>
                  <a:lnTo>
                    <a:pt x="1621282" y="63627"/>
                  </a:lnTo>
                  <a:lnTo>
                    <a:pt x="1622933" y="64262"/>
                  </a:lnTo>
                  <a:lnTo>
                    <a:pt x="1626108" y="64262"/>
                  </a:lnTo>
                  <a:lnTo>
                    <a:pt x="1627759" y="63627"/>
                  </a:lnTo>
                  <a:lnTo>
                    <a:pt x="1629410" y="62484"/>
                  </a:lnTo>
                  <a:lnTo>
                    <a:pt x="1638566" y="56984"/>
                  </a:lnTo>
                  <a:lnTo>
                    <a:pt x="1672336" y="45466"/>
                  </a:lnTo>
                  <a:lnTo>
                    <a:pt x="1672780" y="44577"/>
                  </a:lnTo>
                  <a:lnTo>
                    <a:pt x="1673987" y="42164"/>
                  </a:lnTo>
                  <a:lnTo>
                    <a:pt x="1675638" y="38989"/>
                  </a:lnTo>
                  <a:lnTo>
                    <a:pt x="1679575" y="17018"/>
                  </a:lnTo>
                  <a:lnTo>
                    <a:pt x="1699895" y="17018"/>
                  </a:lnTo>
                  <a:lnTo>
                    <a:pt x="1703959" y="38989"/>
                  </a:lnTo>
                  <a:lnTo>
                    <a:pt x="1704721" y="43815"/>
                  </a:lnTo>
                  <a:lnTo>
                    <a:pt x="1706372" y="45466"/>
                  </a:lnTo>
                  <a:lnTo>
                    <a:pt x="1749298" y="62484"/>
                  </a:lnTo>
                  <a:lnTo>
                    <a:pt x="1750949" y="63627"/>
                  </a:lnTo>
                  <a:lnTo>
                    <a:pt x="1752727" y="64262"/>
                  </a:lnTo>
                  <a:lnTo>
                    <a:pt x="1756156" y="64262"/>
                  </a:lnTo>
                  <a:lnTo>
                    <a:pt x="1757807" y="63627"/>
                  </a:lnTo>
                  <a:lnTo>
                    <a:pt x="1759077" y="62484"/>
                  </a:lnTo>
                  <a:lnTo>
                    <a:pt x="1777619" y="49530"/>
                  </a:lnTo>
                  <a:lnTo>
                    <a:pt x="1791462" y="64008"/>
                  </a:lnTo>
                  <a:lnTo>
                    <a:pt x="1778508" y="81915"/>
                  </a:lnTo>
                  <a:lnTo>
                    <a:pt x="1776857" y="85090"/>
                  </a:lnTo>
                  <a:lnTo>
                    <a:pt x="1776857" y="89154"/>
                  </a:lnTo>
                  <a:lnTo>
                    <a:pt x="1778508" y="92456"/>
                  </a:lnTo>
                  <a:lnTo>
                    <a:pt x="1784007" y="101561"/>
                  </a:lnTo>
                  <a:lnTo>
                    <a:pt x="1788439" y="110845"/>
                  </a:lnTo>
                  <a:lnTo>
                    <a:pt x="1791855" y="120142"/>
                  </a:lnTo>
                  <a:lnTo>
                    <a:pt x="1791970" y="120459"/>
                  </a:lnTo>
                  <a:lnTo>
                    <a:pt x="1794764" y="130556"/>
                  </a:lnTo>
                  <a:lnTo>
                    <a:pt x="1795526" y="134620"/>
                  </a:lnTo>
                  <a:lnTo>
                    <a:pt x="1798828" y="136144"/>
                  </a:lnTo>
                  <a:lnTo>
                    <a:pt x="1802003" y="137795"/>
                  </a:lnTo>
                  <a:lnTo>
                    <a:pt x="1823847" y="141859"/>
                  </a:lnTo>
                  <a:lnTo>
                    <a:pt x="1823847" y="123647"/>
                  </a:lnTo>
                  <a:lnTo>
                    <a:pt x="1811782" y="121539"/>
                  </a:lnTo>
                  <a:lnTo>
                    <a:pt x="1809343" y="112636"/>
                  </a:lnTo>
                  <a:lnTo>
                    <a:pt x="1806092" y="104063"/>
                  </a:lnTo>
                  <a:lnTo>
                    <a:pt x="1802155" y="95580"/>
                  </a:lnTo>
                  <a:lnTo>
                    <a:pt x="1797939" y="87503"/>
                  </a:lnTo>
                  <a:lnTo>
                    <a:pt x="1810893" y="68961"/>
                  </a:lnTo>
                  <a:lnTo>
                    <a:pt x="1814195" y="65659"/>
                  </a:lnTo>
                  <a:lnTo>
                    <a:pt x="1813306" y="60833"/>
                  </a:lnTo>
                  <a:lnTo>
                    <a:pt x="1810131" y="57531"/>
                  </a:lnTo>
                  <a:lnTo>
                    <a:pt x="1802130" y="49530"/>
                  </a:lnTo>
                  <a:lnTo>
                    <a:pt x="1797177" y="44577"/>
                  </a:lnTo>
                  <a:lnTo>
                    <a:pt x="1784985" y="32385"/>
                  </a:lnTo>
                  <a:lnTo>
                    <a:pt x="1783207" y="30734"/>
                  </a:lnTo>
                  <a:lnTo>
                    <a:pt x="1781352" y="29972"/>
                  </a:lnTo>
                  <a:lnTo>
                    <a:pt x="1776603" y="29972"/>
                  </a:lnTo>
                  <a:lnTo>
                    <a:pt x="1775079" y="30480"/>
                  </a:lnTo>
                  <a:lnTo>
                    <a:pt x="1773682" y="31623"/>
                  </a:lnTo>
                  <a:lnTo>
                    <a:pt x="1754251" y="44577"/>
                  </a:lnTo>
                  <a:lnTo>
                    <a:pt x="1746631" y="40030"/>
                  </a:lnTo>
                  <a:lnTo>
                    <a:pt x="1738515" y="36093"/>
                  </a:lnTo>
                  <a:lnTo>
                    <a:pt x="1729943" y="32740"/>
                  </a:lnTo>
                  <a:lnTo>
                    <a:pt x="1720977" y="29972"/>
                  </a:lnTo>
                  <a:lnTo>
                    <a:pt x="1718208" y="17018"/>
                  </a:lnTo>
                  <a:lnTo>
                    <a:pt x="1716151" y="7366"/>
                  </a:lnTo>
                  <a:lnTo>
                    <a:pt x="1714500" y="3302"/>
                  </a:lnTo>
                  <a:lnTo>
                    <a:pt x="1712087" y="0"/>
                  </a:lnTo>
                  <a:lnTo>
                    <a:pt x="1666621" y="0"/>
                  </a:lnTo>
                  <a:lnTo>
                    <a:pt x="1662684" y="3302"/>
                  </a:lnTo>
                  <a:lnTo>
                    <a:pt x="1661795" y="7366"/>
                  </a:lnTo>
                  <a:lnTo>
                    <a:pt x="1657794" y="29591"/>
                  </a:lnTo>
                  <a:lnTo>
                    <a:pt x="1657731" y="29972"/>
                  </a:lnTo>
                  <a:lnTo>
                    <a:pt x="1648815" y="32740"/>
                  </a:lnTo>
                  <a:lnTo>
                    <a:pt x="1640243" y="36093"/>
                  </a:lnTo>
                  <a:lnTo>
                    <a:pt x="1632127" y="40030"/>
                  </a:lnTo>
                  <a:lnTo>
                    <a:pt x="1624584" y="44577"/>
                  </a:lnTo>
                  <a:lnTo>
                    <a:pt x="1605153" y="31623"/>
                  </a:lnTo>
                  <a:lnTo>
                    <a:pt x="1603375" y="30226"/>
                  </a:lnTo>
                  <a:lnTo>
                    <a:pt x="1601597" y="29591"/>
                  </a:lnTo>
                  <a:lnTo>
                    <a:pt x="1597660" y="29591"/>
                  </a:lnTo>
                  <a:lnTo>
                    <a:pt x="1568577" y="57531"/>
                  </a:lnTo>
                  <a:lnTo>
                    <a:pt x="1565402" y="60833"/>
                  </a:lnTo>
                  <a:lnTo>
                    <a:pt x="1565402" y="65659"/>
                  </a:lnTo>
                  <a:lnTo>
                    <a:pt x="1567815" y="68961"/>
                  </a:lnTo>
                  <a:lnTo>
                    <a:pt x="1580769" y="88392"/>
                  </a:lnTo>
                  <a:lnTo>
                    <a:pt x="1576654" y="95948"/>
                  </a:lnTo>
                  <a:lnTo>
                    <a:pt x="1572958" y="104063"/>
                  </a:lnTo>
                  <a:lnTo>
                    <a:pt x="1569720" y="112636"/>
                  </a:lnTo>
                  <a:lnTo>
                    <a:pt x="1567053" y="121539"/>
                  </a:lnTo>
                  <a:lnTo>
                    <a:pt x="1543558" y="125603"/>
                  </a:lnTo>
                  <a:lnTo>
                    <a:pt x="1539494" y="126492"/>
                  </a:lnTo>
                  <a:lnTo>
                    <a:pt x="1536192" y="129667"/>
                  </a:lnTo>
                  <a:lnTo>
                    <a:pt x="1536192" y="170180"/>
                  </a:lnTo>
                  <a:lnTo>
                    <a:pt x="1537843" y="174244"/>
                  </a:lnTo>
                  <a:lnTo>
                    <a:pt x="1540256" y="178308"/>
                  </a:lnTo>
                  <a:lnTo>
                    <a:pt x="1544320" y="179197"/>
                  </a:lnTo>
                  <a:lnTo>
                    <a:pt x="1567815" y="183261"/>
                  </a:lnTo>
                  <a:lnTo>
                    <a:pt x="1570570" y="192176"/>
                  </a:lnTo>
                  <a:lnTo>
                    <a:pt x="1573923" y="200748"/>
                  </a:lnTo>
                  <a:lnTo>
                    <a:pt x="1577860" y="208864"/>
                  </a:lnTo>
                  <a:lnTo>
                    <a:pt x="1582420" y="216408"/>
                  </a:lnTo>
                  <a:lnTo>
                    <a:pt x="1568577" y="235839"/>
                  </a:lnTo>
                  <a:lnTo>
                    <a:pt x="1566164" y="239141"/>
                  </a:lnTo>
                  <a:lnTo>
                    <a:pt x="1567053" y="243967"/>
                  </a:lnTo>
                  <a:lnTo>
                    <a:pt x="1570228" y="247269"/>
                  </a:lnTo>
                  <a:lnTo>
                    <a:pt x="1595374" y="272415"/>
                  </a:lnTo>
                  <a:lnTo>
                    <a:pt x="1597279" y="274193"/>
                  </a:lnTo>
                  <a:lnTo>
                    <a:pt x="1597456" y="274193"/>
                  </a:lnTo>
                  <a:lnTo>
                    <a:pt x="1599311" y="274955"/>
                  </a:lnTo>
                  <a:lnTo>
                    <a:pt x="1603121" y="274955"/>
                  </a:lnTo>
                  <a:lnTo>
                    <a:pt x="1604772" y="274320"/>
                  </a:lnTo>
                  <a:lnTo>
                    <a:pt x="1605915" y="273177"/>
                  </a:lnTo>
                  <a:lnTo>
                    <a:pt x="1625346" y="260223"/>
                  </a:lnTo>
                  <a:lnTo>
                    <a:pt x="1633283" y="264782"/>
                  </a:lnTo>
                  <a:lnTo>
                    <a:pt x="1641449" y="268719"/>
                  </a:lnTo>
                  <a:lnTo>
                    <a:pt x="1650072" y="272072"/>
                  </a:lnTo>
                  <a:lnTo>
                    <a:pt x="1659801" y="274955"/>
                  </a:lnTo>
                  <a:lnTo>
                    <a:pt x="1659394" y="274955"/>
                  </a:lnTo>
                  <a:lnTo>
                    <a:pt x="1663446" y="297434"/>
                  </a:lnTo>
                  <a:lnTo>
                    <a:pt x="1664208" y="301498"/>
                  </a:lnTo>
                  <a:lnTo>
                    <a:pt x="1667510" y="304800"/>
                  </a:lnTo>
                  <a:lnTo>
                    <a:pt x="1712087" y="304800"/>
                  </a:lnTo>
                  <a:lnTo>
                    <a:pt x="1716151" y="301498"/>
                  </a:lnTo>
                  <a:lnTo>
                    <a:pt x="1716913" y="297434"/>
                  </a:lnTo>
                  <a:lnTo>
                    <a:pt x="1718805" y="286893"/>
                  </a:lnTo>
                  <a:lnTo>
                    <a:pt x="1720900" y="275209"/>
                  </a:lnTo>
                  <a:lnTo>
                    <a:pt x="1720951" y="274955"/>
                  </a:lnTo>
                  <a:lnTo>
                    <a:pt x="1720557" y="274955"/>
                  </a:lnTo>
                  <a:lnTo>
                    <a:pt x="1729943" y="272072"/>
                  </a:lnTo>
                  <a:lnTo>
                    <a:pt x="1738515" y="268719"/>
                  </a:lnTo>
                  <a:lnTo>
                    <a:pt x="1746631" y="264782"/>
                  </a:lnTo>
                  <a:lnTo>
                    <a:pt x="1754251" y="260223"/>
                  </a:lnTo>
                  <a:lnTo>
                    <a:pt x="1773682" y="273177"/>
                  </a:lnTo>
                  <a:lnTo>
                    <a:pt x="1775460" y="274574"/>
                  </a:lnTo>
                  <a:lnTo>
                    <a:pt x="1777238" y="275209"/>
                  </a:lnTo>
                  <a:lnTo>
                    <a:pt x="1781048" y="275209"/>
                  </a:lnTo>
                  <a:lnTo>
                    <a:pt x="1783207" y="274193"/>
                  </a:lnTo>
                  <a:lnTo>
                    <a:pt x="1797177" y="260223"/>
                  </a:lnTo>
                  <a:lnTo>
                    <a:pt x="1802866" y="254533"/>
                  </a:lnTo>
                  <a:lnTo>
                    <a:pt x="1810131" y="247269"/>
                  </a:lnTo>
                  <a:lnTo>
                    <a:pt x="1813306" y="243967"/>
                  </a:lnTo>
                  <a:lnTo>
                    <a:pt x="1813306" y="239141"/>
                  </a:lnTo>
                  <a:lnTo>
                    <a:pt x="1810893" y="235839"/>
                  </a:lnTo>
                  <a:lnTo>
                    <a:pt x="1797939" y="216408"/>
                  </a:lnTo>
                  <a:lnTo>
                    <a:pt x="1802155" y="208864"/>
                  </a:lnTo>
                  <a:lnTo>
                    <a:pt x="1806041" y="200748"/>
                  </a:lnTo>
                  <a:lnTo>
                    <a:pt x="1809343" y="192176"/>
                  </a:lnTo>
                  <a:lnTo>
                    <a:pt x="1811705" y="183515"/>
                  </a:lnTo>
                  <a:lnTo>
                    <a:pt x="1811782" y="183261"/>
                  </a:lnTo>
                  <a:lnTo>
                    <a:pt x="1835150" y="179197"/>
                  </a:lnTo>
                  <a:lnTo>
                    <a:pt x="1839214" y="178308"/>
                  </a:lnTo>
                  <a:lnTo>
                    <a:pt x="1842516" y="175133"/>
                  </a:lnTo>
                  <a:lnTo>
                    <a:pt x="1842516" y="1305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89660">
              <a:lnSpc>
                <a:spcPct val="100000"/>
              </a:lnSpc>
              <a:spcBef>
                <a:spcPts val="105"/>
              </a:spcBef>
            </a:pPr>
            <a:r>
              <a:rPr dirty="0"/>
              <a:t>Snowflake</a:t>
            </a:r>
            <a:r>
              <a:rPr spc="-55" dirty="0"/>
              <a:t> </a:t>
            </a:r>
            <a:r>
              <a:rPr spc="-10" dirty="0"/>
              <a:t>Editions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72795" y="1019555"/>
            <a:ext cx="8483600" cy="1680845"/>
            <a:chOff x="272795" y="1019555"/>
            <a:chExt cx="8483600" cy="16808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51448" y="1019555"/>
              <a:ext cx="2504567" cy="16499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78345" y="1174241"/>
              <a:ext cx="1871472" cy="10180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578345" y="1174241"/>
              <a:ext cx="1871980" cy="1018540"/>
            </a:xfrm>
            <a:custGeom>
              <a:avLst/>
              <a:gdLst/>
              <a:ahLst/>
              <a:cxnLst/>
              <a:rect l="l" t="t" r="r" b="b"/>
              <a:pathLst>
                <a:path w="1871979" h="1018539">
                  <a:moveTo>
                    <a:pt x="0" y="509016"/>
                  </a:moveTo>
                  <a:lnTo>
                    <a:pt x="254507" y="0"/>
                  </a:lnTo>
                  <a:lnTo>
                    <a:pt x="1616963" y="0"/>
                  </a:lnTo>
                  <a:lnTo>
                    <a:pt x="1871472" y="509016"/>
                  </a:lnTo>
                  <a:lnTo>
                    <a:pt x="1616963" y="1018032"/>
                  </a:lnTo>
                  <a:lnTo>
                    <a:pt x="254507" y="1018032"/>
                  </a:lnTo>
                  <a:lnTo>
                    <a:pt x="0" y="50901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55519" y="1051559"/>
              <a:ext cx="2504567" cy="16484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2418" y="1206245"/>
              <a:ext cx="1871471" cy="101650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582418" y="1206245"/>
              <a:ext cx="1871980" cy="1016635"/>
            </a:xfrm>
            <a:custGeom>
              <a:avLst/>
              <a:gdLst/>
              <a:ahLst/>
              <a:cxnLst/>
              <a:rect l="l" t="t" r="r" b="b"/>
              <a:pathLst>
                <a:path w="1871979" h="1016635">
                  <a:moveTo>
                    <a:pt x="0" y="508253"/>
                  </a:moveTo>
                  <a:lnTo>
                    <a:pt x="254126" y="0"/>
                  </a:lnTo>
                  <a:lnTo>
                    <a:pt x="1617345" y="0"/>
                  </a:lnTo>
                  <a:lnTo>
                    <a:pt x="1871471" y="508253"/>
                  </a:lnTo>
                  <a:lnTo>
                    <a:pt x="1617345" y="1016507"/>
                  </a:lnTo>
                  <a:lnTo>
                    <a:pt x="254126" y="1016507"/>
                  </a:lnTo>
                  <a:lnTo>
                    <a:pt x="0" y="508253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2795" y="1051559"/>
              <a:ext cx="2506091" cy="16484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9693" y="1206245"/>
              <a:ext cx="1872995" cy="101650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99693" y="1206245"/>
              <a:ext cx="1873250" cy="1016635"/>
            </a:xfrm>
            <a:custGeom>
              <a:avLst/>
              <a:gdLst/>
              <a:ahLst/>
              <a:cxnLst/>
              <a:rect l="l" t="t" r="r" b="b"/>
              <a:pathLst>
                <a:path w="1873250" h="1016635">
                  <a:moveTo>
                    <a:pt x="0" y="508253"/>
                  </a:moveTo>
                  <a:lnTo>
                    <a:pt x="254127" y="0"/>
                  </a:lnTo>
                  <a:lnTo>
                    <a:pt x="1618869" y="0"/>
                  </a:lnTo>
                  <a:lnTo>
                    <a:pt x="1872995" y="508253"/>
                  </a:lnTo>
                  <a:lnTo>
                    <a:pt x="1618869" y="1016507"/>
                  </a:lnTo>
                  <a:lnTo>
                    <a:pt x="254127" y="1016507"/>
                  </a:lnTo>
                  <a:lnTo>
                    <a:pt x="0" y="508253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0436" y="1019555"/>
              <a:ext cx="2504566" cy="164998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7334" y="1174241"/>
              <a:ext cx="1871471" cy="101803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577334" y="1174241"/>
              <a:ext cx="1871980" cy="1018540"/>
            </a:xfrm>
            <a:custGeom>
              <a:avLst/>
              <a:gdLst/>
              <a:ahLst/>
              <a:cxnLst/>
              <a:rect l="l" t="t" r="r" b="b"/>
              <a:pathLst>
                <a:path w="1871979" h="1018539">
                  <a:moveTo>
                    <a:pt x="0" y="509016"/>
                  </a:moveTo>
                  <a:lnTo>
                    <a:pt x="254507" y="0"/>
                  </a:lnTo>
                  <a:lnTo>
                    <a:pt x="1616964" y="0"/>
                  </a:lnTo>
                  <a:lnTo>
                    <a:pt x="1871471" y="509016"/>
                  </a:lnTo>
                  <a:lnTo>
                    <a:pt x="1616964" y="1018032"/>
                  </a:lnTo>
                  <a:lnTo>
                    <a:pt x="254507" y="1018032"/>
                  </a:lnTo>
                  <a:lnTo>
                    <a:pt x="0" y="50901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04696" y="1676222"/>
            <a:ext cx="8261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5" dirty="0">
                <a:solidFill>
                  <a:srgbClr val="00C3FF"/>
                </a:solidFill>
                <a:latin typeface="Trebuchet MS"/>
                <a:cs typeface="Trebuchet MS"/>
              </a:rPr>
              <a:t>Standard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49016" y="1676780"/>
            <a:ext cx="938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solidFill>
                  <a:srgbClr val="00C3FF"/>
                </a:solidFill>
                <a:latin typeface="Trebuchet MS"/>
                <a:cs typeface="Trebuchet MS"/>
              </a:rPr>
              <a:t>Enterprise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66890" y="1656968"/>
            <a:ext cx="12934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solidFill>
                  <a:srgbClr val="00C3FF"/>
                </a:solidFill>
                <a:latin typeface="Trebuchet MS"/>
                <a:cs typeface="Trebuchet MS"/>
              </a:rPr>
              <a:t>Virtual</a:t>
            </a:r>
            <a:r>
              <a:rPr sz="1600" b="1" spc="-85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60" dirty="0">
                <a:solidFill>
                  <a:srgbClr val="00C3FF"/>
                </a:solidFill>
                <a:latin typeface="Trebuchet MS"/>
                <a:cs typeface="Trebuchet MS"/>
              </a:rPr>
              <a:t>Private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385316" y="1290827"/>
            <a:ext cx="6338570" cy="421005"/>
            <a:chOff x="1385316" y="1290827"/>
            <a:chExt cx="6338570" cy="421005"/>
          </a:xfrm>
        </p:grpSpPr>
        <p:sp>
          <p:nvSpPr>
            <p:cNvPr id="20" name="object 20"/>
            <p:cNvSpPr/>
            <p:nvPr/>
          </p:nvSpPr>
          <p:spPr>
            <a:xfrm>
              <a:off x="7415783" y="1290827"/>
              <a:ext cx="307975" cy="285115"/>
            </a:xfrm>
            <a:custGeom>
              <a:avLst/>
              <a:gdLst/>
              <a:ahLst/>
              <a:cxnLst/>
              <a:rect l="l" t="t" r="r" b="b"/>
              <a:pathLst>
                <a:path w="307975" h="285115">
                  <a:moveTo>
                    <a:pt x="208407" y="231394"/>
                  </a:moveTo>
                  <a:lnTo>
                    <a:pt x="100965" y="231394"/>
                  </a:lnTo>
                  <a:lnTo>
                    <a:pt x="90314" y="233388"/>
                  </a:lnTo>
                  <a:lnTo>
                    <a:pt x="81867" y="238871"/>
                  </a:lnTo>
                  <a:lnTo>
                    <a:pt x="76301" y="247092"/>
                  </a:lnTo>
                  <a:lnTo>
                    <a:pt x="74295" y="257301"/>
                  </a:lnTo>
                  <a:lnTo>
                    <a:pt x="74295" y="280924"/>
                  </a:lnTo>
                  <a:lnTo>
                    <a:pt x="78359" y="284988"/>
                  </a:lnTo>
                  <a:lnTo>
                    <a:pt x="231013" y="284988"/>
                  </a:lnTo>
                  <a:lnTo>
                    <a:pt x="235076" y="280924"/>
                  </a:lnTo>
                  <a:lnTo>
                    <a:pt x="235076" y="267970"/>
                  </a:lnTo>
                  <a:lnTo>
                    <a:pt x="88900" y="267970"/>
                  </a:lnTo>
                  <a:lnTo>
                    <a:pt x="88900" y="253237"/>
                  </a:lnTo>
                  <a:lnTo>
                    <a:pt x="92964" y="249300"/>
                  </a:lnTo>
                  <a:lnTo>
                    <a:pt x="233471" y="249300"/>
                  </a:lnTo>
                  <a:lnTo>
                    <a:pt x="233028" y="247092"/>
                  </a:lnTo>
                  <a:lnTo>
                    <a:pt x="232963" y="246770"/>
                  </a:lnTo>
                  <a:lnTo>
                    <a:pt x="227218" y="238585"/>
                  </a:lnTo>
                  <a:lnTo>
                    <a:pt x="218907" y="233388"/>
                  </a:lnTo>
                  <a:lnTo>
                    <a:pt x="219322" y="233388"/>
                  </a:lnTo>
                  <a:lnTo>
                    <a:pt x="208407" y="231394"/>
                  </a:lnTo>
                  <a:close/>
                </a:path>
                <a:path w="307975" h="285115">
                  <a:moveTo>
                    <a:pt x="233471" y="249300"/>
                  </a:moveTo>
                  <a:lnTo>
                    <a:pt x="210058" y="249300"/>
                  </a:lnTo>
                  <a:lnTo>
                    <a:pt x="214122" y="253237"/>
                  </a:lnTo>
                  <a:lnTo>
                    <a:pt x="214122" y="267970"/>
                  </a:lnTo>
                  <a:lnTo>
                    <a:pt x="235076" y="267970"/>
                  </a:lnTo>
                  <a:lnTo>
                    <a:pt x="235076" y="257301"/>
                  </a:lnTo>
                  <a:lnTo>
                    <a:pt x="233471" y="249300"/>
                  </a:lnTo>
                  <a:close/>
                </a:path>
                <a:path w="307975" h="285115">
                  <a:moveTo>
                    <a:pt x="152654" y="0"/>
                  </a:moveTo>
                  <a:lnTo>
                    <a:pt x="142077" y="2121"/>
                  </a:lnTo>
                  <a:lnTo>
                    <a:pt x="133667" y="7826"/>
                  </a:lnTo>
                  <a:lnTo>
                    <a:pt x="128115" y="16127"/>
                  </a:lnTo>
                  <a:lnTo>
                    <a:pt x="126111" y="26035"/>
                  </a:lnTo>
                  <a:lnTo>
                    <a:pt x="126111" y="30099"/>
                  </a:lnTo>
                  <a:lnTo>
                    <a:pt x="110375" y="38608"/>
                  </a:lnTo>
                  <a:lnTo>
                    <a:pt x="98901" y="44481"/>
                  </a:lnTo>
                  <a:lnTo>
                    <a:pt x="88892" y="48315"/>
                  </a:lnTo>
                  <a:lnTo>
                    <a:pt x="78359" y="50292"/>
                  </a:lnTo>
                  <a:lnTo>
                    <a:pt x="126873" y="50292"/>
                  </a:lnTo>
                  <a:lnTo>
                    <a:pt x="126873" y="231394"/>
                  </a:lnTo>
                  <a:lnTo>
                    <a:pt x="142240" y="231394"/>
                  </a:lnTo>
                  <a:lnTo>
                    <a:pt x="142240" y="21082"/>
                  </a:lnTo>
                  <a:lnTo>
                    <a:pt x="146304" y="17145"/>
                  </a:lnTo>
                  <a:lnTo>
                    <a:pt x="176800" y="17145"/>
                  </a:lnTo>
                  <a:lnTo>
                    <a:pt x="176460" y="15430"/>
                  </a:lnTo>
                  <a:lnTo>
                    <a:pt x="170799" y="7207"/>
                  </a:lnTo>
                  <a:lnTo>
                    <a:pt x="162542" y="1889"/>
                  </a:lnTo>
                  <a:lnTo>
                    <a:pt x="152654" y="0"/>
                  </a:lnTo>
                  <a:close/>
                </a:path>
                <a:path w="307975" h="285115">
                  <a:moveTo>
                    <a:pt x="176800" y="17145"/>
                  </a:moveTo>
                  <a:lnTo>
                    <a:pt x="156718" y="17145"/>
                  </a:lnTo>
                  <a:lnTo>
                    <a:pt x="160782" y="21082"/>
                  </a:lnTo>
                  <a:lnTo>
                    <a:pt x="160782" y="231394"/>
                  </a:lnTo>
                  <a:lnTo>
                    <a:pt x="181737" y="231394"/>
                  </a:lnTo>
                  <a:lnTo>
                    <a:pt x="181737" y="50292"/>
                  </a:lnTo>
                  <a:lnTo>
                    <a:pt x="226187" y="50292"/>
                  </a:lnTo>
                  <a:lnTo>
                    <a:pt x="178562" y="30099"/>
                  </a:lnTo>
                  <a:lnTo>
                    <a:pt x="178562" y="26035"/>
                  </a:lnTo>
                  <a:lnTo>
                    <a:pt x="176800" y="17145"/>
                  </a:lnTo>
                  <a:close/>
                </a:path>
                <a:path w="307975" h="285115">
                  <a:moveTo>
                    <a:pt x="10453" y="43699"/>
                  </a:moveTo>
                  <a:lnTo>
                    <a:pt x="5699" y="43699"/>
                  </a:lnTo>
                  <a:lnTo>
                    <a:pt x="2794" y="45974"/>
                  </a:lnTo>
                  <a:lnTo>
                    <a:pt x="1650" y="49530"/>
                  </a:lnTo>
                  <a:lnTo>
                    <a:pt x="0" y="54483"/>
                  </a:lnTo>
                  <a:lnTo>
                    <a:pt x="1650" y="59309"/>
                  </a:lnTo>
                  <a:lnTo>
                    <a:pt x="7239" y="60960"/>
                  </a:lnTo>
                  <a:lnTo>
                    <a:pt x="13716" y="63373"/>
                  </a:lnTo>
                  <a:lnTo>
                    <a:pt x="21082" y="65786"/>
                  </a:lnTo>
                  <a:lnTo>
                    <a:pt x="29083" y="67437"/>
                  </a:lnTo>
                  <a:lnTo>
                    <a:pt x="31496" y="74675"/>
                  </a:lnTo>
                  <a:lnTo>
                    <a:pt x="35560" y="81152"/>
                  </a:lnTo>
                  <a:lnTo>
                    <a:pt x="41148" y="84455"/>
                  </a:lnTo>
                  <a:lnTo>
                    <a:pt x="3301" y="146938"/>
                  </a:lnTo>
                  <a:lnTo>
                    <a:pt x="1650" y="147827"/>
                  </a:lnTo>
                  <a:lnTo>
                    <a:pt x="1650" y="160782"/>
                  </a:lnTo>
                  <a:lnTo>
                    <a:pt x="5907" y="181919"/>
                  </a:lnTo>
                  <a:lnTo>
                    <a:pt x="17510" y="199199"/>
                  </a:lnTo>
                  <a:lnTo>
                    <a:pt x="34708" y="210859"/>
                  </a:lnTo>
                  <a:lnTo>
                    <a:pt x="55752" y="215137"/>
                  </a:lnTo>
                  <a:lnTo>
                    <a:pt x="76356" y="210859"/>
                  </a:lnTo>
                  <a:lnTo>
                    <a:pt x="93329" y="199199"/>
                  </a:lnTo>
                  <a:lnTo>
                    <a:pt x="95657" y="195707"/>
                  </a:lnTo>
                  <a:lnTo>
                    <a:pt x="52577" y="195707"/>
                  </a:lnTo>
                  <a:lnTo>
                    <a:pt x="38824" y="192861"/>
                  </a:lnTo>
                  <a:lnTo>
                    <a:pt x="27511" y="185134"/>
                  </a:lnTo>
                  <a:lnTo>
                    <a:pt x="19841" y="173739"/>
                  </a:lnTo>
                  <a:lnTo>
                    <a:pt x="17018" y="159893"/>
                  </a:lnTo>
                  <a:lnTo>
                    <a:pt x="109093" y="159893"/>
                  </a:lnTo>
                  <a:lnTo>
                    <a:pt x="109093" y="148589"/>
                  </a:lnTo>
                  <a:lnTo>
                    <a:pt x="108204" y="146938"/>
                  </a:lnTo>
                  <a:lnTo>
                    <a:pt x="105212" y="142112"/>
                  </a:lnTo>
                  <a:lnTo>
                    <a:pt x="24257" y="142112"/>
                  </a:lnTo>
                  <a:lnTo>
                    <a:pt x="52577" y="95885"/>
                  </a:lnTo>
                  <a:lnTo>
                    <a:pt x="76554" y="95885"/>
                  </a:lnTo>
                  <a:lnTo>
                    <a:pt x="69469" y="84455"/>
                  </a:lnTo>
                  <a:lnTo>
                    <a:pt x="75946" y="82042"/>
                  </a:lnTo>
                  <a:lnTo>
                    <a:pt x="80010" y="75564"/>
                  </a:lnTo>
                  <a:lnTo>
                    <a:pt x="81120" y="70612"/>
                  </a:lnTo>
                  <a:lnTo>
                    <a:pt x="47751" y="70612"/>
                  </a:lnTo>
                  <a:lnTo>
                    <a:pt x="43688" y="66548"/>
                  </a:lnTo>
                  <a:lnTo>
                    <a:pt x="43808" y="60960"/>
                  </a:lnTo>
                  <a:lnTo>
                    <a:pt x="44450" y="56896"/>
                  </a:lnTo>
                  <a:lnTo>
                    <a:pt x="47751" y="52832"/>
                  </a:lnTo>
                  <a:lnTo>
                    <a:pt x="122025" y="52832"/>
                  </a:lnTo>
                  <a:lnTo>
                    <a:pt x="126873" y="50292"/>
                  </a:lnTo>
                  <a:lnTo>
                    <a:pt x="78359" y="50292"/>
                  </a:lnTo>
                  <a:lnTo>
                    <a:pt x="77883" y="49530"/>
                  </a:lnTo>
                  <a:lnTo>
                    <a:pt x="29845" y="49530"/>
                  </a:lnTo>
                  <a:lnTo>
                    <a:pt x="24257" y="48768"/>
                  </a:lnTo>
                  <a:lnTo>
                    <a:pt x="17780" y="46355"/>
                  </a:lnTo>
                  <a:lnTo>
                    <a:pt x="12954" y="44704"/>
                  </a:lnTo>
                  <a:lnTo>
                    <a:pt x="11684" y="44069"/>
                  </a:lnTo>
                  <a:lnTo>
                    <a:pt x="10453" y="43699"/>
                  </a:lnTo>
                  <a:close/>
                </a:path>
                <a:path w="307975" h="285115">
                  <a:moveTo>
                    <a:pt x="258686" y="35433"/>
                  </a:moveTo>
                  <a:lnTo>
                    <a:pt x="242233" y="35433"/>
                  </a:lnTo>
                  <a:lnTo>
                    <a:pt x="235600" y="38608"/>
                  </a:lnTo>
                  <a:lnTo>
                    <a:pt x="230102" y="43699"/>
                  </a:lnTo>
                  <a:lnTo>
                    <a:pt x="226187" y="50292"/>
                  </a:lnTo>
                  <a:lnTo>
                    <a:pt x="181737" y="50292"/>
                  </a:lnTo>
                  <a:lnTo>
                    <a:pt x="194483" y="56896"/>
                  </a:lnTo>
                  <a:lnTo>
                    <a:pt x="205454" y="62007"/>
                  </a:lnTo>
                  <a:lnTo>
                    <a:pt x="216267" y="65786"/>
                  </a:lnTo>
                  <a:lnTo>
                    <a:pt x="227838" y="68199"/>
                  </a:lnTo>
                  <a:lnTo>
                    <a:pt x="230250" y="75564"/>
                  </a:lnTo>
                  <a:lnTo>
                    <a:pt x="234315" y="80391"/>
                  </a:lnTo>
                  <a:lnTo>
                    <a:pt x="240030" y="84455"/>
                  </a:lnTo>
                  <a:lnTo>
                    <a:pt x="201930" y="146938"/>
                  </a:lnTo>
                  <a:lnTo>
                    <a:pt x="200406" y="147827"/>
                  </a:lnTo>
                  <a:lnTo>
                    <a:pt x="200406" y="160782"/>
                  </a:lnTo>
                  <a:lnTo>
                    <a:pt x="204662" y="181919"/>
                  </a:lnTo>
                  <a:lnTo>
                    <a:pt x="216265" y="199199"/>
                  </a:lnTo>
                  <a:lnTo>
                    <a:pt x="233463" y="210859"/>
                  </a:lnTo>
                  <a:lnTo>
                    <a:pt x="254508" y="215137"/>
                  </a:lnTo>
                  <a:lnTo>
                    <a:pt x="275111" y="210859"/>
                  </a:lnTo>
                  <a:lnTo>
                    <a:pt x="292084" y="199199"/>
                  </a:lnTo>
                  <a:lnTo>
                    <a:pt x="294412" y="195707"/>
                  </a:lnTo>
                  <a:lnTo>
                    <a:pt x="249682" y="195707"/>
                  </a:lnTo>
                  <a:lnTo>
                    <a:pt x="235928" y="192861"/>
                  </a:lnTo>
                  <a:lnTo>
                    <a:pt x="224615" y="185134"/>
                  </a:lnTo>
                  <a:lnTo>
                    <a:pt x="216945" y="173739"/>
                  </a:lnTo>
                  <a:lnTo>
                    <a:pt x="214122" y="159893"/>
                  </a:lnTo>
                  <a:lnTo>
                    <a:pt x="307848" y="159893"/>
                  </a:lnTo>
                  <a:lnTo>
                    <a:pt x="307848" y="148589"/>
                  </a:lnTo>
                  <a:lnTo>
                    <a:pt x="307086" y="146938"/>
                  </a:lnTo>
                  <a:lnTo>
                    <a:pt x="304084" y="142112"/>
                  </a:lnTo>
                  <a:lnTo>
                    <a:pt x="221361" y="142112"/>
                  </a:lnTo>
                  <a:lnTo>
                    <a:pt x="249682" y="95885"/>
                  </a:lnTo>
                  <a:lnTo>
                    <a:pt x="275332" y="95885"/>
                  </a:lnTo>
                  <a:lnTo>
                    <a:pt x="268224" y="84455"/>
                  </a:lnTo>
                  <a:lnTo>
                    <a:pt x="269875" y="81152"/>
                  </a:lnTo>
                  <a:lnTo>
                    <a:pt x="273939" y="74675"/>
                  </a:lnTo>
                  <a:lnTo>
                    <a:pt x="274794" y="70612"/>
                  </a:lnTo>
                  <a:lnTo>
                    <a:pt x="243967" y="70612"/>
                  </a:lnTo>
                  <a:lnTo>
                    <a:pt x="240030" y="66548"/>
                  </a:lnTo>
                  <a:lnTo>
                    <a:pt x="240030" y="56896"/>
                  </a:lnTo>
                  <a:lnTo>
                    <a:pt x="243967" y="52832"/>
                  </a:lnTo>
                  <a:lnTo>
                    <a:pt x="304260" y="52832"/>
                  </a:lnTo>
                  <a:lnTo>
                    <a:pt x="303022" y="49530"/>
                  </a:lnTo>
                  <a:lnTo>
                    <a:pt x="274700" y="49530"/>
                  </a:lnTo>
                  <a:lnTo>
                    <a:pt x="270785" y="43378"/>
                  </a:lnTo>
                  <a:lnTo>
                    <a:pt x="265394" y="38608"/>
                  </a:lnTo>
                  <a:lnTo>
                    <a:pt x="264083" y="37951"/>
                  </a:lnTo>
                  <a:lnTo>
                    <a:pt x="258686" y="35433"/>
                  </a:lnTo>
                  <a:close/>
                </a:path>
                <a:path w="307975" h="285115">
                  <a:moveTo>
                    <a:pt x="109093" y="159893"/>
                  </a:moveTo>
                  <a:lnTo>
                    <a:pt x="88138" y="159893"/>
                  </a:lnTo>
                  <a:lnTo>
                    <a:pt x="85742" y="173739"/>
                  </a:lnTo>
                  <a:lnTo>
                    <a:pt x="78216" y="185134"/>
                  </a:lnTo>
                  <a:lnTo>
                    <a:pt x="66760" y="192861"/>
                  </a:lnTo>
                  <a:lnTo>
                    <a:pt x="52577" y="195707"/>
                  </a:lnTo>
                  <a:lnTo>
                    <a:pt x="95657" y="195707"/>
                  </a:lnTo>
                  <a:lnTo>
                    <a:pt x="104848" y="181919"/>
                  </a:lnTo>
                  <a:lnTo>
                    <a:pt x="109093" y="160782"/>
                  </a:lnTo>
                  <a:lnTo>
                    <a:pt x="109093" y="159893"/>
                  </a:lnTo>
                  <a:close/>
                </a:path>
                <a:path w="307975" h="285115">
                  <a:moveTo>
                    <a:pt x="307848" y="159893"/>
                  </a:moveTo>
                  <a:lnTo>
                    <a:pt x="284352" y="159893"/>
                  </a:lnTo>
                  <a:lnTo>
                    <a:pt x="281543" y="173739"/>
                  </a:lnTo>
                  <a:lnTo>
                    <a:pt x="273970" y="185134"/>
                  </a:lnTo>
                  <a:lnTo>
                    <a:pt x="262921" y="192861"/>
                  </a:lnTo>
                  <a:lnTo>
                    <a:pt x="249682" y="195707"/>
                  </a:lnTo>
                  <a:lnTo>
                    <a:pt x="294412" y="195707"/>
                  </a:lnTo>
                  <a:lnTo>
                    <a:pt x="303603" y="181919"/>
                  </a:lnTo>
                  <a:lnTo>
                    <a:pt x="307848" y="160782"/>
                  </a:lnTo>
                  <a:lnTo>
                    <a:pt x="307848" y="159893"/>
                  </a:lnTo>
                  <a:close/>
                </a:path>
                <a:path w="307975" h="285115">
                  <a:moveTo>
                    <a:pt x="76554" y="95885"/>
                  </a:moveTo>
                  <a:lnTo>
                    <a:pt x="52577" y="95885"/>
                  </a:lnTo>
                  <a:lnTo>
                    <a:pt x="80772" y="142112"/>
                  </a:lnTo>
                  <a:lnTo>
                    <a:pt x="105212" y="142112"/>
                  </a:lnTo>
                  <a:lnTo>
                    <a:pt x="76554" y="95885"/>
                  </a:lnTo>
                  <a:close/>
                </a:path>
                <a:path w="307975" h="285115">
                  <a:moveTo>
                    <a:pt x="275332" y="95885"/>
                  </a:moveTo>
                  <a:lnTo>
                    <a:pt x="249682" y="95885"/>
                  </a:lnTo>
                  <a:lnTo>
                    <a:pt x="277875" y="142112"/>
                  </a:lnTo>
                  <a:lnTo>
                    <a:pt x="304084" y="142112"/>
                  </a:lnTo>
                  <a:lnTo>
                    <a:pt x="275332" y="95885"/>
                  </a:lnTo>
                  <a:close/>
                </a:path>
                <a:path w="307975" h="285115">
                  <a:moveTo>
                    <a:pt x="122025" y="52832"/>
                  </a:moveTo>
                  <a:lnTo>
                    <a:pt x="57404" y="52832"/>
                  </a:lnTo>
                  <a:lnTo>
                    <a:pt x="61468" y="56896"/>
                  </a:lnTo>
                  <a:lnTo>
                    <a:pt x="61468" y="66548"/>
                  </a:lnTo>
                  <a:lnTo>
                    <a:pt x="57404" y="70612"/>
                  </a:lnTo>
                  <a:lnTo>
                    <a:pt x="81120" y="70612"/>
                  </a:lnTo>
                  <a:lnTo>
                    <a:pt x="81661" y="68199"/>
                  </a:lnTo>
                  <a:lnTo>
                    <a:pt x="93094" y="65786"/>
                  </a:lnTo>
                  <a:lnTo>
                    <a:pt x="103600" y="62007"/>
                  </a:lnTo>
                  <a:lnTo>
                    <a:pt x="114266" y="56896"/>
                  </a:lnTo>
                  <a:lnTo>
                    <a:pt x="122025" y="52832"/>
                  </a:lnTo>
                  <a:close/>
                </a:path>
                <a:path w="307975" h="285115">
                  <a:moveTo>
                    <a:pt x="304260" y="52832"/>
                  </a:moveTo>
                  <a:lnTo>
                    <a:pt x="254508" y="52832"/>
                  </a:lnTo>
                  <a:lnTo>
                    <a:pt x="258572" y="56896"/>
                  </a:lnTo>
                  <a:lnTo>
                    <a:pt x="258572" y="66548"/>
                  </a:lnTo>
                  <a:lnTo>
                    <a:pt x="254508" y="70612"/>
                  </a:lnTo>
                  <a:lnTo>
                    <a:pt x="274794" y="70612"/>
                  </a:lnTo>
                  <a:lnTo>
                    <a:pt x="275463" y="67437"/>
                  </a:lnTo>
                  <a:lnTo>
                    <a:pt x="282829" y="65786"/>
                  </a:lnTo>
                  <a:lnTo>
                    <a:pt x="290830" y="63373"/>
                  </a:lnTo>
                  <a:lnTo>
                    <a:pt x="298069" y="60960"/>
                  </a:lnTo>
                  <a:lnTo>
                    <a:pt x="303022" y="58420"/>
                  </a:lnTo>
                  <a:lnTo>
                    <a:pt x="304546" y="53594"/>
                  </a:lnTo>
                  <a:lnTo>
                    <a:pt x="304260" y="52832"/>
                  </a:lnTo>
                  <a:close/>
                </a:path>
                <a:path w="307975" h="285115">
                  <a:moveTo>
                    <a:pt x="54101" y="34162"/>
                  </a:moveTo>
                  <a:lnTo>
                    <a:pt x="46313" y="35433"/>
                  </a:lnTo>
                  <a:lnTo>
                    <a:pt x="46799" y="35433"/>
                  </a:lnTo>
                  <a:lnTo>
                    <a:pt x="41646" y="37951"/>
                  </a:lnTo>
                  <a:lnTo>
                    <a:pt x="40383" y="38608"/>
                  </a:lnTo>
                  <a:lnTo>
                    <a:pt x="34688" y="43378"/>
                  </a:lnTo>
                  <a:lnTo>
                    <a:pt x="29845" y="49530"/>
                  </a:lnTo>
                  <a:lnTo>
                    <a:pt x="77883" y="49530"/>
                  </a:lnTo>
                  <a:lnTo>
                    <a:pt x="74473" y="44069"/>
                  </a:lnTo>
                  <a:lnTo>
                    <a:pt x="74099" y="43699"/>
                  </a:lnTo>
                  <a:lnTo>
                    <a:pt x="68945" y="38893"/>
                  </a:lnTo>
                  <a:lnTo>
                    <a:pt x="62089" y="35433"/>
                  </a:lnTo>
                  <a:lnTo>
                    <a:pt x="54101" y="34162"/>
                  </a:lnTo>
                  <a:close/>
                </a:path>
                <a:path w="307975" h="285115">
                  <a:moveTo>
                    <a:pt x="298085" y="43699"/>
                  </a:moveTo>
                  <a:lnTo>
                    <a:pt x="293842" y="43699"/>
                  </a:lnTo>
                  <a:lnTo>
                    <a:pt x="292735" y="44069"/>
                  </a:lnTo>
                  <a:lnTo>
                    <a:pt x="291719" y="44704"/>
                  </a:lnTo>
                  <a:lnTo>
                    <a:pt x="285242" y="46355"/>
                  </a:lnTo>
                  <a:lnTo>
                    <a:pt x="280416" y="48768"/>
                  </a:lnTo>
                  <a:lnTo>
                    <a:pt x="274700" y="49530"/>
                  </a:lnTo>
                  <a:lnTo>
                    <a:pt x="303022" y="49530"/>
                  </a:lnTo>
                  <a:lnTo>
                    <a:pt x="301244" y="45974"/>
                  </a:lnTo>
                  <a:lnTo>
                    <a:pt x="298085" y="43699"/>
                  </a:lnTo>
                  <a:close/>
                </a:path>
                <a:path w="307975" h="285115">
                  <a:moveTo>
                    <a:pt x="250444" y="34162"/>
                  </a:moveTo>
                  <a:lnTo>
                    <a:pt x="241720" y="35433"/>
                  </a:lnTo>
                  <a:lnTo>
                    <a:pt x="259257" y="35433"/>
                  </a:lnTo>
                  <a:lnTo>
                    <a:pt x="250444" y="341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82768" y="1450847"/>
              <a:ext cx="106680" cy="12496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346192" y="1307591"/>
              <a:ext cx="303530" cy="302260"/>
            </a:xfrm>
            <a:custGeom>
              <a:avLst/>
              <a:gdLst/>
              <a:ahLst/>
              <a:cxnLst/>
              <a:rect l="l" t="t" r="r" b="b"/>
              <a:pathLst>
                <a:path w="303529" h="302259">
                  <a:moveTo>
                    <a:pt x="266700" y="235585"/>
                  </a:moveTo>
                  <a:lnTo>
                    <a:pt x="262636" y="231648"/>
                  </a:lnTo>
                  <a:lnTo>
                    <a:pt x="168910" y="231648"/>
                  </a:lnTo>
                  <a:lnTo>
                    <a:pt x="164084" y="231648"/>
                  </a:lnTo>
                  <a:lnTo>
                    <a:pt x="160020" y="235585"/>
                  </a:lnTo>
                  <a:lnTo>
                    <a:pt x="160020" y="245999"/>
                  </a:lnTo>
                  <a:lnTo>
                    <a:pt x="164084" y="249936"/>
                  </a:lnTo>
                  <a:lnTo>
                    <a:pt x="262636" y="249936"/>
                  </a:lnTo>
                  <a:lnTo>
                    <a:pt x="266700" y="245999"/>
                  </a:lnTo>
                  <a:lnTo>
                    <a:pt x="266700" y="235585"/>
                  </a:lnTo>
                  <a:close/>
                </a:path>
                <a:path w="303529" h="302259">
                  <a:moveTo>
                    <a:pt x="266700" y="200533"/>
                  </a:moveTo>
                  <a:lnTo>
                    <a:pt x="262636" y="196596"/>
                  </a:lnTo>
                  <a:lnTo>
                    <a:pt x="168910" y="196596"/>
                  </a:lnTo>
                  <a:lnTo>
                    <a:pt x="164084" y="196596"/>
                  </a:lnTo>
                  <a:lnTo>
                    <a:pt x="160020" y="200533"/>
                  </a:lnTo>
                  <a:lnTo>
                    <a:pt x="160020" y="210947"/>
                  </a:lnTo>
                  <a:lnTo>
                    <a:pt x="164084" y="214884"/>
                  </a:lnTo>
                  <a:lnTo>
                    <a:pt x="262636" y="214884"/>
                  </a:lnTo>
                  <a:lnTo>
                    <a:pt x="266700" y="210947"/>
                  </a:lnTo>
                  <a:lnTo>
                    <a:pt x="266700" y="200533"/>
                  </a:lnTo>
                  <a:close/>
                </a:path>
                <a:path w="303529" h="302259">
                  <a:moveTo>
                    <a:pt x="266700" y="165735"/>
                  </a:moveTo>
                  <a:lnTo>
                    <a:pt x="262636" y="161544"/>
                  </a:lnTo>
                  <a:lnTo>
                    <a:pt x="168910" y="161544"/>
                  </a:lnTo>
                  <a:lnTo>
                    <a:pt x="164084" y="161544"/>
                  </a:lnTo>
                  <a:lnTo>
                    <a:pt x="160020" y="165735"/>
                  </a:lnTo>
                  <a:lnTo>
                    <a:pt x="160020" y="175641"/>
                  </a:lnTo>
                  <a:lnTo>
                    <a:pt x="164084" y="179832"/>
                  </a:lnTo>
                  <a:lnTo>
                    <a:pt x="262636" y="179832"/>
                  </a:lnTo>
                  <a:lnTo>
                    <a:pt x="266700" y="175641"/>
                  </a:lnTo>
                  <a:lnTo>
                    <a:pt x="266700" y="165735"/>
                  </a:lnTo>
                  <a:close/>
                </a:path>
                <a:path w="303529" h="302259">
                  <a:moveTo>
                    <a:pt x="303276" y="133985"/>
                  </a:moveTo>
                  <a:lnTo>
                    <a:pt x="286258" y="109169"/>
                  </a:lnTo>
                  <a:lnTo>
                    <a:pt x="286258" y="129032"/>
                  </a:lnTo>
                  <a:lnTo>
                    <a:pt x="286258" y="280797"/>
                  </a:lnTo>
                  <a:lnTo>
                    <a:pt x="282194" y="284861"/>
                  </a:lnTo>
                  <a:lnTo>
                    <a:pt x="20320" y="284861"/>
                  </a:lnTo>
                  <a:lnTo>
                    <a:pt x="16256" y="280797"/>
                  </a:lnTo>
                  <a:lnTo>
                    <a:pt x="16256" y="129032"/>
                  </a:lnTo>
                  <a:lnTo>
                    <a:pt x="20320" y="125095"/>
                  </a:lnTo>
                  <a:lnTo>
                    <a:pt x="107823" y="125095"/>
                  </a:lnTo>
                  <a:lnTo>
                    <a:pt x="111747" y="131953"/>
                  </a:lnTo>
                  <a:lnTo>
                    <a:pt x="117348" y="137604"/>
                  </a:lnTo>
                  <a:lnTo>
                    <a:pt x="124663" y="141566"/>
                  </a:lnTo>
                  <a:lnTo>
                    <a:pt x="125107" y="141566"/>
                  </a:lnTo>
                  <a:lnTo>
                    <a:pt x="132969" y="142875"/>
                  </a:lnTo>
                  <a:lnTo>
                    <a:pt x="168656" y="142875"/>
                  </a:lnTo>
                  <a:lnTo>
                    <a:pt x="176771" y="141566"/>
                  </a:lnTo>
                  <a:lnTo>
                    <a:pt x="183934" y="137896"/>
                  </a:lnTo>
                  <a:lnTo>
                    <a:pt x="189738" y="132270"/>
                  </a:lnTo>
                  <a:lnTo>
                    <a:pt x="193370" y="125857"/>
                  </a:lnTo>
                  <a:lnTo>
                    <a:pt x="193802" y="125095"/>
                  </a:lnTo>
                  <a:lnTo>
                    <a:pt x="282194" y="125095"/>
                  </a:lnTo>
                  <a:lnTo>
                    <a:pt x="286258" y="129032"/>
                  </a:lnTo>
                  <a:lnTo>
                    <a:pt x="286258" y="109169"/>
                  </a:lnTo>
                  <a:lnTo>
                    <a:pt x="277368" y="107315"/>
                  </a:lnTo>
                  <a:lnTo>
                    <a:pt x="196215" y="107315"/>
                  </a:lnTo>
                  <a:lnTo>
                    <a:pt x="196215" y="89535"/>
                  </a:lnTo>
                  <a:lnTo>
                    <a:pt x="196215" y="87122"/>
                  </a:lnTo>
                  <a:lnTo>
                    <a:pt x="203136" y="83223"/>
                  </a:lnTo>
                  <a:lnTo>
                    <a:pt x="208826" y="77660"/>
                  </a:lnTo>
                  <a:lnTo>
                    <a:pt x="211569" y="72644"/>
                  </a:lnTo>
                  <a:lnTo>
                    <a:pt x="212686" y="70586"/>
                  </a:lnTo>
                  <a:lnTo>
                    <a:pt x="214122" y="62103"/>
                  </a:lnTo>
                  <a:lnTo>
                    <a:pt x="212813" y="54102"/>
                  </a:lnTo>
                  <a:lnTo>
                    <a:pt x="209118" y="46888"/>
                  </a:lnTo>
                  <a:lnTo>
                    <a:pt x="203454" y="41122"/>
                  </a:lnTo>
                  <a:lnTo>
                    <a:pt x="196215" y="37084"/>
                  </a:lnTo>
                  <a:lnTo>
                    <a:pt x="196215" y="36322"/>
                  </a:lnTo>
                  <a:lnTo>
                    <a:pt x="196215" y="17780"/>
                  </a:lnTo>
                  <a:lnTo>
                    <a:pt x="196215" y="4064"/>
                  </a:lnTo>
                  <a:lnTo>
                    <a:pt x="194564" y="2413"/>
                  </a:lnTo>
                  <a:lnTo>
                    <a:pt x="194564" y="58166"/>
                  </a:lnTo>
                  <a:lnTo>
                    <a:pt x="194564" y="68580"/>
                  </a:lnTo>
                  <a:lnTo>
                    <a:pt x="190627" y="72644"/>
                  </a:lnTo>
                  <a:lnTo>
                    <a:pt x="177546" y="72644"/>
                  </a:lnTo>
                  <a:lnTo>
                    <a:pt x="177546" y="89535"/>
                  </a:lnTo>
                  <a:lnTo>
                    <a:pt x="177546" y="121793"/>
                  </a:lnTo>
                  <a:lnTo>
                    <a:pt x="173482" y="125857"/>
                  </a:lnTo>
                  <a:lnTo>
                    <a:pt x="128143" y="125857"/>
                  </a:lnTo>
                  <a:lnTo>
                    <a:pt x="127381" y="125095"/>
                  </a:lnTo>
                  <a:lnTo>
                    <a:pt x="124079" y="121793"/>
                  </a:lnTo>
                  <a:lnTo>
                    <a:pt x="124079" y="89535"/>
                  </a:lnTo>
                  <a:lnTo>
                    <a:pt x="177546" y="89535"/>
                  </a:lnTo>
                  <a:lnTo>
                    <a:pt x="177546" y="72644"/>
                  </a:lnTo>
                  <a:lnTo>
                    <a:pt x="109474" y="72644"/>
                  </a:lnTo>
                  <a:lnTo>
                    <a:pt x="105410" y="68580"/>
                  </a:lnTo>
                  <a:lnTo>
                    <a:pt x="105410" y="58166"/>
                  </a:lnTo>
                  <a:lnTo>
                    <a:pt x="111125" y="54102"/>
                  </a:lnTo>
                  <a:lnTo>
                    <a:pt x="190627" y="54102"/>
                  </a:lnTo>
                  <a:lnTo>
                    <a:pt x="194564" y="58166"/>
                  </a:lnTo>
                  <a:lnTo>
                    <a:pt x="194564" y="2413"/>
                  </a:lnTo>
                  <a:lnTo>
                    <a:pt x="192151" y="0"/>
                  </a:lnTo>
                  <a:lnTo>
                    <a:pt x="177546" y="0"/>
                  </a:lnTo>
                  <a:lnTo>
                    <a:pt x="177546" y="17780"/>
                  </a:lnTo>
                  <a:lnTo>
                    <a:pt x="177546" y="36322"/>
                  </a:lnTo>
                  <a:lnTo>
                    <a:pt x="124079" y="36322"/>
                  </a:lnTo>
                  <a:lnTo>
                    <a:pt x="124079" y="17780"/>
                  </a:lnTo>
                  <a:lnTo>
                    <a:pt x="177546" y="17780"/>
                  </a:lnTo>
                  <a:lnTo>
                    <a:pt x="177546" y="0"/>
                  </a:lnTo>
                  <a:lnTo>
                    <a:pt x="111125" y="0"/>
                  </a:lnTo>
                  <a:lnTo>
                    <a:pt x="107061" y="4064"/>
                  </a:lnTo>
                  <a:lnTo>
                    <a:pt x="107061" y="37084"/>
                  </a:lnTo>
                  <a:lnTo>
                    <a:pt x="99580" y="41122"/>
                  </a:lnTo>
                  <a:lnTo>
                    <a:pt x="93764" y="46596"/>
                  </a:lnTo>
                  <a:lnTo>
                    <a:pt x="89814" y="53682"/>
                  </a:lnTo>
                  <a:lnTo>
                    <a:pt x="88392" y="62103"/>
                  </a:lnTo>
                  <a:lnTo>
                    <a:pt x="89712" y="70218"/>
                  </a:lnTo>
                  <a:lnTo>
                    <a:pt x="93484" y="77330"/>
                  </a:lnTo>
                  <a:lnTo>
                    <a:pt x="99606" y="83223"/>
                  </a:lnTo>
                  <a:lnTo>
                    <a:pt x="107061" y="87122"/>
                  </a:lnTo>
                  <a:lnTo>
                    <a:pt x="107061" y="107315"/>
                  </a:lnTo>
                  <a:lnTo>
                    <a:pt x="26797" y="107315"/>
                  </a:lnTo>
                  <a:lnTo>
                    <a:pt x="16065" y="109435"/>
                  </a:lnTo>
                  <a:lnTo>
                    <a:pt x="7581" y="115176"/>
                  </a:lnTo>
                  <a:lnTo>
                    <a:pt x="2006" y="123659"/>
                  </a:lnTo>
                  <a:lnTo>
                    <a:pt x="0" y="133985"/>
                  </a:lnTo>
                  <a:lnTo>
                    <a:pt x="0" y="275971"/>
                  </a:lnTo>
                  <a:lnTo>
                    <a:pt x="2120" y="286435"/>
                  </a:lnTo>
                  <a:lnTo>
                    <a:pt x="7912" y="294589"/>
                  </a:lnTo>
                  <a:lnTo>
                    <a:pt x="16446" y="299872"/>
                  </a:lnTo>
                  <a:lnTo>
                    <a:pt x="26797" y="301752"/>
                  </a:lnTo>
                  <a:lnTo>
                    <a:pt x="277368" y="301752"/>
                  </a:lnTo>
                  <a:lnTo>
                    <a:pt x="303276" y="275971"/>
                  </a:lnTo>
                  <a:lnTo>
                    <a:pt x="303276" y="1339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44239" y="1421891"/>
              <a:ext cx="160020" cy="16002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385316" y="1350263"/>
              <a:ext cx="2292350" cy="361315"/>
            </a:xfrm>
            <a:custGeom>
              <a:avLst/>
              <a:gdLst/>
              <a:ahLst/>
              <a:cxnLst/>
              <a:rect l="l" t="t" r="r" b="b"/>
              <a:pathLst>
                <a:path w="2292350" h="361314">
                  <a:moveTo>
                    <a:pt x="71628" y="185547"/>
                  </a:moveTo>
                  <a:lnTo>
                    <a:pt x="67564" y="181356"/>
                  </a:lnTo>
                  <a:lnTo>
                    <a:pt x="44831" y="181356"/>
                  </a:lnTo>
                  <a:lnTo>
                    <a:pt x="39116" y="181356"/>
                  </a:lnTo>
                  <a:lnTo>
                    <a:pt x="35052" y="185547"/>
                  </a:lnTo>
                  <a:lnTo>
                    <a:pt x="35052" y="195453"/>
                  </a:lnTo>
                  <a:lnTo>
                    <a:pt x="39116" y="199644"/>
                  </a:lnTo>
                  <a:lnTo>
                    <a:pt x="67564" y="199644"/>
                  </a:lnTo>
                  <a:lnTo>
                    <a:pt x="71628" y="195453"/>
                  </a:lnTo>
                  <a:lnTo>
                    <a:pt x="71628" y="185547"/>
                  </a:lnTo>
                  <a:close/>
                </a:path>
                <a:path w="2292350" h="361314">
                  <a:moveTo>
                    <a:pt x="268211" y="185547"/>
                  </a:moveTo>
                  <a:lnTo>
                    <a:pt x="264160" y="181356"/>
                  </a:lnTo>
                  <a:lnTo>
                    <a:pt x="240538" y="181356"/>
                  </a:lnTo>
                  <a:lnTo>
                    <a:pt x="235712" y="181356"/>
                  </a:lnTo>
                  <a:lnTo>
                    <a:pt x="231648" y="185547"/>
                  </a:lnTo>
                  <a:lnTo>
                    <a:pt x="231648" y="195453"/>
                  </a:lnTo>
                  <a:lnTo>
                    <a:pt x="235712" y="199644"/>
                  </a:lnTo>
                  <a:lnTo>
                    <a:pt x="264160" y="199644"/>
                  </a:lnTo>
                  <a:lnTo>
                    <a:pt x="268211" y="195453"/>
                  </a:lnTo>
                  <a:lnTo>
                    <a:pt x="268211" y="185547"/>
                  </a:lnTo>
                  <a:close/>
                </a:path>
                <a:path w="2292350" h="361314">
                  <a:moveTo>
                    <a:pt x="304038" y="207518"/>
                  </a:moveTo>
                  <a:lnTo>
                    <a:pt x="300748" y="184213"/>
                  </a:lnTo>
                  <a:lnTo>
                    <a:pt x="300710" y="183972"/>
                  </a:lnTo>
                  <a:lnTo>
                    <a:pt x="290410" y="162953"/>
                  </a:lnTo>
                  <a:lnTo>
                    <a:pt x="286131" y="158369"/>
                  </a:lnTo>
                  <a:lnTo>
                    <a:pt x="286131" y="210058"/>
                  </a:lnTo>
                  <a:lnTo>
                    <a:pt x="286131" y="235204"/>
                  </a:lnTo>
                  <a:lnTo>
                    <a:pt x="188087" y="235204"/>
                  </a:lnTo>
                  <a:lnTo>
                    <a:pt x="188671" y="234315"/>
                  </a:lnTo>
                  <a:lnTo>
                    <a:pt x="189166" y="233553"/>
                  </a:lnTo>
                  <a:lnTo>
                    <a:pt x="192201" y="228968"/>
                  </a:lnTo>
                  <a:lnTo>
                    <a:pt x="194957" y="222427"/>
                  </a:lnTo>
                  <a:lnTo>
                    <a:pt x="196494" y="215582"/>
                  </a:lnTo>
                  <a:lnTo>
                    <a:pt x="196862" y="210058"/>
                  </a:lnTo>
                  <a:lnTo>
                    <a:pt x="196850" y="207518"/>
                  </a:lnTo>
                  <a:lnTo>
                    <a:pt x="195503" y="197688"/>
                  </a:lnTo>
                  <a:lnTo>
                    <a:pt x="195440" y="197319"/>
                  </a:lnTo>
                  <a:lnTo>
                    <a:pt x="195364" y="196723"/>
                  </a:lnTo>
                  <a:lnTo>
                    <a:pt x="190792" y="186245"/>
                  </a:lnTo>
                  <a:lnTo>
                    <a:pt x="187083" y="181610"/>
                  </a:lnTo>
                  <a:lnTo>
                    <a:pt x="183629" y="177304"/>
                  </a:lnTo>
                  <a:lnTo>
                    <a:pt x="179959" y="174523"/>
                  </a:lnTo>
                  <a:lnTo>
                    <a:pt x="179959" y="207518"/>
                  </a:lnTo>
                  <a:lnTo>
                    <a:pt x="177812" y="217436"/>
                  </a:lnTo>
                  <a:lnTo>
                    <a:pt x="172720" y="224624"/>
                  </a:lnTo>
                  <a:lnTo>
                    <a:pt x="172720" y="256286"/>
                  </a:lnTo>
                  <a:lnTo>
                    <a:pt x="152400" y="283210"/>
                  </a:lnTo>
                  <a:lnTo>
                    <a:pt x="143510" y="271437"/>
                  </a:lnTo>
                  <a:lnTo>
                    <a:pt x="143510" y="300990"/>
                  </a:lnTo>
                  <a:lnTo>
                    <a:pt x="143510" y="344043"/>
                  </a:lnTo>
                  <a:lnTo>
                    <a:pt x="89916" y="344043"/>
                  </a:lnTo>
                  <a:lnTo>
                    <a:pt x="89916" y="314833"/>
                  </a:lnTo>
                  <a:lnTo>
                    <a:pt x="91541" y="300990"/>
                  </a:lnTo>
                  <a:lnTo>
                    <a:pt x="91567" y="300697"/>
                  </a:lnTo>
                  <a:lnTo>
                    <a:pt x="91694" y="299669"/>
                  </a:lnTo>
                  <a:lnTo>
                    <a:pt x="96837" y="286004"/>
                  </a:lnTo>
                  <a:lnTo>
                    <a:pt x="105016" y="274154"/>
                  </a:lnTo>
                  <a:lnTo>
                    <a:pt x="115951" y="264414"/>
                  </a:lnTo>
                  <a:lnTo>
                    <a:pt x="143510" y="300990"/>
                  </a:lnTo>
                  <a:lnTo>
                    <a:pt x="143510" y="271437"/>
                  </a:lnTo>
                  <a:lnTo>
                    <a:pt x="138214" y="264414"/>
                  </a:lnTo>
                  <a:lnTo>
                    <a:pt x="132080" y="256286"/>
                  </a:lnTo>
                  <a:lnTo>
                    <a:pt x="145923" y="253111"/>
                  </a:lnTo>
                  <a:lnTo>
                    <a:pt x="159639" y="253111"/>
                  </a:lnTo>
                  <a:lnTo>
                    <a:pt x="167005" y="253873"/>
                  </a:lnTo>
                  <a:lnTo>
                    <a:pt x="172720" y="256286"/>
                  </a:lnTo>
                  <a:lnTo>
                    <a:pt x="172720" y="224624"/>
                  </a:lnTo>
                  <a:lnTo>
                    <a:pt x="171932" y="225729"/>
                  </a:lnTo>
                  <a:lnTo>
                    <a:pt x="162991" y="231559"/>
                  </a:lnTo>
                  <a:lnTo>
                    <a:pt x="162547" y="231559"/>
                  </a:lnTo>
                  <a:lnTo>
                    <a:pt x="152400" y="233553"/>
                  </a:lnTo>
                  <a:lnTo>
                    <a:pt x="142049" y="231559"/>
                  </a:lnTo>
                  <a:lnTo>
                    <a:pt x="133515" y="226060"/>
                  </a:lnTo>
                  <a:lnTo>
                    <a:pt x="127723" y="217805"/>
                  </a:lnTo>
                  <a:lnTo>
                    <a:pt x="125603" y="207518"/>
                  </a:lnTo>
                  <a:lnTo>
                    <a:pt x="127647" y="197688"/>
                  </a:lnTo>
                  <a:lnTo>
                    <a:pt x="127723" y="197319"/>
                  </a:lnTo>
                  <a:lnTo>
                    <a:pt x="133515" y="189090"/>
                  </a:lnTo>
                  <a:lnTo>
                    <a:pt x="141846" y="183730"/>
                  </a:lnTo>
                  <a:lnTo>
                    <a:pt x="141401" y="183730"/>
                  </a:lnTo>
                  <a:lnTo>
                    <a:pt x="152400" y="181610"/>
                  </a:lnTo>
                  <a:lnTo>
                    <a:pt x="163182" y="183730"/>
                  </a:lnTo>
                  <a:lnTo>
                    <a:pt x="171932" y="189420"/>
                  </a:lnTo>
                  <a:lnTo>
                    <a:pt x="177812" y="197688"/>
                  </a:lnTo>
                  <a:lnTo>
                    <a:pt x="179959" y="207518"/>
                  </a:lnTo>
                  <a:lnTo>
                    <a:pt x="179959" y="174523"/>
                  </a:lnTo>
                  <a:lnTo>
                    <a:pt x="209384" y="148082"/>
                  </a:lnTo>
                  <a:lnTo>
                    <a:pt x="223774" y="146558"/>
                  </a:lnTo>
                  <a:lnTo>
                    <a:pt x="247865" y="151561"/>
                  </a:lnTo>
                  <a:lnTo>
                    <a:pt x="267716" y="165163"/>
                  </a:lnTo>
                  <a:lnTo>
                    <a:pt x="280403" y="184213"/>
                  </a:lnTo>
                  <a:lnTo>
                    <a:pt x="281178" y="185420"/>
                  </a:lnTo>
                  <a:lnTo>
                    <a:pt x="286131" y="210058"/>
                  </a:lnTo>
                  <a:lnTo>
                    <a:pt x="286131" y="158369"/>
                  </a:lnTo>
                  <a:lnTo>
                    <a:pt x="275132" y="146558"/>
                  </a:lnTo>
                  <a:lnTo>
                    <a:pt x="274510" y="145897"/>
                  </a:lnTo>
                  <a:lnTo>
                    <a:pt x="274637" y="145897"/>
                  </a:lnTo>
                  <a:lnTo>
                    <a:pt x="253746" y="133604"/>
                  </a:lnTo>
                  <a:lnTo>
                    <a:pt x="259791" y="127127"/>
                  </a:lnTo>
                  <a:lnTo>
                    <a:pt x="259981" y="126936"/>
                  </a:lnTo>
                  <a:lnTo>
                    <a:pt x="261073" y="125120"/>
                  </a:lnTo>
                  <a:lnTo>
                    <a:pt x="264668" y="118872"/>
                  </a:lnTo>
                  <a:lnTo>
                    <a:pt x="267296" y="110553"/>
                  </a:lnTo>
                  <a:lnTo>
                    <a:pt x="267423" y="110172"/>
                  </a:lnTo>
                  <a:lnTo>
                    <a:pt x="268351" y="101092"/>
                  </a:lnTo>
                  <a:lnTo>
                    <a:pt x="264795" y="83820"/>
                  </a:lnTo>
                  <a:lnTo>
                    <a:pt x="258330" y="74295"/>
                  </a:lnTo>
                  <a:lnTo>
                    <a:pt x="255155" y="69596"/>
                  </a:lnTo>
                  <a:lnTo>
                    <a:pt x="251333" y="67005"/>
                  </a:lnTo>
                  <a:lnTo>
                    <a:pt x="251333" y="101092"/>
                  </a:lnTo>
                  <a:lnTo>
                    <a:pt x="249428" y="110172"/>
                  </a:lnTo>
                  <a:lnTo>
                    <a:pt x="249351" y="110553"/>
                  </a:lnTo>
                  <a:lnTo>
                    <a:pt x="249262" y="111010"/>
                  </a:lnTo>
                  <a:lnTo>
                    <a:pt x="249199" y="111328"/>
                  </a:lnTo>
                  <a:lnTo>
                    <a:pt x="243408" y="119595"/>
                  </a:lnTo>
                  <a:lnTo>
                    <a:pt x="234873" y="125120"/>
                  </a:lnTo>
                  <a:lnTo>
                    <a:pt x="224536" y="127127"/>
                  </a:lnTo>
                  <a:lnTo>
                    <a:pt x="214528" y="125120"/>
                  </a:lnTo>
                  <a:lnTo>
                    <a:pt x="214147" y="125120"/>
                  </a:lnTo>
                  <a:lnTo>
                    <a:pt x="205816" y="119303"/>
                  </a:lnTo>
                  <a:lnTo>
                    <a:pt x="200507" y="111010"/>
                  </a:lnTo>
                  <a:lnTo>
                    <a:pt x="198628" y="101092"/>
                  </a:lnTo>
                  <a:lnTo>
                    <a:pt x="199809" y="90754"/>
                  </a:lnTo>
                  <a:lnTo>
                    <a:pt x="205193" y="82219"/>
                  </a:lnTo>
                  <a:lnTo>
                    <a:pt x="213766" y="76428"/>
                  </a:lnTo>
                  <a:lnTo>
                    <a:pt x="224536" y="74295"/>
                  </a:lnTo>
                  <a:lnTo>
                    <a:pt x="235204" y="76428"/>
                  </a:lnTo>
                  <a:lnTo>
                    <a:pt x="243687" y="82219"/>
                  </a:lnTo>
                  <a:lnTo>
                    <a:pt x="249301" y="90754"/>
                  </a:lnTo>
                  <a:lnTo>
                    <a:pt x="251333" y="101092"/>
                  </a:lnTo>
                  <a:lnTo>
                    <a:pt x="251333" y="67005"/>
                  </a:lnTo>
                  <a:lnTo>
                    <a:pt x="240969" y="59944"/>
                  </a:lnTo>
                  <a:lnTo>
                    <a:pt x="223774" y="56388"/>
                  </a:lnTo>
                  <a:lnTo>
                    <a:pt x="206514" y="59944"/>
                  </a:lnTo>
                  <a:lnTo>
                    <a:pt x="192341" y="69596"/>
                  </a:lnTo>
                  <a:lnTo>
                    <a:pt x="182727" y="83820"/>
                  </a:lnTo>
                  <a:lnTo>
                    <a:pt x="179197" y="101092"/>
                  </a:lnTo>
                  <a:lnTo>
                    <a:pt x="180047" y="110172"/>
                  </a:lnTo>
                  <a:lnTo>
                    <a:pt x="192913" y="133604"/>
                  </a:lnTo>
                  <a:lnTo>
                    <a:pt x="182016" y="138887"/>
                  </a:lnTo>
                  <a:lnTo>
                    <a:pt x="171831" y="145897"/>
                  </a:lnTo>
                  <a:lnTo>
                    <a:pt x="163156" y="153974"/>
                  </a:lnTo>
                  <a:lnTo>
                    <a:pt x="155575" y="163703"/>
                  </a:lnTo>
                  <a:lnTo>
                    <a:pt x="147574" y="163703"/>
                  </a:lnTo>
                  <a:lnTo>
                    <a:pt x="140144" y="154292"/>
                  </a:lnTo>
                  <a:lnTo>
                    <a:pt x="131330" y="145897"/>
                  </a:lnTo>
                  <a:lnTo>
                    <a:pt x="130429" y="145275"/>
                  </a:lnTo>
                  <a:lnTo>
                    <a:pt x="130429" y="169418"/>
                  </a:lnTo>
                  <a:lnTo>
                    <a:pt x="120980" y="176517"/>
                  </a:lnTo>
                  <a:lnTo>
                    <a:pt x="113601" y="185420"/>
                  </a:lnTo>
                  <a:lnTo>
                    <a:pt x="108775" y="195859"/>
                  </a:lnTo>
                  <a:lnTo>
                    <a:pt x="107061" y="207518"/>
                  </a:lnTo>
                  <a:lnTo>
                    <a:pt x="107645" y="214820"/>
                  </a:lnTo>
                  <a:lnTo>
                    <a:pt x="109359" y="221869"/>
                  </a:lnTo>
                  <a:lnTo>
                    <a:pt x="112141" y="228460"/>
                  </a:lnTo>
                  <a:lnTo>
                    <a:pt x="115951" y="234315"/>
                  </a:lnTo>
                  <a:lnTo>
                    <a:pt x="17780" y="234315"/>
                  </a:lnTo>
                  <a:lnTo>
                    <a:pt x="17780" y="208407"/>
                  </a:lnTo>
                  <a:lnTo>
                    <a:pt x="22758" y="184213"/>
                  </a:lnTo>
                  <a:lnTo>
                    <a:pt x="36347" y="164299"/>
                  </a:lnTo>
                  <a:lnTo>
                    <a:pt x="56451" y="150787"/>
                  </a:lnTo>
                  <a:lnTo>
                    <a:pt x="80543" y="145897"/>
                  </a:lnTo>
                  <a:lnTo>
                    <a:pt x="81838" y="145897"/>
                  </a:lnTo>
                  <a:lnTo>
                    <a:pt x="94919" y="147421"/>
                  </a:lnTo>
                  <a:lnTo>
                    <a:pt x="108204" y="152082"/>
                  </a:lnTo>
                  <a:lnTo>
                    <a:pt x="120243" y="159512"/>
                  </a:lnTo>
                  <a:lnTo>
                    <a:pt x="130429" y="169418"/>
                  </a:lnTo>
                  <a:lnTo>
                    <a:pt x="130429" y="145275"/>
                  </a:lnTo>
                  <a:lnTo>
                    <a:pt x="121297" y="138887"/>
                  </a:lnTo>
                  <a:lnTo>
                    <a:pt x="110236" y="133604"/>
                  </a:lnTo>
                  <a:lnTo>
                    <a:pt x="115951" y="127127"/>
                  </a:lnTo>
                  <a:lnTo>
                    <a:pt x="123952" y="101092"/>
                  </a:lnTo>
                  <a:lnTo>
                    <a:pt x="120408" y="83820"/>
                  </a:lnTo>
                  <a:lnTo>
                    <a:pt x="113982" y="74295"/>
                  </a:lnTo>
                  <a:lnTo>
                    <a:pt x="110820" y="69596"/>
                  </a:lnTo>
                  <a:lnTo>
                    <a:pt x="107061" y="67043"/>
                  </a:lnTo>
                  <a:lnTo>
                    <a:pt x="107061" y="101092"/>
                  </a:lnTo>
                  <a:lnTo>
                    <a:pt x="105168" y="110172"/>
                  </a:lnTo>
                  <a:lnTo>
                    <a:pt x="105092" y="110553"/>
                  </a:lnTo>
                  <a:lnTo>
                    <a:pt x="105003" y="111010"/>
                  </a:lnTo>
                  <a:lnTo>
                    <a:pt x="104927" y="111328"/>
                  </a:lnTo>
                  <a:lnTo>
                    <a:pt x="99225" y="119595"/>
                  </a:lnTo>
                  <a:lnTo>
                    <a:pt x="90932" y="125120"/>
                  </a:lnTo>
                  <a:lnTo>
                    <a:pt x="81026" y="127127"/>
                  </a:lnTo>
                  <a:lnTo>
                    <a:pt x="71208" y="125120"/>
                  </a:lnTo>
                  <a:lnTo>
                    <a:pt x="70853" y="125120"/>
                  </a:lnTo>
                  <a:lnTo>
                    <a:pt x="62204" y="119303"/>
                  </a:lnTo>
                  <a:lnTo>
                    <a:pt x="56464" y="111010"/>
                  </a:lnTo>
                  <a:lnTo>
                    <a:pt x="54356" y="101092"/>
                  </a:lnTo>
                  <a:lnTo>
                    <a:pt x="55981" y="90754"/>
                  </a:lnTo>
                  <a:lnTo>
                    <a:pt x="61595" y="82219"/>
                  </a:lnTo>
                  <a:lnTo>
                    <a:pt x="70243" y="76428"/>
                  </a:lnTo>
                  <a:lnTo>
                    <a:pt x="81026" y="74295"/>
                  </a:lnTo>
                  <a:lnTo>
                    <a:pt x="91249" y="76428"/>
                  </a:lnTo>
                  <a:lnTo>
                    <a:pt x="99517" y="82219"/>
                  </a:lnTo>
                  <a:lnTo>
                    <a:pt x="105041" y="90754"/>
                  </a:lnTo>
                  <a:lnTo>
                    <a:pt x="107061" y="101092"/>
                  </a:lnTo>
                  <a:lnTo>
                    <a:pt x="107061" y="67043"/>
                  </a:lnTo>
                  <a:lnTo>
                    <a:pt x="96672" y="59944"/>
                  </a:lnTo>
                  <a:lnTo>
                    <a:pt x="79502" y="56388"/>
                  </a:lnTo>
                  <a:lnTo>
                    <a:pt x="62230" y="59944"/>
                  </a:lnTo>
                  <a:lnTo>
                    <a:pt x="48006" y="69596"/>
                  </a:lnTo>
                  <a:lnTo>
                    <a:pt x="38354" y="83820"/>
                  </a:lnTo>
                  <a:lnTo>
                    <a:pt x="34798" y="101092"/>
                  </a:lnTo>
                  <a:lnTo>
                    <a:pt x="35788" y="110172"/>
                  </a:lnTo>
                  <a:lnTo>
                    <a:pt x="35826" y="110553"/>
                  </a:lnTo>
                  <a:lnTo>
                    <a:pt x="38646" y="118872"/>
                  </a:lnTo>
                  <a:lnTo>
                    <a:pt x="38811" y="119303"/>
                  </a:lnTo>
                  <a:lnTo>
                    <a:pt x="43357" y="126936"/>
                  </a:lnTo>
                  <a:lnTo>
                    <a:pt x="49403" y="133604"/>
                  </a:lnTo>
                  <a:lnTo>
                    <a:pt x="28956" y="145897"/>
                  </a:lnTo>
                  <a:lnTo>
                    <a:pt x="29159" y="145897"/>
                  </a:lnTo>
                  <a:lnTo>
                    <a:pt x="13792" y="162661"/>
                  </a:lnTo>
                  <a:lnTo>
                    <a:pt x="4610" y="181610"/>
                  </a:lnTo>
                  <a:lnTo>
                    <a:pt x="3606" y="183730"/>
                  </a:lnTo>
                  <a:lnTo>
                    <a:pt x="0" y="207518"/>
                  </a:lnTo>
                  <a:lnTo>
                    <a:pt x="0" y="248158"/>
                  </a:lnTo>
                  <a:lnTo>
                    <a:pt x="4064" y="252222"/>
                  </a:lnTo>
                  <a:lnTo>
                    <a:pt x="101346" y="252222"/>
                  </a:lnTo>
                  <a:lnTo>
                    <a:pt x="88646" y="265010"/>
                  </a:lnTo>
                  <a:lnTo>
                    <a:pt x="78905" y="279908"/>
                  </a:lnTo>
                  <a:lnTo>
                    <a:pt x="72669" y="296621"/>
                  </a:lnTo>
                  <a:lnTo>
                    <a:pt x="70485" y="314833"/>
                  </a:lnTo>
                  <a:lnTo>
                    <a:pt x="70485" y="357124"/>
                  </a:lnTo>
                  <a:lnTo>
                    <a:pt x="74549" y="361188"/>
                  </a:lnTo>
                  <a:lnTo>
                    <a:pt x="228600" y="361188"/>
                  </a:lnTo>
                  <a:lnTo>
                    <a:pt x="232664" y="357124"/>
                  </a:lnTo>
                  <a:lnTo>
                    <a:pt x="232664" y="344043"/>
                  </a:lnTo>
                  <a:lnTo>
                    <a:pt x="232664" y="314833"/>
                  </a:lnTo>
                  <a:lnTo>
                    <a:pt x="230479" y="296621"/>
                  </a:lnTo>
                  <a:lnTo>
                    <a:pt x="224345" y="279908"/>
                  </a:lnTo>
                  <a:lnTo>
                    <a:pt x="215646" y="266230"/>
                  </a:lnTo>
                  <a:lnTo>
                    <a:pt x="215646" y="344043"/>
                  </a:lnTo>
                  <a:lnTo>
                    <a:pt x="162052" y="344043"/>
                  </a:lnTo>
                  <a:lnTo>
                    <a:pt x="162052" y="300990"/>
                  </a:lnTo>
                  <a:lnTo>
                    <a:pt x="175069" y="283210"/>
                  </a:lnTo>
                  <a:lnTo>
                    <a:pt x="188849" y="264414"/>
                  </a:lnTo>
                  <a:lnTo>
                    <a:pt x="199517" y="274383"/>
                  </a:lnTo>
                  <a:lnTo>
                    <a:pt x="208000" y="286689"/>
                  </a:lnTo>
                  <a:lnTo>
                    <a:pt x="213614" y="300697"/>
                  </a:lnTo>
                  <a:lnTo>
                    <a:pt x="215519" y="314833"/>
                  </a:lnTo>
                  <a:lnTo>
                    <a:pt x="215646" y="344043"/>
                  </a:lnTo>
                  <a:lnTo>
                    <a:pt x="215646" y="266230"/>
                  </a:lnTo>
                  <a:lnTo>
                    <a:pt x="214871" y="265010"/>
                  </a:lnTo>
                  <a:lnTo>
                    <a:pt x="214299" y="264414"/>
                  </a:lnTo>
                  <a:lnTo>
                    <a:pt x="203530" y="253111"/>
                  </a:lnTo>
                  <a:lnTo>
                    <a:pt x="202692" y="252222"/>
                  </a:lnTo>
                  <a:lnTo>
                    <a:pt x="299974" y="252222"/>
                  </a:lnTo>
                  <a:lnTo>
                    <a:pt x="304038" y="248158"/>
                  </a:lnTo>
                  <a:lnTo>
                    <a:pt x="304038" y="235204"/>
                  </a:lnTo>
                  <a:lnTo>
                    <a:pt x="304038" y="207518"/>
                  </a:lnTo>
                  <a:close/>
                </a:path>
                <a:path w="2292350" h="361314">
                  <a:moveTo>
                    <a:pt x="2225421" y="30226"/>
                  </a:moveTo>
                  <a:lnTo>
                    <a:pt x="2224963" y="30226"/>
                  </a:lnTo>
                  <a:lnTo>
                    <a:pt x="2224646" y="30492"/>
                  </a:lnTo>
                  <a:lnTo>
                    <a:pt x="2225421" y="30226"/>
                  </a:lnTo>
                  <a:close/>
                </a:path>
                <a:path w="2292350" h="361314">
                  <a:moveTo>
                    <a:pt x="2231542" y="30226"/>
                  </a:moveTo>
                  <a:lnTo>
                    <a:pt x="2230932" y="29972"/>
                  </a:lnTo>
                  <a:lnTo>
                    <a:pt x="2226183" y="29972"/>
                  </a:lnTo>
                  <a:lnTo>
                    <a:pt x="2225421" y="30226"/>
                  </a:lnTo>
                  <a:lnTo>
                    <a:pt x="2231542" y="30226"/>
                  </a:lnTo>
                  <a:close/>
                </a:path>
                <a:path w="2292350" h="361314">
                  <a:moveTo>
                    <a:pt x="2292096" y="130556"/>
                  </a:moveTo>
                  <a:lnTo>
                    <a:pt x="2288794" y="126492"/>
                  </a:lnTo>
                  <a:lnTo>
                    <a:pt x="2284730" y="125603"/>
                  </a:lnTo>
                  <a:lnTo>
                    <a:pt x="2273427" y="123647"/>
                  </a:lnTo>
                  <a:lnTo>
                    <a:pt x="2273427" y="141859"/>
                  </a:lnTo>
                  <a:lnTo>
                    <a:pt x="2273427" y="162179"/>
                  </a:lnTo>
                  <a:lnTo>
                    <a:pt x="2251583" y="166116"/>
                  </a:lnTo>
                  <a:lnTo>
                    <a:pt x="2247519" y="167005"/>
                  </a:lnTo>
                  <a:lnTo>
                    <a:pt x="2245106" y="169418"/>
                  </a:lnTo>
                  <a:lnTo>
                    <a:pt x="2244344" y="173482"/>
                  </a:lnTo>
                  <a:lnTo>
                    <a:pt x="2241613" y="183261"/>
                  </a:lnTo>
                  <a:lnTo>
                    <a:pt x="2241550" y="183515"/>
                  </a:lnTo>
                  <a:lnTo>
                    <a:pt x="2238019" y="193116"/>
                  </a:lnTo>
                  <a:lnTo>
                    <a:pt x="2233587" y="202425"/>
                  </a:lnTo>
                  <a:lnTo>
                    <a:pt x="2228088" y="211582"/>
                  </a:lnTo>
                  <a:lnTo>
                    <a:pt x="2226437" y="214884"/>
                  </a:lnTo>
                  <a:lnTo>
                    <a:pt x="2226437" y="218821"/>
                  </a:lnTo>
                  <a:lnTo>
                    <a:pt x="2228088" y="222123"/>
                  </a:lnTo>
                  <a:lnTo>
                    <a:pt x="2241042" y="239903"/>
                  </a:lnTo>
                  <a:lnTo>
                    <a:pt x="2227186" y="254520"/>
                  </a:lnTo>
                  <a:lnTo>
                    <a:pt x="2208657" y="240792"/>
                  </a:lnTo>
                  <a:lnTo>
                    <a:pt x="2207387" y="239903"/>
                  </a:lnTo>
                  <a:lnTo>
                    <a:pt x="2205736" y="239522"/>
                  </a:lnTo>
                  <a:lnTo>
                    <a:pt x="2202307" y="239522"/>
                  </a:lnTo>
                  <a:lnTo>
                    <a:pt x="2200529" y="239903"/>
                  </a:lnTo>
                  <a:lnTo>
                    <a:pt x="2198878" y="240792"/>
                  </a:lnTo>
                  <a:lnTo>
                    <a:pt x="2189708" y="246405"/>
                  </a:lnTo>
                  <a:lnTo>
                    <a:pt x="2180348" y="251002"/>
                  </a:lnTo>
                  <a:lnTo>
                    <a:pt x="2170531" y="254533"/>
                  </a:lnTo>
                  <a:lnTo>
                    <a:pt x="2160016" y="256921"/>
                  </a:lnTo>
                  <a:lnTo>
                    <a:pt x="2155952" y="258572"/>
                  </a:lnTo>
                  <a:lnTo>
                    <a:pt x="2154301" y="260985"/>
                  </a:lnTo>
                  <a:lnTo>
                    <a:pt x="2153539" y="264287"/>
                  </a:lnTo>
                  <a:lnTo>
                    <a:pt x="2149475" y="286893"/>
                  </a:lnTo>
                  <a:lnTo>
                    <a:pt x="2129155" y="286893"/>
                  </a:lnTo>
                  <a:lnTo>
                    <a:pt x="2125294" y="264782"/>
                  </a:lnTo>
                  <a:lnTo>
                    <a:pt x="2125218" y="264287"/>
                  </a:lnTo>
                  <a:lnTo>
                    <a:pt x="2123567" y="260223"/>
                  </a:lnTo>
                  <a:lnTo>
                    <a:pt x="2121916" y="258572"/>
                  </a:lnTo>
                  <a:lnTo>
                    <a:pt x="2117852" y="256921"/>
                  </a:lnTo>
                  <a:lnTo>
                    <a:pt x="2107323" y="254533"/>
                  </a:lnTo>
                  <a:lnTo>
                    <a:pt x="2097506" y="251002"/>
                  </a:lnTo>
                  <a:lnTo>
                    <a:pt x="2088146" y="246405"/>
                  </a:lnTo>
                  <a:lnTo>
                    <a:pt x="2078990" y="240792"/>
                  </a:lnTo>
                  <a:lnTo>
                    <a:pt x="2077339" y="239903"/>
                  </a:lnTo>
                  <a:lnTo>
                    <a:pt x="2075688" y="239522"/>
                  </a:lnTo>
                  <a:lnTo>
                    <a:pt x="2072513" y="239522"/>
                  </a:lnTo>
                  <a:lnTo>
                    <a:pt x="2070862" y="239903"/>
                  </a:lnTo>
                  <a:lnTo>
                    <a:pt x="2069211" y="240792"/>
                  </a:lnTo>
                  <a:lnTo>
                    <a:pt x="2050656" y="254520"/>
                  </a:lnTo>
                  <a:lnTo>
                    <a:pt x="2036826" y="239903"/>
                  </a:lnTo>
                  <a:lnTo>
                    <a:pt x="2052193" y="218821"/>
                  </a:lnTo>
                  <a:lnTo>
                    <a:pt x="2052193" y="214884"/>
                  </a:lnTo>
                  <a:lnTo>
                    <a:pt x="2049780" y="211582"/>
                  </a:lnTo>
                  <a:lnTo>
                    <a:pt x="2044268" y="202425"/>
                  </a:lnTo>
                  <a:lnTo>
                    <a:pt x="2039848" y="193116"/>
                  </a:lnTo>
                  <a:lnTo>
                    <a:pt x="2036356" y="183515"/>
                  </a:lnTo>
                  <a:lnTo>
                    <a:pt x="2033651" y="173482"/>
                  </a:lnTo>
                  <a:lnTo>
                    <a:pt x="2032762" y="169418"/>
                  </a:lnTo>
                  <a:lnTo>
                    <a:pt x="2029587" y="167005"/>
                  </a:lnTo>
                  <a:lnTo>
                    <a:pt x="2026285" y="166116"/>
                  </a:lnTo>
                  <a:lnTo>
                    <a:pt x="2004441" y="162179"/>
                  </a:lnTo>
                  <a:lnTo>
                    <a:pt x="2004441" y="141859"/>
                  </a:lnTo>
                  <a:lnTo>
                    <a:pt x="2030349" y="137033"/>
                  </a:lnTo>
                  <a:lnTo>
                    <a:pt x="2032762" y="134620"/>
                  </a:lnTo>
                  <a:lnTo>
                    <a:pt x="2033651" y="130556"/>
                  </a:lnTo>
                  <a:lnTo>
                    <a:pt x="2036279" y="120459"/>
                  </a:lnTo>
                  <a:lnTo>
                    <a:pt x="2036356" y="120142"/>
                  </a:lnTo>
                  <a:lnTo>
                    <a:pt x="2039747" y="110845"/>
                  </a:lnTo>
                  <a:lnTo>
                    <a:pt x="2039848" y="110566"/>
                  </a:lnTo>
                  <a:lnTo>
                    <a:pt x="2044217" y="101561"/>
                  </a:lnTo>
                  <a:lnTo>
                    <a:pt x="2049780" y="92456"/>
                  </a:lnTo>
                  <a:lnTo>
                    <a:pt x="2052193" y="89154"/>
                  </a:lnTo>
                  <a:lnTo>
                    <a:pt x="2052193" y="85090"/>
                  </a:lnTo>
                  <a:lnTo>
                    <a:pt x="2049780" y="81915"/>
                  </a:lnTo>
                  <a:lnTo>
                    <a:pt x="2036826" y="64008"/>
                  </a:lnTo>
                  <a:lnTo>
                    <a:pt x="2050669" y="49530"/>
                  </a:lnTo>
                  <a:lnTo>
                    <a:pt x="2070862" y="63627"/>
                  </a:lnTo>
                  <a:lnTo>
                    <a:pt x="2072513" y="64262"/>
                  </a:lnTo>
                  <a:lnTo>
                    <a:pt x="2075688" y="64262"/>
                  </a:lnTo>
                  <a:lnTo>
                    <a:pt x="2077339" y="63627"/>
                  </a:lnTo>
                  <a:lnTo>
                    <a:pt x="2078990" y="62484"/>
                  </a:lnTo>
                  <a:lnTo>
                    <a:pt x="2088146" y="56984"/>
                  </a:lnTo>
                  <a:lnTo>
                    <a:pt x="2121916" y="45466"/>
                  </a:lnTo>
                  <a:lnTo>
                    <a:pt x="2122360" y="44577"/>
                  </a:lnTo>
                  <a:lnTo>
                    <a:pt x="2123567" y="42164"/>
                  </a:lnTo>
                  <a:lnTo>
                    <a:pt x="2125218" y="38989"/>
                  </a:lnTo>
                  <a:lnTo>
                    <a:pt x="2129155" y="17018"/>
                  </a:lnTo>
                  <a:lnTo>
                    <a:pt x="2149475" y="17018"/>
                  </a:lnTo>
                  <a:lnTo>
                    <a:pt x="2153539" y="38989"/>
                  </a:lnTo>
                  <a:lnTo>
                    <a:pt x="2154301" y="43815"/>
                  </a:lnTo>
                  <a:lnTo>
                    <a:pt x="2155952" y="45466"/>
                  </a:lnTo>
                  <a:lnTo>
                    <a:pt x="2198878" y="62484"/>
                  </a:lnTo>
                  <a:lnTo>
                    <a:pt x="2200529" y="63627"/>
                  </a:lnTo>
                  <a:lnTo>
                    <a:pt x="2202307" y="64262"/>
                  </a:lnTo>
                  <a:lnTo>
                    <a:pt x="2205736" y="64262"/>
                  </a:lnTo>
                  <a:lnTo>
                    <a:pt x="2207387" y="63627"/>
                  </a:lnTo>
                  <a:lnTo>
                    <a:pt x="2208657" y="62484"/>
                  </a:lnTo>
                  <a:lnTo>
                    <a:pt x="2227199" y="49530"/>
                  </a:lnTo>
                  <a:lnTo>
                    <a:pt x="2241042" y="64008"/>
                  </a:lnTo>
                  <a:lnTo>
                    <a:pt x="2228088" y="81915"/>
                  </a:lnTo>
                  <a:lnTo>
                    <a:pt x="2226437" y="85090"/>
                  </a:lnTo>
                  <a:lnTo>
                    <a:pt x="2226437" y="89154"/>
                  </a:lnTo>
                  <a:lnTo>
                    <a:pt x="2228088" y="92456"/>
                  </a:lnTo>
                  <a:lnTo>
                    <a:pt x="2233587" y="101561"/>
                  </a:lnTo>
                  <a:lnTo>
                    <a:pt x="2238019" y="110845"/>
                  </a:lnTo>
                  <a:lnTo>
                    <a:pt x="2241435" y="120142"/>
                  </a:lnTo>
                  <a:lnTo>
                    <a:pt x="2241550" y="120459"/>
                  </a:lnTo>
                  <a:lnTo>
                    <a:pt x="2244344" y="130556"/>
                  </a:lnTo>
                  <a:lnTo>
                    <a:pt x="2245106" y="134620"/>
                  </a:lnTo>
                  <a:lnTo>
                    <a:pt x="2248408" y="136144"/>
                  </a:lnTo>
                  <a:lnTo>
                    <a:pt x="2251583" y="137795"/>
                  </a:lnTo>
                  <a:lnTo>
                    <a:pt x="2273427" y="141859"/>
                  </a:lnTo>
                  <a:lnTo>
                    <a:pt x="2273427" y="123647"/>
                  </a:lnTo>
                  <a:lnTo>
                    <a:pt x="2261362" y="121539"/>
                  </a:lnTo>
                  <a:lnTo>
                    <a:pt x="2258923" y="112636"/>
                  </a:lnTo>
                  <a:lnTo>
                    <a:pt x="2255672" y="104063"/>
                  </a:lnTo>
                  <a:lnTo>
                    <a:pt x="2251735" y="95580"/>
                  </a:lnTo>
                  <a:lnTo>
                    <a:pt x="2247519" y="87503"/>
                  </a:lnTo>
                  <a:lnTo>
                    <a:pt x="2260473" y="68961"/>
                  </a:lnTo>
                  <a:lnTo>
                    <a:pt x="2263775" y="65659"/>
                  </a:lnTo>
                  <a:lnTo>
                    <a:pt x="2262886" y="60833"/>
                  </a:lnTo>
                  <a:lnTo>
                    <a:pt x="2259711" y="57531"/>
                  </a:lnTo>
                  <a:lnTo>
                    <a:pt x="2251710" y="49530"/>
                  </a:lnTo>
                  <a:lnTo>
                    <a:pt x="2246744" y="44577"/>
                  </a:lnTo>
                  <a:lnTo>
                    <a:pt x="2234565" y="32385"/>
                  </a:lnTo>
                  <a:lnTo>
                    <a:pt x="2232787" y="30734"/>
                  </a:lnTo>
                  <a:lnTo>
                    <a:pt x="2224341" y="30734"/>
                  </a:lnTo>
                  <a:lnTo>
                    <a:pt x="2223262" y="31623"/>
                  </a:lnTo>
                  <a:lnTo>
                    <a:pt x="2203831" y="44577"/>
                  </a:lnTo>
                  <a:lnTo>
                    <a:pt x="2196211" y="40030"/>
                  </a:lnTo>
                  <a:lnTo>
                    <a:pt x="2188095" y="36093"/>
                  </a:lnTo>
                  <a:lnTo>
                    <a:pt x="2179523" y="32740"/>
                  </a:lnTo>
                  <a:lnTo>
                    <a:pt x="2170557" y="29972"/>
                  </a:lnTo>
                  <a:lnTo>
                    <a:pt x="2167788" y="17018"/>
                  </a:lnTo>
                  <a:lnTo>
                    <a:pt x="2165731" y="7366"/>
                  </a:lnTo>
                  <a:lnTo>
                    <a:pt x="2164080" y="3302"/>
                  </a:lnTo>
                  <a:lnTo>
                    <a:pt x="2161667" y="0"/>
                  </a:lnTo>
                  <a:lnTo>
                    <a:pt x="2116201" y="0"/>
                  </a:lnTo>
                  <a:lnTo>
                    <a:pt x="2112264" y="3302"/>
                  </a:lnTo>
                  <a:lnTo>
                    <a:pt x="2111375" y="7366"/>
                  </a:lnTo>
                  <a:lnTo>
                    <a:pt x="2107374" y="29591"/>
                  </a:lnTo>
                  <a:lnTo>
                    <a:pt x="2107311" y="29972"/>
                  </a:lnTo>
                  <a:lnTo>
                    <a:pt x="2098395" y="32740"/>
                  </a:lnTo>
                  <a:lnTo>
                    <a:pt x="2089823" y="36093"/>
                  </a:lnTo>
                  <a:lnTo>
                    <a:pt x="2081707" y="40030"/>
                  </a:lnTo>
                  <a:lnTo>
                    <a:pt x="2074164" y="44577"/>
                  </a:lnTo>
                  <a:lnTo>
                    <a:pt x="2054733" y="31623"/>
                  </a:lnTo>
                  <a:lnTo>
                    <a:pt x="2052955" y="30226"/>
                  </a:lnTo>
                  <a:lnTo>
                    <a:pt x="2051177" y="29591"/>
                  </a:lnTo>
                  <a:lnTo>
                    <a:pt x="2047240" y="29591"/>
                  </a:lnTo>
                  <a:lnTo>
                    <a:pt x="2018157" y="57531"/>
                  </a:lnTo>
                  <a:lnTo>
                    <a:pt x="2014982" y="60833"/>
                  </a:lnTo>
                  <a:lnTo>
                    <a:pt x="2014982" y="65659"/>
                  </a:lnTo>
                  <a:lnTo>
                    <a:pt x="2017395" y="68961"/>
                  </a:lnTo>
                  <a:lnTo>
                    <a:pt x="2030349" y="88392"/>
                  </a:lnTo>
                  <a:lnTo>
                    <a:pt x="2026234" y="95948"/>
                  </a:lnTo>
                  <a:lnTo>
                    <a:pt x="2022538" y="104063"/>
                  </a:lnTo>
                  <a:lnTo>
                    <a:pt x="2019300" y="112636"/>
                  </a:lnTo>
                  <a:lnTo>
                    <a:pt x="2016633" y="121539"/>
                  </a:lnTo>
                  <a:lnTo>
                    <a:pt x="1993138" y="125603"/>
                  </a:lnTo>
                  <a:lnTo>
                    <a:pt x="1989074" y="126492"/>
                  </a:lnTo>
                  <a:lnTo>
                    <a:pt x="1985772" y="129667"/>
                  </a:lnTo>
                  <a:lnTo>
                    <a:pt x="1985772" y="170180"/>
                  </a:lnTo>
                  <a:lnTo>
                    <a:pt x="1987423" y="174244"/>
                  </a:lnTo>
                  <a:lnTo>
                    <a:pt x="1989836" y="178308"/>
                  </a:lnTo>
                  <a:lnTo>
                    <a:pt x="1993900" y="179197"/>
                  </a:lnTo>
                  <a:lnTo>
                    <a:pt x="2017395" y="183261"/>
                  </a:lnTo>
                  <a:lnTo>
                    <a:pt x="2020150" y="192176"/>
                  </a:lnTo>
                  <a:lnTo>
                    <a:pt x="2023503" y="200748"/>
                  </a:lnTo>
                  <a:lnTo>
                    <a:pt x="2027440" y="208864"/>
                  </a:lnTo>
                  <a:lnTo>
                    <a:pt x="2032000" y="216408"/>
                  </a:lnTo>
                  <a:lnTo>
                    <a:pt x="2018157" y="235839"/>
                  </a:lnTo>
                  <a:lnTo>
                    <a:pt x="2015744" y="239141"/>
                  </a:lnTo>
                  <a:lnTo>
                    <a:pt x="2016633" y="243967"/>
                  </a:lnTo>
                  <a:lnTo>
                    <a:pt x="2019808" y="247269"/>
                  </a:lnTo>
                  <a:lnTo>
                    <a:pt x="2044954" y="272415"/>
                  </a:lnTo>
                  <a:lnTo>
                    <a:pt x="2046732" y="274066"/>
                  </a:lnTo>
                  <a:lnTo>
                    <a:pt x="2048891" y="274955"/>
                  </a:lnTo>
                  <a:lnTo>
                    <a:pt x="2052701" y="274955"/>
                  </a:lnTo>
                  <a:lnTo>
                    <a:pt x="2054352" y="274320"/>
                  </a:lnTo>
                  <a:lnTo>
                    <a:pt x="2055495" y="273177"/>
                  </a:lnTo>
                  <a:lnTo>
                    <a:pt x="2074926" y="260223"/>
                  </a:lnTo>
                  <a:lnTo>
                    <a:pt x="2082863" y="264782"/>
                  </a:lnTo>
                  <a:lnTo>
                    <a:pt x="2091029" y="268719"/>
                  </a:lnTo>
                  <a:lnTo>
                    <a:pt x="2099652" y="272072"/>
                  </a:lnTo>
                  <a:lnTo>
                    <a:pt x="2108962" y="274828"/>
                  </a:lnTo>
                  <a:lnTo>
                    <a:pt x="2113026" y="297434"/>
                  </a:lnTo>
                  <a:lnTo>
                    <a:pt x="2113788" y="301498"/>
                  </a:lnTo>
                  <a:lnTo>
                    <a:pt x="2117090" y="304800"/>
                  </a:lnTo>
                  <a:lnTo>
                    <a:pt x="2161667" y="304800"/>
                  </a:lnTo>
                  <a:lnTo>
                    <a:pt x="2165731" y="301498"/>
                  </a:lnTo>
                  <a:lnTo>
                    <a:pt x="2166493" y="297434"/>
                  </a:lnTo>
                  <a:lnTo>
                    <a:pt x="2168385" y="286893"/>
                  </a:lnTo>
                  <a:lnTo>
                    <a:pt x="2170480" y="275209"/>
                  </a:lnTo>
                  <a:lnTo>
                    <a:pt x="2170557" y="274828"/>
                  </a:lnTo>
                  <a:lnTo>
                    <a:pt x="2179523" y="272072"/>
                  </a:lnTo>
                  <a:lnTo>
                    <a:pt x="2188095" y="268719"/>
                  </a:lnTo>
                  <a:lnTo>
                    <a:pt x="2196211" y="264782"/>
                  </a:lnTo>
                  <a:lnTo>
                    <a:pt x="2203831" y="260223"/>
                  </a:lnTo>
                  <a:lnTo>
                    <a:pt x="2223262" y="273177"/>
                  </a:lnTo>
                  <a:lnTo>
                    <a:pt x="2225040" y="274574"/>
                  </a:lnTo>
                  <a:lnTo>
                    <a:pt x="2226818" y="275209"/>
                  </a:lnTo>
                  <a:lnTo>
                    <a:pt x="2230628" y="275209"/>
                  </a:lnTo>
                  <a:lnTo>
                    <a:pt x="2232507" y="274320"/>
                  </a:lnTo>
                  <a:lnTo>
                    <a:pt x="2232660" y="274320"/>
                  </a:lnTo>
                  <a:lnTo>
                    <a:pt x="2246757" y="260223"/>
                  </a:lnTo>
                  <a:lnTo>
                    <a:pt x="2252446" y="254533"/>
                  </a:lnTo>
                  <a:lnTo>
                    <a:pt x="2259711" y="247269"/>
                  </a:lnTo>
                  <a:lnTo>
                    <a:pt x="2262886" y="243967"/>
                  </a:lnTo>
                  <a:lnTo>
                    <a:pt x="2262886" y="239141"/>
                  </a:lnTo>
                  <a:lnTo>
                    <a:pt x="2260473" y="235839"/>
                  </a:lnTo>
                  <a:lnTo>
                    <a:pt x="2247519" y="216408"/>
                  </a:lnTo>
                  <a:lnTo>
                    <a:pt x="2251735" y="208864"/>
                  </a:lnTo>
                  <a:lnTo>
                    <a:pt x="2255621" y="200748"/>
                  </a:lnTo>
                  <a:lnTo>
                    <a:pt x="2258923" y="192176"/>
                  </a:lnTo>
                  <a:lnTo>
                    <a:pt x="2261285" y="183515"/>
                  </a:lnTo>
                  <a:lnTo>
                    <a:pt x="2261362" y="183261"/>
                  </a:lnTo>
                  <a:lnTo>
                    <a:pt x="2284730" y="179197"/>
                  </a:lnTo>
                  <a:lnTo>
                    <a:pt x="2288794" y="178308"/>
                  </a:lnTo>
                  <a:lnTo>
                    <a:pt x="2292096" y="175133"/>
                  </a:lnTo>
                  <a:lnTo>
                    <a:pt x="2292096" y="1305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79805" y="2264765"/>
            <a:ext cx="1762760" cy="2038985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76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Complete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DWH</a:t>
            </a:r>
            <a:endParaRPr sz="1100">
              <a:latin typeface="Trebuchet MS"/>
              <a:cs typeface="Trebuchet MS"/>
            </a:endParaRPr>
          </a:p>
          <a:p>
            <a:pPr marL="299085" marR="528955" indent="-287020">
              <a:lnSpc>
                <a:spcPct val="15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Automatic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data </a:t>
            </a: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encryption</a:t>
            </a:r>
            <a:endParaRPr sz="11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66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Time 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travel</a:t>
            </a:r>
            <a:r>
              <a:rPr sz="11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up</a:t>
            </a: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1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1</a:t>
            </a:r>
            <a:r>
              <a:rPr sz="11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day</a:t>
            </a:r>
            <a:endParaRPr sz="1100">
              <a:latin typeface="Trebuchet MS"/>
              <a:cs typeface="Trebuchet MS"/>
            </a:endParaRPr>
          </a:p>
          <a:p>
            <a:pPr marL="299085" marR="5080" indent="-287020">
              <a:lnSpc>
                <a:spcPct val="15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Disaster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65" dirty="0">
                <a:solidFill>
                  <a:srgbClr val="D9D9D9"/>
                </a:solidFill>
                <a:latin typeface="Trebuchet MS"/>
                <a:cs typeface="Trebuchet MS"/>
              </a:rPr>
              <a:t>recovery 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for</a:t>
            </a:r>
            <a:r>
              <a:rPr sz="11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7 </a:t>
            </a:r>
            <a:r>
              <a:rPr sz="1100" b="1" spc="-20" dirty="0">
                <a:solidFill>
                  <a:srgbClr val="D9D9D9"/>
                </a:solidFill>
                <a:latin typeface="Trebuchet MS"/>
                <a:cs typeface="Trebuchet MS"/>
              </a:rPr>
              <a:t>days</a:t>
            </a:r>
            <a:r>
              <a:rPr sz="11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beyond</a:t>
            </a:r>
            <a:r>
              <a:rPr sz="11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time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travel</a:t>
            </a:r>
            <a:endParaRPr sz="11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66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Secure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r>
              <a:rPr sz="11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share</a:t>
            </a:r>
            <a:endParaRPr sz="11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67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Premier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support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0" dirty="0">
                <a:solidFill>
                  <a:srgbClr val="D9D9D9"/>
                </a:solidFill>
                <a:latin typeface="Trebuchet MS"/>
                <a:cs typeface="Trebuchet MS"/>
              </a:rPr>
              <a:t>24/7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660650" y="3350767"/>
            <a:ext cx="1753235" cy="85026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82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Materialized</a:t>
            </a:r>
            <a:r>
              <a:rPr sz="1200" b="1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D9D9D9"/>
                </a:solidFill>
                <a:latin typeface="Trebuchet MS"/>
                <a:cs typeface="Trebuchet MS"/>
              </a:rPr>
              <a:t>views</a:t>
            </a:r>
            <a:endParaRPr sz="12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72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Search</a:t>
            </a: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D9D9D9"/>
                </a:solidFill>
                <a:latin typeface="Trebuchet MS"/>
                <a:cs typeface="Trebuchet MS"/>
              </a:rPr>
              <a:t>Optimization</a:t>
            </a:r>
            <a:endParaRPr sz="12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73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Column-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level</a:t>
            </a:r>
            <a:r>
              <a:rPr sz="1200" b="1" spc="-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D9D9D9"/>
                </a:solidFill>
                <a:latin typeface="Trebuchet MS"/>
                <a:cs typeface="Trebuchet MS"/>
              </a:rPr>
              <a:t>security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60650" y="2253233"/>
            <a:ext cx="2126615" cy="112331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819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  <a:tab pos="1993264" algn="l"/>
              </a:tabLst>
            </a:pPr>
            <a:r>
              <a:rPr sz="1200" b="1" spc="-40" dirty="0">
                <a:solidFill>
                  <a:srgbClr val="D9D9D9"/>
                </a:solidFill>
                <a:latin typeface="Trebuchet MS"/>
                <a:cs typeface="Trebuchet MS"/>
              </a:rPr>
              <a:t>All</a:t>
            </a:r>
            <a:r>
              <a:rPr sz="12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D9D9D9"/>
                </a:solidFill>
                <a:latin typeface="Trebuchet MS"/>
                <a:cs typeface="Trebuchet MS"/>
              </a:rPr>
              <a:t>Standard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D9D9D9"/>
                </a:solidFill>
                <a:latin typeface="Trebuchet MS"/>
                <a:cs typeface="Trebuchet MS"/>
              </a:rPr>
              <a:t>features</a:t>
            </a:r>
            <a:r>
              <a:rPr sz="1200" b="1" dirty="0">
                <a:solidFill>
                  <a:srgbClr val="D9D9D9"/>
                </a:solidFill>
                <a:latin typeface="Trebuchet MS"/>
                <a:cs typeface="Trebuchet MS"/>
              </a:rPr>
              <a:t>	</a:t>
            </a:r>
            <a:r>
              <a:rPr sz="1200" spc="-50" dirty="0">
                <a:solidFill>
                  <a:srgbClr val="99D3FF"/>
                </a:solidFill>
                <a:latin typeface="Wingdings"/>
                <a:cs typeface="Wingdings"/>
              </a:rPr>
              <a:t></a:t>
            </a:r>
            <a:endParaRPr sz="1200">
              <a:latin typeface="Wingdings"/>
              <a:cs typeface="Wingdings"/>
            </a:endParaRPr>
          </a:p>
          <a:p>
            <a:pPr marL="299085" indent="-286385">
              <a:lnSpc>
                <a:spcPct val="100000"/>
              </a:lnSpc>
              <a:spcBef>
                <a:spcPts val="72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10" dirty="0">
                <a:solidFill>
                  <a:srgbClr val="D9D9D9"/>
                </a:solidFill>
                <a:latin typeface="Trebuchet MS"/>
                <a:cs typeface="Trebuchet MS"/>
              </a:rPr>
              <a:t>Multi-</a:t>
            </a:r>
            <a:r>
              <a:rPr sz="1200" b="1" spc="-50" dirty="0">
                <a:solidFill>
                  <a:srgbClr val="D9D9D9"/>
                </a:solidFill>
                <a:latin typeface="Trebuchet MS"/>
                <a:cs typeface="Trebuchet MS"/>
              </a:rPr>
              <a:t>cluster</a:t>
            </a:r>
            <a:r>
              <a:rPr sz="12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D9D9D9"/>
                </a:solidFill>
                <a:latin typeface="Trebuchet MS"/>
                <a:cs typeface="Trebuchet MS"/>
              </a:rPr>
              <a:t>warehouse</a:t>
            </a:r>
            <a:r>
              <a:rPr sz="1200" b="1" spc="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spc="-50" dirty="0">
                <a:solidFill>
                  <a:srgbClr val="99D3FF"/>
                </a:solidFill>
                <a:latin typeface="Wingdings"/>
                <a:cs typeface="Wingdings"/>
              </a:rPr>
              <a:t></a:t>
            </a:r>
            <a:endParaRPr sz="1200">
              <a:latin typeface="Wingdings"/>
              <a:cs typeface="Wingdings"/>
            </a:endParaRPr>
          </a:p>
          <a:p>
            <a:pPr marL="299085" marR="501650" indent="-287020">
              <a:lnSpc>
                <a:spcPct val="15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75" dirty="0">
                <a:solidFill>
                  <a:srgbClr val="D9D9D9"/>
                </a:solidFill>
                <a:latin typeface="Trebuchet MS"/>
                <a:cs typeface="Trebuchet MS"/>
              </a:rPr>
              <a:t>Time</a:t>
            </a:r>
            <a:r>
              <a:rPr sz="12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travel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up</a:t>
            </a:r>
            <a:r>
              <a:rPr sz="12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0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2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D9D9D9"/>
                </a:solidFill>
                <a:latin typeface="Trebuchet MS"/>
                <a:cs typeface="Trebuchet MS"/>
              </a:rPr>
              <a:t>90 </a:t>
            </a:r>
            <a:r>
              <a:rPr sz="1200" b="1" spc="-20" dirty="0">
                <a:solidFill>
                  <a:srgbClr val="D9D9D9"/>
                </a:solidFill>
                <a:latin typeface="Trebuchet MS"/>
                <a:cs typeface="Trebuchet MS"/>
              </a:rPr>
              <a:t>days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41850" y="1656968"/>
            <a:ext cx="1828800" cy="2544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0545" marR="569595" indent="-9144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00C3FF"/>
                </a:solidFill>
                <a:latin typeface="Trebuchet MS"/>
                <a:cs typeface="Trebuchet MS"/>
              </a:rPr>
              <a:t>Business </a:t>
            </a: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Critical</a:t>
            </a:r>
            <a:endParaRPr sz="1600">
              <a:latin typeface="Trebuchet MS"/>
              <a:cs typeface="Trebuchet MS"/>
            </a:endParaRPr>
          </a:p>
          <a:p>
            <a:pPr marL="299085" marR="5080">
              <a:lnSpc>
                <a:spcPct val="150000"/>
              </a:lnSpc>
              <a:spcBef>
                <a:spcPts val="860"/>
              </a:spcBef>
            </a:pPr>
            <a:r>
              <a:rPr sz="1200" b="1" spc="-40" dirty="0">
                <a:solidFill>
                  <a:srgbClr val="D9D9D9"/>
                </a:solidFill>
                <a:latin typeface="Trebuchet MS"/>
                <a:cs typeface="Trebuchet MS"/>
              </a:rPr>
              <a:t>All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Enterprise</a:t>
            </a:r>
            <a:r>
              <a:rPr sz="1200" b="1" spc="-4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D9D9D9"/>
                </a:solidFill>
                <a:latin typeface="Trebuchet MS"/>
                <a:cs typeface="Trebuchet MS"/>
              </a:rPr>
              <a:t>features </a:t>
            </a:r>
            <a:r>
              <a:rPr sz="1200" b="1" spc="-50" dirty="0">
                <a:solidFill>
                  <a:srgbClr val="D9D9D9"/>
                </a:solidFill>
                <a:latin typeface="Trebuchet MS"/>
                <a:cs typeface="Trebuchet MS"/>
              </a:rPr>
              <a:t>Additional</a:t>
            </a:r>
            <a:r>
              <a:rPr sz="1200" b="1" spc="-3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D9D9D9"/>
                </a:solidFill>
                <a:latin typeface="Trebuchet MS"/>
                <a:cs typeface="Trebuchet MS"/>
              </a:rPr>
              <a:t>security </a:t>
            </a:r>
            <a:r>
              <a:rPr sz="1200" b="1" spc="-50" dirty="0">
                <a:solidFill>
                  <a:srgbClr val="D9D9D9"/>
                </a:solidFill>
                <a:latin typeface="Trebuchet MS"/>
                <a:cs typeface="Trebuchet MS"/>
              </a:rPr>
              <a:t>features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D9D9D9"/>
                </a:solidFill>
                <a:latin typeface="Trebuchet MS"/>
                <a:cs typeface="Trebuchet MS"/>
              </a:rPr>
              <a:t>such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D9D9D9"/>
                </a:solidFill>
                <a:latin typeface="Trebuchet MS"/>
                <a:cs typeface="Trebuchet MS"/>
              </a:rPr>
              <a:t>as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D9D9D9"/>
                </a:solidFill>
                <a:latin typeface="Trebuchet MS"/>
                <a:cs typeface="Trebuchet MS"/>
              </a:rPr>
              <a:t>Data 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encryption</a:t>
            </a:r>
            <a:r>
              <a:rPr sz="1200" b="1" spc="-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everywhere</a:t>
            </a:r>
            <a:endParaRPr sz="12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72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Extended</a:t>
            </a:r>
            <a:r>
              <a:rPr sz="1200" b="1" spc="-4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D9D9D9"/>
                </a:solidFill>
                <a:latin typeface="Trebuchet MS"/>
                <a:cs typeface="Trebuchet MS"/>
              </a:rPr>
              <a:t>support</a:t>
            </a:r>
            <a:endParaRPr sz="1200">
              <a:latin typeface="Trebuchet MS"/>
              <a:cs typeface="Trebuchet MS"/>
            </a:endParaRPr>
          </a:p>
          <a:p>
            <a:pPr marL="299085" marR="86995" indent="-287020">
              <a:lnSpc>
                <a:spcPts val="2170"/>
              </a:lnSpc>
              <a:spcBef>
                <a:spcPts val="9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35" dirty="0">
                <a:solidFill>
                  <a:srgbClr val="D9D9D9"/>
                </a:solidFill>
                <a:latin typeface="Trebuchet MS"/>
                <a:cs typeface="Trebuchet MS"/>
              </a:rPr>
              <a:t>Database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0" dirty="0">
                <a:solidFill>
                  <a:srgbClr val="D9D9D9"/>
                </a:solidFill>
                <a:latin typeface="Trebuchet MS"/>
                <a:cs typeface="Trebuchet MS"/>
              </a:rPr>
              <a:t>failover</a:t>
            </a: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D9D9D9"/>
                </a:solidFill>
                <a:latin typeface="Trebuchet MS"/>
                <a:cs typeface="Trebuchet MS"/>
              </a:rPr>
              <a:t>and </a:t>
            </a:r>
            <a:r>
              <a:rPr sz="1200" b="1" spc="-35" dirty="0">
                <a:solidFill>
                  <a:srgbClr val="D9D9D9"/>
                </a:solidFill>
                <a:latin typeface="Trebuchet MS"/>
                <a:cs typeface="Trebuchet MS"/>
              </a:rPr>
              <a:t>disaster</a:t>
            </a:r>
            <a:r>
              <a:rPr sz="1200" b="1" spc="-3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D9D9D9"/>
                </a:solidFill>
                <a:latin typeface="Trebuchet MS"/>
                <a:cs typeface="Trebuchet MS"/>
              </a:rPr>
              <a:t>recovery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91045" y="2268473"/>
            <a:ext cx="1842135" cy="1673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240665" indent="-287020">
              <a:lnSpc>
                <a:spcPct val="1501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40" dirty="0">
                <a:solidFill>
                  <a:srgbClr val="D9D9D9"/>
                </a:solidFill>
                <a:latin typeface="Trebuchet MS"/>
                <a:cs typeface="Trebuchet MS"/>
              </a:rPr>
              <a:t>All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D9D9D9"/>
                </a:solidFill>
                <a:latin typeface="Trebuchet MS"/>
                <a:cs typeface="Trebuchet MS"/>
              </a:rPr>
              <a:t>Business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Ciritcal </a:t>
            </a:r>
            <a:r>
              <a:rPr sz="1200" b="1" spc="-10" dirty="0">
                <a:solidFill>
                  <a:srgbClr val="D9D9D9"/>
                </a:solidFill>
                <a:latin typeface="Trebuchet MS"/>
                <a:cs typeface="Trebuchet MS"/>
              </a:rPr>
              <a:t>features</a:t>
            </a:r>
            <a:endParaRPr sz="1200">
              <a:latin typeface="Trebuchet MS"/>
              <a:cs typeface="Trebuchet MS"/>
            </a:endParaRPr>
          </a:p>
          <a:p>
            <a:pPr marL="299085" marR="5080" indent="-287020">
              <a:lnSpc>
                <a:spcPct val="15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Dedicated</a:t>
            </a:r>
            <a:r>
              <a:rPr sz="1200" b="1" spc="-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D9D9D9"/>
                </a:solidFill>
                <a:latin typeface="Trebuchet MS"/>
                <a:cs typeface="Trebuchet MS"/>
              </a:rPr>
              <a:t>virtual </a:t>
            </a: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servers</a:t>
            </a:r>
            <a:r>
              <a:rPr sz="1200" b="1" spc="-50" dirty="0">
                <a:solidFill>
                  <a:srgbClr val="D9D9D9"/>
                </a:solidFill>
                <a:latin typeface="Trebuchet MS"/>
                <a:cs typeface="Trebuchet MS"/>
              </a:rPr>
              <a:t> and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 completely seperate</a:t>
            </a:r>
            <a:r>
              <a:rPr sz="1200" b="1" spc="-3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D9D9D9"/>
                </a:solidFill>
                <a:latin typeface="Trebuchet MS"/>
                <a:cs typeface="Trebuchet MS"/>
              </a:rPr>
              <a:t>Snowflake</a:t>
            </a:r>
            <a:endParaRPr sz="12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735"/>
              </a:spcBef>
            </a:pPr>
            <a:r>
              <a:rPr sz="1200" b="1" spc="-10" dirty="0">
                <a:solidFill>
                  <a:srgbClr val="D9D9D9"/>
                </a:solidFill>
                <a:latin typeface="Trebuchet MS"/>
                <a:cs typeface="Trebuchet MS"/>
              </a:rPr>
              <a:t>environment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03879" y="2339086"/>
            <a:ext cx="29400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Snowflake</a:t>
            </a:r>
            <a:r>
              <a:rPr spc="-10" dirty="0"/>
              <a:t> Pricing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91895">
              <a:lnSpc>
                <a:spcPct val="100000"/>
              </a:lnSpc>
              <a:spcBef>
                <a:spcPts val="105"/>
              </a:spcBef>
            </a:pPr>
            <a:r>
              <a:rPr dirty="0"/>
              <a:t>Snowflake</a:t>
            </a:r>
            <a:r>
              <a:rPr spc="-10" dirty="0"/>
              <a:t> Pricing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97863" y="1281683"/>
            <a:ext cx="2505075" cy="1648460"/>
            <a:chOff x="1197863" y="1281683"/>
            <a:chExt cx="2505075" cy="16484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3" y="1281683"/>
              <a:ext cx="2504566" cy="16484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761" y="1436369"/>
              <a:ext cx="1871472" cy="10165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524761" y="1436369"/>
              <a:ext cx="1871980" cy="1016635"/>
            </a:xfrm>
            <a:custGeom>
              <a:avLst/>
              <a:gdLst/>
              <a:ahLst/>
              <a:cxnLst/>
              <a:rect l="l" t="t" r="r" b="b"/>
              <a:pathLst>
                <a:path w="1871979" h="1016635">
                  <a:moveTo>
                    <a:pt x="0" y="508253"/>
                  </a:moveTo>
                  <a:lnTo>
                    <a:pt x="254126" y="0"/>
                  </a:lnTo>
                  <a:lnTo>
                    <a:pt x="1617345" y="0"/>
                  </a:lnTo>
                  <a:lnTo>
                    <a:pt x="1871472" y="508253"/>
                  </a:lnTo>
                  <a:lnTo>
                    <a:pt x="1617345" y="1016507"/>
                  </a:lnTo>
                  <a:lnTo>
                    <a:pt x="254126" y="1016507"/>
                  </a:lnTo>
                  <a:lnTo>
                    <a:pt x="0" y="508253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26462" y="1643722"/>
              <a:ext cx="298450" cy="298450"/>
            </a:xfrm>
            <a:custGeom>
              <a:avLst/>
              <a:gdLst/>
              <a:ahLst/>
              <a:cxnLst/>
              <a:rect l="l" t="t" r="r" b="b"/>
              <a:pathLst>
                <a:path w="298450" h="298450">
                  <a:moveTo>
                    <a:pt x="27457" y="219633"/>
                  </a:moveTo>
                  <a:lnTo>
                    <a:pt x="0" y="219633"/>
                  </a:lnTo>
                  <a:lnTo>
                    <a:pt x="0" y="235318"/>
                  </a:lnTo>
                  <a:lnTo>
                    <a:pt x="27457" y="235318"/>
                  </a:lnTo>
                  <a:lnTo>
                    <a:pt x="27457" y="219633"/>
                  </a:lnTo>
                  <a:close/>
                </a:path>
                <a:path w="298450" h="298450">
                  <a:moveTo>
                    <a:pt x="27457" y="188264"/>
                  </a:moveTo>
                  <a:lnTo>
                    <a:pt x="0" y="188264"/>
                  </a:lnTo>
                  <a:lnTo>
                    <a:pt x="0" y="203949"/>
                  </a:lnTo>
                  <a:lnTo>
                    <a:pt x="27457" y="203949"/>
                  </a:lnTo>
                  <a:lnTo>
                    <a:pt x="27457" y="188264"/>
                  </a:lnTo>
                  <a:close/>
                </a:path>
                <a:path w="298450" h="298450">
                  <a:moveTo>
                    <a:pt x="27457" y="156883"/>
                  </a:moveTo>
                  <a:lnTo>
                    <a:pt x="0" y="156883"/>
                  </a:lnTo>
                  <a:lnTo>
                    <a:pt x="0" y="172567"/>
                  </a:lnTo>
                  <a:lnTo>
                    <a:pt x="27457" y="172567"/>
                  </a:lnTo>
                  <a:lnTo>
                    <a:pt x="27457" y="156883"/>
                  </a:lnTo>
                  <a:close/>
                </a:path>
                <a:path w="298450" h="298450">
                  <a:moveTo>
                    <a:pt x="27457" y="125514"/>
                  </a:moveTo>
                  <a:lnTo>
                    <a:pt x="0" y="125514"/>
                  </a:lnTo>
                  <a:lnTo>
                    <a:pt x="0" y="141198"/>
                  </a:lnTo>
                  <a:lnTo>
                    <a:pt x="27457" y="141198"/>
                  </a:lnTo>
                  <a:lnTo>
                    <a:pt x="27457" y="125514"/>
                  </a:lnTo>
                  <a:close/>
                </a:path>
                <a:path w="298450" h="298450">
                  <a:moveTo>
                    <a:pt x="27457" y="94132"/>
                  </a:moveTo>
                  <a:lnTo>
                    <a:pt x="0" y="94132"/>
                  </a:lnTo>
                  <a:lnTo>
                    <a:pt x="0" y="109816"/>
                  </a:lnTo>
                  <a:lnTo>
                    <a:pt x="27457" y="109816"/>
                  </a:lnTo>
                  <a:lnTo>
                    <a:pt x="27457" y="94132"/>
                  </a:lnTo>
                  <a:close/>
                </a:path>
                <a:path w="298450" h="298450">
                  <a:moveTo>
                    <a:pt x="27457" y="62750"/>
                  </a:moveTo>
                  <a:lnTo>
                    <a:pt x="0" y="62750"/>
                  </a:lnTo>
                  <a:lnTo>
                    <a:pt x="0" y="78447"/>
                  </a:lnTo>
                  <a:lnTo>
                    <a:pt x="27457" y="78447"/>
                  </a:lnTo>
                  <a:lnTo>
                    <a:pt x="27457" y="62750"/>
                  </a:lnTo>
                  <a:close/>
                </a:path>
                <a:path w="298450" h="298450">
                  <a:moveTo>
                    <a:pt x="78435" y="270624"/>
                  </a:moveTo>
                  <a:lnTo>
                    <a:pt x="62750" y="270624"/>
                  </a:lnTo>
                  <a:lnTo>
                    <a:pt x="62750" y="298069"/>
                  </a:lnTo>
                  <a:lnTo>
                    <a:pt x="78435" y="298069"/>
                  </a:lnTo>
                  <a:lnTo>
                    <a:pt x="78435" y="270624"/>
                  </a:lnTo>
                  <a:close/>
                </a:path>
                <a:path w="298450" h="298450">
                  <a:moveTo>
                    <a:pt x="78435" y="0"/>
                  </a:moveTo>
                  <a:lnTo>
                    <a:pt x="62750" y="0"/>
                  </a:lnTo>
                  <a:lnTo>
                    <a:pt x="62750" y="27457"/>
                  </a:lnTo>
                  <a:lnTo>
                    <a:pt x="78435" y="27457"/>
                  </a:lnTo>
                  <a:lnTo>
                    <a:pt x="78435" y="0"/>
                  </a:lnTo>
                  <a:close/>
                </a:path>
                <a:path w="298450" h="298450">
                  <a:moveTo>
                    <a:pt x="109816" y="270624"/>
                  </a:moveTo>
                  <a:lnTo>
                    <a:pt x="94132" y="270624"/>
                  </a:lnTo>
                  <a:lnTo>
                    <a:pt x="94132" y="298069"/>
                  </a:lnTo>
                  <a:lnTo>
                    <a:pt x="109816" y="298069"/>
                  </a:lnTo>
                  <a:lnTo>
                    <a:pt x="109816" y="270624"/>
                  </a:lnTo>
                  <a:close/>
                </a:path>
                <a:path w="298450" h="298450">
                  <a:moveTo>
                    <a:pt x="109816" y="0"/>
                  </a:moveTo>
                  <a:lnTo>
                    <a:pt x="94132" y="0"/>
                  </a:lnTo>
                  <a:lnTo>
                    <a:pt x="94132" y="27457"/>
                  </a:lnTo>
                  <a:lnTo>
                    <a:pt x="109816" y="27457"/>
                  </a:lnTo>
                  <a:lnTo>
                    <a:pt x="109816" y="0"/>
                  </a:lnTo>
                  <a:close/>
                </a:path>
                <a:path w="298450" h="298450">
                  <a:moveTo>
                    <a:pt x="141185" y="270624"/>
                  </a:moveTo>
                  <a:lnTo>
                    <a:pt x="125501" y="270624"/>
                  </a:lnTo>
                  <a:lnTo>
                    <a:pt x="125501" y="298069"/>
                  </a:lnTo>
                  <a:lnTo>
                    <a:pt x="141185" y="298069"/>
                  </a:lnTo>
                  <a:lnTo>
                    <a:pt x="141185" y="270624"/>
                  </a:lnTo>
                  <a:close/>
                </a:path>
                <a:path w="298450" h="298450">
                  <a:moveTo>
                    <a:pt x="141185" y="0"/>
                  </a:moveTo>
                  <a:lnTo>
                    <a:pt x="125501" y="0"/>
                  </a:lnTo>
                  <a:lnTo>
                    <a:pt x="125501" y="27457"/>
                  </a:lnTo>
                  <a:lnTo>
                    <a:pt x="141185" y="27457"/>
                  </a:lnTo>
                  <a:lnTo>
                    <a:pt x="141185" y="0"/>
                  </a:lnTo>
                  <a:close/>
                </a:path>
                <a:path w="298450" h="298450">
                  <a:moveTo>
                    <a:pt x="172567" y="270624"/>
                  </a:moveTo>
                  <a:lnTo>
                    <a:pt x="156883" y="270624"/>
                  </a:lnTo>
                  <a:lnTo>
                    <a:pt x="156883" y="298069"/>
                  </a:lnTo>
                  <a:lnTo>
                    <a:pt x="172567" y="298069"/>
                  </a:lnTo>
                  <a:lnTo>
                    <a:pt x="172567" y="270624"/>
                  </a:lnTo>
                  <a:close/>
                </a:path>
                <a:path w="298450" h="298450">
                  <a:moveTo>
                    <a:pt x="172567" y="0"/>
                  </a:moveTo>
                  <a:lnTo>
                    <a:pt x="156883" y="0"/>
                  </a:lnTo>
                  <a:lnTo>
                    <a:pt x="156883" y="27457"/>
                  </a:lnTo>
                  <a:lnTo>
                    <a:pt x="172567" y="27457"/>
                  </a:lnTo>
                  <a:lnTo>
                    <a:pt x="172567" y="0"/>
                  </a:lnTo>
                  <a:close/>
                </a:path>
                <a:path w="298450" h="298450">
                  <a:moveTo>
                    <a:pt x="200012" y="98056"/>
                  </a:moveTo>
                  <a:lnTo>
                    <a:pt x="98044" y="98056"/>
                  </a:lnTo>
                  <a:lnTo>
                    <a:pt x="98044" y="200025"/>
                  </a:lnTo>
                  <a:lnTo>
                    <a:pt x="200012" y="200025"/>
                  </a:lnTo>
                  <a:lnTo>
                    <a:pt x="200012" y="98056"/>
                  </a:lnTo>
                  <a:close/>
                </a:path>
                <a:path w="298450" h="298450">
                  <a:moveTo>
                    <a:pt x="203936" y="270624"/>
                  </a:moveTo>
                  <a:lnTo>
                    <a:pt x="188252" y="270624"/>
                  </a:lnTo>
                  <a:lnTo>
                    <a:pt x="188252" y="298069"/>
                  </a:lnTo>
                  <a:lnTo>
                    <a:pt x="203936" y="298069"/>
                  </a:lnTo>
                  <a:lnTo>
                    <a:pt x="203936" y="270624"/>
                  </a:lnTo>
                  <a:close/>
                </a:path>
                <a:path w="298450" h="298450">
                  <a:moveTo>
                    <a:pt x="203936" y="0"/>
                  </a:moveTo>
                  <a:lnTo>
                    <a:pt x="188252" y="0"/>
                  </a:lnTo>
                  <a:lnTo>
                    <a:pt x="188252" y="27457"/>
                  </a:lnTo>
                  <a:lnTo>
                    <a:pt x="203936" y="27457"/>
                  </a:lnTo>
                  <a:lnTo>
                    <a:pt x="203936" y="0"/>
                  </a:lnTo>
                  <a:close/>
                </a:path>
                <a:path w="298450" h="298450">
                  <a:moveTo>
                    <a:pt x="235318" y="270624"/>
                  </a:moveTo>
                  <a:lnTo>
                    <a:pt x="219633" y="270624"/>
                  </a:lnTo>
                  <a:lnTo>
                    <a:pt x="219633" y="298069"/>
                  </a:lnTo>
                  <a:lnTo>
                    <a:pt x="235318" y="298069"/>
                  </a:lnTo>
                  <a:lnTo>
                    <a:pt x="235318" y="270624"/>
                  </a:lnTo>
                  <a:close/>
                </a:path>
                <a:path w="298450" h="298450">
                  <a:moveTo>
                    <a:pt x="235318" y="0"/>
                  </a:moveTo>
                  <a:lnTo>
                    <a:pt x="219633" y="0"/>
                  </a:lnTo>
                  <a:lnTo>
                    <a:pt x="219633" y="27457"/>
                  </a:lnTo>
                  <a:lnTo>
                    <a:pt x="235318" y="27457"/>
                  </a:lnTo>
                  <a:lnTo>
                    <a:pt x="235318" y="0"/>
                  </a:lnTo>
                  <a:close/>
                </a:path>
                <a:path w="298450" h="298450">
                  <a:moveTo>
                    <a:pt x="254927" y="50165"/>
                  </a:moveTo>
                  <a:lnTo>
                    <a:pt x="247904" y="43141"/>
                  </a:lnTo>
                  <a:lnTo>
                    <a:pt x="215709" y="43141"/>
                  </a:lnTo>
                  <a:lnTo>
                    <a:pt x="215709" y="82372"/>
                  </a:lnTo>
                  <a:lnTo>
                    <a:pt x="215709" y="215709"/>
                  </a:lnTo>
                  <a:lnTo>
                    <a:pt x="82359" y="215709"/>
                  </a:lnTo>
                  <a:lnTo>
                    <a:pt x="82359" y="82372"/>
                  </a:lnTo>
                  <a:lnTo>
                    <a:pt x="215709" y="82372"/>
                  </a:lnTo>
                  <a:lnTo>
                    <a:pt x="215709" y="43141"/>
                  </a:lnTo>
                  <a:lnTo>
                    <a:pt x="50165" y="43141"/>
                  </a:lnTo>
                  <a:lnTo>
                    <a:pt x="43141" y="50165"/>
                  </a:lnTo>
                  <a:lnTo>
                    <a:pt x="43141" y="247904"/>
                  </a:lnTo>
                  <a:lnTo>
                    <a:pt x="50165" y="254927"/>
                  </a:lnTo>
                  <a:lnTo>
                    <a:pt x="247904" y="254939"/>
                  </a:lnTo>
                  <a:lnTo>
                    <a:pt x="254927" y="247904"/>
                  </a:lnTo>
                  <a:lnTo>
                    <a:pt x="254927" y="215709"/>
                  </a:lnTo>
                  <a:lnTo>
                    <a:pt x="254927" y="82372"/>
                  </a:lnTo>
                  <a:lnTo>
                    <a:pt x="254927" y="50165"/>
                  </a:lnTo>
                  <a:close/>
                </a:path>
                <a:path w="298450" h="298450">
                  <a:moveTo>
                    <a:pt x="298069" y="219633"/>
                  </a:moveTo>
                  <a:lnTo>
                    <a:pt x="270611" y="219633"/>
                  </a:lnTo>
                  <a:lnTo>
                    <a:pt x="270611" y="235318"/>
                  </a:lnTo>
                  <a:lnTo>
                    <a:pt x="298069" y="235318"/>
                  </a:lnTo>
                  <a:lnTo>
                    <a:pt x="298069" y="219633"/>
                  </a:lnTo>
                  <a:close/>
                </a:path>
                <a:path w="298450" h="298450">
                  <a:moveTo>
                    <a:pt x="298069" y="188264"/>
                  </a:moveTo>
                  <a:lnTo>
                    <a:pt x="270611" y="188264"/>
                  </a:lnTo>
                  <a:lnTo>
                    <a:pt x="270611" y="203949"/>
                  </a:lnTo>
                  <a:lnTo>
                    <a:pt x="298069" y="203949"/>
                  </a:lnTo>
                  <a:lnTo>
                    <a:pt x="298069" y="188264"/>
                  </a:lnTo>
                  <a:close/>
                </a:path>
                <a:path w="298450" h="298450">
                  <a:moveTo>
                    <a:pt x="298069" y="156883"/>
                  </a:moveTo>
                  <a:lnTo>
                    <a:pt x="270611" y="156883"/>
                  </a:lnTo>
                  <a:lnTo>
                    <a:pt x="270611" y="172567"/>
                  </a:lnTo>
                  <a:lnTo>
                    <a:pt x="298069" y="172567"/>
                  </a:lnTo>
                  <a:lnTo>
                    <a:pt x="298069" y="156883"/>
                  </a:lnTo>
                  <a:close/>
                </a:path>
                <a:path w="298450" h="298450">
                  <a:moveTo>
                    <a:pt x="298069" y="125514"/>
                  </a:moveTo>
                  <a:lnTo>
                    <a:pt x="270611" y="125514"/>
                  </a:lnTo>
                  <a:lnTo>
                    <a:pt x="270611" y="141198"/>
                  </a:lnTo>
                  <a:lnTo>
                    <a:pt x="298069" y="141198"/>
                  </a:lnTo>
                  <a:lnTo>
                    <a:pt x="298069" y="125514"/>
                  </a:lnTo>
                  <a:close/>
                </a:path>
                <a:path w="298450" h="298450">
                  <a:moveTo>
                    <a:pt x="298069" y="94132"/>
                  </a:moveTo>
                  <a:lnTo>
                    <a:pt x="270611" y="94132"/>
                  </a:lnTo>
                  <a:lnTo>
                    <a:pt x="270611" y="109816"/>
                  </a:lnTo>
                  <a:lnTo>
                    <a:pt x="298069" y="109816"/>
                  </a:lnTo>
                  <a:lnTo>
                    <a:pt x="298069" y="94132"/>
                  </a:lnTo>
                  <a:close/>
                </a:path>
                <a:path w="298450" h="298450">
                  <a:moveTo>
                    <a:pt x="298069" y="62750"/>
                  </a:moveTo>
                  <a:lnTo>
                    <a:pt x="270611" y="62750"/>
                  </a:lnTo>
                  <a:lnTo>
                    <a:pt x="270611" y="78447"/>
                  </a:lnTo>
                  <a:lnTo>
                    <a:pt x="298069" y="78447"/>
                  </a:lnTo>
                  <a:lnTo>
                    <a:pt x="298069" y="627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779264" y="1281683"/>
            <a:ext cx="2505075" cy="1648460"/>
            <a:chOff x="4779264" y="1281683"/>
            <a:chExt cx="2505075" cy="164846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9264" y="1281683"/>
              <a:ext cx="2504566" cy="164846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6162" y="1436369"/>
              <a:ext cx="1871471" cy="101650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106162" y="1436369"/>
              <a:ext cx="1871980" cy="1016635"/>
            </a:xfrm>
            <a:custGeom>
              <a:avLst/>
              <a:gdLst/>
              <a:ahLst/>
              <a:cxnLst/>
              <a:rect l="l" t="t" r="r" b="b"/>
              <a:pathLst>
                <a:path w="1871979" h="1016635">
                  <a:moveTo>
                    <a:pt x="0" y="508253"/>
                  </a:moveTo>
                  <a:lnTo>
                    <a:pt x="254126" y="0"/>
                  </a:lnTo>
                  <a:lnTo>
                    <a:pt x="1617344" y="0"/>
                  </a:lnTo>
                  <a:lnTo>
                    <a:pt x="1871471" y="508253"/>
                  </a:lnTo>
                  <a:lnTo>
                    <a:pt x="1617344" y="1016507"/>
                  </a:lnTo>
                  <a:lnTo>
                    <a:pt x="254126" y="1016507"/>
                  </a:lnTo>
                  <a:lnTo>
                    <a:pt x="0" y="508253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88647" y="1632330"/>
              <a:ext cx="264160" cy="358140"/>
            </a:xfrm>
            <a:custGeom>
              <a:avLst/>
              <a:gdLst/>
              <a:ahLst/>
              <a:cxnLst/>
              <a:rect l="l" t="t" r="r" b="b"/>
              <a:pathLst>
                <a:path w="264160" h="358139">
                  <a:moveTo>
                    <a:pt x="263550" y="244716"/>
                  </a:moveTo>
                  <a:lnTo>
                    <a:pt x="253149" y="259334"/>
                  </a:lnTo>
                  <a:lnTo>
                    <a:pt x="235318" y="266877"/>
                  </a:lnTo>
                  <a:lnTo>
                    <a:pt x="235318" y="304952"/>
                  </a:lnTo>
                  <a:lnTo>
                    <a:pt x="235318" y="316255"/>
                  </a:lnTo>
                  <a:lnTo>
                    <a:pt x="231546" y="320014"/>
                  </a:lnTo>
                  <a:lnTo>
                    <a:pt x="220256" y="320014"/>
                  </a:lnTo>
                  <a:lnTo>
                    <a:pt x="216484" y="316255"/>
                  </a:lnTo>
                  <a:lnTo>
                    <a:pt x="216484" y="304952"/>
                  </a:lnTo>
                  <a:lnTo>
                    <a:pt x="220256" y="301193"/>
                  </a:lnTo>
                  <a:lnTo>
                    <a:pt x="231546" y="301193"/>
                  </a:lnTo>
                  <a:lnTo>
                    <a:pt x="235318" y="304952"/>
                  </a:lnTo>
                  <a:lnTo>
                    <a:pt x="235318" y="266877"/>
                  </a:lnTo>
                  <a:lnTo>
                    <a:pt x="224840" y="271310"/>
                  </a:lnTo>
                  <a:lnTo>
                    <a:pt x="182943" y="279400"/>
                  </a:lnTo>
                  <a:lnTo>
                    <a:pt x="131775" y="282371"/>
                  </a:lnTo>
                  <a:lnTo>
                    <a:pt x="80606" y="279400"/>
                  </a:lnTo>
                  <a:lnTo>
                    <a:pt x="38709" y="271310"/>
                  </a:lnTo>
                  <a:lnTo>
                    <a:pt x="10401" y="259334"/>
                  </a:lnTo>
                  <a:lnTo>
                    <a:pt x="0" y="244716"/>
                  </a:lnTo>
                  <a:lnTo>
                    <a:pt x="0" y="320014"/>
                  </a:lnTo>
                  <a:lnTo>
                    <a:pt x="10401" y="334632"/>
                  </a:lnTo>
                  <a:lnTo>
                    <a:pt x="38709" y="346608"/>
                  </a:lnTo>
                  <a:lnTo>
                    <a:pt x="80606" y="354698"/>
                  </a:lnTo>
                  <a:lnTo>
                    <a:pt x="131775" y="357670"/>
                  </a:lnTo>
                  <a:lnTo>
                    <a:pt x="182943" y="354698"/>
                  </a:lnTo>
                  <a:lnTo>
                    <a:pt x="224840" y="346608"/>
                  </a:lnTo>
                  <a:lnTo>
                    <a:pt x="253149" y="334632"/>
                  </a:lnTo>
                  <a:lnTo>
                    <a:pt x="263550" y="320014"/>
                  </a:lnTo>
                  <a:lnTo>
                    <a:pt x="263550" y="301193"/>
                  </a:lnTo>
                  <a:lnTo>
                    <a:pt x="263550" y="282371"/>
                  </a:lnTo>
                  <a:lnTo>
                    <a:pt x="263550" y="244716"/>
                  </a:lnTo>
                  <a:close/>
                </a:path>
                <a:path w="264160" h="358139">
                  <a:moveTo>
                    <a:pt x="263550" y="150583"/>
                  </a:moveTo>
                  <a:lnTo>
                    <a:pt x="253149" y="165214"/>
                  </a:lnTo>
                  <a:lnTo>
                    <a:pt x="235318" y="172758"/>
                  </a:lnTo>
                  <a:lnTo>
                    <a:pt x="235318" y="210832"/>
                  </a:lnTo>
                  <a:lnTo>
                    <a:pt x="235318" y="222123"/>
                  </a:lnTo>
                  <a:lnTo>
                    <a:pt x="231546" y="225894"/>
                  </a:lnTo>
                  <a:lnTo>
                    <a:pt x="220256" y="225894"/>
                  </a:lnTo>
                  <a:lnTo>
                    <a:pt x="216484" y="222123"/>
                  </a:lnTo>
                  <a:lnTo>
                    <a:pt x="216484" y="210832"/>
                  </a:lnTo>
                  <a:lnTo>
                    <a:pt x="220256" y="207060"/>
                  </a:lnTo>
                  <a:lnTo>
                    <a:pt x="231546" y="207060"/>
                  </a:lnTo>
                  <a:lnTo>
                    <a:pt x="235318" y="210832"/>
                  </a:lnTo>
                  <a:lnTo>
                    <a:pt x="235318" y="172758"/>
                  </a:lnTo>
                  <a:lnTo>
                    <a:pt x="224840" y="177177"/>
                  </a:lnTo>
                  <a:lnTo>
                    <a:pt x="182943" y="185267"/>
                  </a:lnTo>
                  <a:lnTo>
                    <a:pt x="131775" y="188239"/>
                  </a:lnTo>
                  <a:lnTo>
                    <a:pt x="80606" y="185267"/>
                  </a:lnTo>
                  <a:lnTo>
                    <a:pt x="38709" y="177177"/>
                  </a:lnTo>
                  <a:lnTo>
                    <a:pt x="10401" y="165214"/>
                  </a:lnTo>
                  <a:lnTo>
                    <a:pt x="0" y="150583"/>
                  </a:lnTo>
                  <a:lnTo>
                    <a:pt x="0" y="225894"/>
                  </a:lnTo>
                  <a:lnTo>
                    <a:pt x="10401" y="240512"/>
                  </a:lnTo>
                  <a:lnTo>
                    <a:pt x="38709" y="252476"/>
                  </a:lnTo>
                  <a:lnTo>
                    <a:pt x="80606" y="260565"/>
                  </a:lnTo>
                  <a:lnTo>
                    <a:pt x="131775" y="263537"/>
                  </a:lnTo>
                  <a:lnTo>
                    <a:pt x="182943" y="260565"/>
                  </a:lnTo>
                  <a:lnTo>
                    <a:pt x="224840" y="252488"/>
                  </a:lnTo>
                  <a:lnTo>
                    <a:pt x="253149" y="240512"/>
                  </a:lnTo>
                  <a:lnTo>
                    <a:pt x="263550" y="225894"/>
                  </a:lnTo>
                  <a:lnTo>
                    <a:pt x="263550" y="207060"/>
                  </a:lnTo>
                  <a:lnTo>
                    <a:pt x="263550" y="188239"/>
                  </a:lnTo>
                  <a:lnTo>
                    <a:pt x="263550" y="150583"/>
                  </a:lnTo>
                  <a:close/>
                </a:path>
                <a:path w="264160" h="358139">
                  <a:moveTo>
                    <a:pt x="263550" y="56464"/>
                  </a:moveTo>
                  <a:lnTo>
                    <a:pt x="253149" y="71081"/>
                  </a:lnTo>
                  <a:lnTo>
                    <a:pt x="235318" y="78625"/>
                  </a:lnTo>
                  <a:lnTo>
                    <a:pt x="235318" y="116700"/>
                  </a:lnTo>
                  <a:lnTo>
                    <a:pt x="235318" y="128003"/>
                  </a:lnTo>
                  <a:lnTo>
                    <a:pt x="231546" y="131762"/>
                  </a:lnTo>
                  <a:lnTo>
                    <a:pt x="220256" y="131762"/>
                  </a:lnTo>
                  <a:lnTo>
                    <a:pt x="216484" y="128003"/>
                  </a:lnTo>
                  <a:lnTo>
                    <a:pt x="216484" y="116700"/>
                  </a:lnTo>
                  <a:lnTo>
                    <a:pt x="220256" y="112941"/>
                  </a:lnTo>
                  <a:lnTo>
                    <a:pt x="231546" y="112941"/>
                  </a:lnTo>
                  <a:lnTo>
                    <a:pt x="235318" y="116700"/>
                  </a:lnTo>
                  <a:lnTo>
                    <a:pt x="235318" y="78625"/>
                  </a:lnTo>
                  <a:lnTo>
                    <a:pt x="224840" y="83058"/>
                  </a:lnTo>
                  <a:lnTo>
                    <a:pt x="182943" y="91147"/>
                  </a:lnTo>
                  <a:lnTo>
                    <a:pt x="131775" y="94119"/>
                  </a:lnTo>
                  <a:lnTo>
                    <a:pt x="80606" y="91147"/>
                  </a:lnTo>
                  <a:lnTo>
                    <a:pt x="38709" y="83058"/>
                  </a:lnTo>
                  <a:lnTo>
                    <a:pt x="10401" y="71081"/>
                  </a:lnTo>
                  <a:lnTo>
                    <a:pt x="0" y="56464"/>
                  </a:lnTo>
                  <a:lnTo>
                    <a:pt x="0" y="131762"/>
                  </a:lnTo>
                  <a:lnTo>
                    <a:pt x="10401" y="146380"/>
                  </a:lnTo>
                  <a:lnTo>
                    <a:pt x="38709" y="158356"/>
                  </a:lnTo>
                  <a:lnTo>
                    <a:pt x="80606" y="166446"/>
                  </a:lnTo>
                  <a:lnTo>
                    <a:pt x="131775" y="169418"/>
                  </a:lnTo>
                  <a:lnTo>
                    <a:pt x="182943" y="166446"/>
                  </a:lnTo>
                  <a:lnTo>
                    <a:pt x="224840" y="158356"/>
                  </a:lnTo>
                  <a:lnTo>
                    <a:pt x="253149" y="146380"/>
                  </a:lnTo>
                  <a:lnTo>
                    <a:pt x="263550" y="131762"/>
                  </a:lnTo>
                  <a:lnTo>
                    <a:pt x="263550" y="112941"/>
                  </a:lnTo>
                  <a:lnTo>
                    <a:pt x="263550" y="94119"/>
                  </a:lnTo>
                  <a:lnTo>
                    <a:pt x="263550" y="56464"/>
                  </a:lnTo>
                  <a:close/>
                </a:path>
                <a:path w="264160" h="358139">
                  <a:moveTo>
                    <a:pt x="263550" y="37642"/>
                  </a:moveTo>
                  <a:lnTo>
                    <a:pt x="253199" y="22987"/>
                  </a:lnTo>
                  <a:lnTo>
                    <a:pt x="224955" y="11023"/>
                  </a:lnTo>
                  <a:lnTo>
                    <a:pt x="183070" y="2959"/>
                  </a:lnTo>
                  <a:lnTo>
                    <a:pt x="131775" y="0"/>
                  </a:lnTo>
                  <a:lnTo>
                    <a:pt x="80479" y="2959"/>
                  </a:lnTo>
                  <a:lnTo>
                    <a:pt x="38595" y="11023"/>
                  </a:lnTo>
                  <a:lnTo>
                    <a:pt x="10363" y="22987"/>
                  </a:lnTo>
                  <a:lnTo>
                    <a:pt x="0" y="37642"/>
                  </a:lnTo>
                  <a:lnTo>
                    <a:pt x="10363" y="52298"/>
                  </a:lnTo>
                  <a:lnTo>
                    <a:pt x="38595" y="64262"/>
                  </a:lnTo>
                  <a:lnTo>
                    <a:pt x="80479" y="72326"/>
                  </a:lnTo>
                  <a:lnTo>
                    <a:pt x="131775" y="75285"/>
                  </a:lnTo>
                  <a:lnTo>
                    <a:pt x="183070" y="72326"/>
                  </a:lnTo>
                  <a:lnTo>
                    <a:pt x="224955" y="64262"/>
                  </a:lnTo>
                  <a:lnTo>
                    <a:pt x="253199" y="52298"/>
                  </a:lnTo>
                  <a:lnTo>
                    <a:pt x="263550" y="37642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471041" y="2020315"/>
            <a:ext cx="3164205" cy="187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096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Compute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6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300" b="1" spc="-60" dirty="0">
                <a:solidFill>
                  <a:srgbClr val="D9D9D9"/>
                </a:solidFill>
                <a:latin typeface="Trebuchet MS"/>
                <a:cs typeface="Trebuchet MS"/>
              </a:rPr>
              <a:t>Charged</a:t>
            </a:r>
            <a:r>
              <a:rPr sz="1300" b="1" spc="-55" dirty="0">
                <a:solidFill>
                  <a:srgbClr val="D9D9D9"/>
                </a:solidFill>
                <a:latin typeface="Trebuchet MS"/>
                <a:cs typeface="Trebuchet MS"/>
              </a:rPr>
              <a:t> for </a:t>
            </a:r>
            <a:r>
              <a:rPr sz="1300" b="1" spc="-65" dirty="0">
                <a:solidFill>
                  <a:srgbClr val="D9D9D9"/>
                </a:solidFill>
                <a:latin typeface="Trebuchet MS"/>
                <a:cs typeface="Trebuchet MS"/>
              </a:rPr>
              <a:t>active</a:t>
            </a:r>
            <a:r>
              <a:rPr sz="13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300" b="1" spc="-45" dirty="0">
                <a:solidFill>
                  <a:srgbClr val="D9D9D9"/>
                </a:solidFill>
                <a:latin typeface="Trebuchet MS"/>
                <a:cs typeface="Trebuchet MS"/>
              </a:rPr>
              <a:t>warehouses</a:t>
            </a:r>
            <a:r>
              <a:rPr sz="1300" b="1" spc="-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300" b="1" spc="-85" dirty="0">
                <a:solidFill>
                  <a:srgbClr val="D9D9D9"/>
                </a:solidFill>
                <a:latin typeface="Trebuchet MS"/>
                <a:cs typeface="Trebuchet MS"/>
              </a:rPr>
              <a:t>per</a:t>
            </a:r>
            <a:r>
              <a:rPr sz="13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300" b="1" spc="-20" dirty="0">
                <a:solidFill>
                  <a:srgbClr val="D9D9D9"/>
                </a:solidFill>
                <a:latin typeface="Trebuchet MS"/>
                <a:cs typeface="Trebuchet MS"/>
              </a:rPr>
              <a:t>hour</a:t>
            </a:r>
            <a:endParaRPr sz="13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78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300" b="1" spc="-50" dirty="0">
                <a:solidFill>
                  <a:srgbClr val="D9D9D9"/>
                </a:solidFill>
                <a:latin typeface="Trebuchet MS"/>
                <a:cs typeface="Trebuchet MS"/>
              </a:rPr>
              <a:t>Depending</a:t>
            </a:r>
            <a:r>
              <a:rPr sz="1300" b="1" spc="-60" dirty="0">
                <a:solidFill>
                  <a:srgbClr val="D9D9D9"/>
                </a:solidFill>
                <a:latin typeface="Trebuchet MS"/>
                <a:cs typeface="Trebuchet MS"/>
              </a:rPr>
              <a:t> on</a:t>
            </a:r>
            <a:r>
              <a:rPr sz="13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300" b="1" spc="-75" dirty="0">
                <a:solidFill>
                  <a:srgbClr val="D9D9D9"/>
                </a:solidFill>
                <a:latin typeface="Trebuchet MS"/>
                <a:cs typeface="Trebuchet MS"/>
              </a:rPr>
              <a:t>the </a:t>
            </a:r>
            <a:r>
              <a:rPr sz="1300" b="1" spc="-60" dirty="0">
                <a:solidFill>
                  <a:srgbClr val="D9D9D9"/>
                </a:solidFill>
                <a:latin typeface="Trebuchet MS"/>
                <a:cs typeface="Trebuchet MS"/>
              </a:rPr>
              <a:t>size</a:t>
            </a:r>
            <a:r>
              <a:rPr sz="13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300" b="1" spc="-40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3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300" b="1" spc="-75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3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300" b="1" spc="-30" dirty="0">
                <a:solidFill>
                  <a:srgbClr val="D9D9D9"/>
                </a:solidFill>
                <a:latin typeface="Trebuchet MS"/>
                <a:cs typeface="Trebuchet MS"/>
              </a:rPr>
              <a:t>warehouse</a:t>
            </a:r>
            <a:endParaRPr sz="13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78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300" b="1" spc="-50" dirty="0">
                <a:solidFill>
                  <a:srgbClr val="D9D9D9"/>
                </a:solidFill>
                <a:latin typeface="Trebuchet MS"/>
                <a:cs typeface="Trebuchet MS"/>
              </a:rPr>
              <a:t>Billed</a:t>
            </a:r>
            <a:r>
              <a:rPr sz="13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300" b="1" spc="-60" dirty="0">
                <a:solidFill>
                  <a:srgbClr val="D9D9D9"/>
                </a:solidFill>
                <a:latin typeface="Trebuchet MS"/>
                <a:cs typeface="Trebuchet MS"/>
              </a:rPr>
              <a:t>by</a:t>
            </a:r>
            <a:r>
              <a:rPr sz="13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300" b="1" spc="-55" dirty="0">
                <a:solidFill>
                  <a:srgbClr val="D9D9D9"/>
                </a:solidFill>
                <a:latin typeface="Trebuchet MS"/>
                <a:cs typeface="Trebuchet MS"/>
              </a:rPr>
              <a:t>second</a:t>
            </a:r>
            <a:r>
              <a:rPr sz="13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300" b="1" spc="-55" dirty="0">
                <a:solidFill>
                  <a:srgbClr val="D9D9D9"/>
                </a:solidFill>
                <a:latin typeface="Trebuchet MS"/>
                <a:cs typeface="Trebuchet MS"/>
              </a:rPr>
              <a:t>(minimum </a:t>
            </a:r>
            <a:r>
              <a:rPr sz="1300" b="1" spc="-45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3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300" b="1" spc="-20" dirty="0">
                <a:solidFill>
                  <a:srgbClr val="D9D9D9"/>
                </a:solidFill>
                <a:latin typeface="Trebuchet MS"/>
                <a:cs typeface="Trebuchet MS"/>
              </a:rPr>
              <a:t>1min)</a:t>
            </a:r>
            <a:endParaRPr sz="13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78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300" b="1" spc="-60" dirty="0">
                <a:solidFill>
                  <a:srgbClr val="D9D9D9"/>
                </a:solidFill>
                <a:latin typeface="Trebuchet MS"/>
                <a:cs typeface="Trebuchet MS"/>
              </a:rPr>
              <a:t>Charged</a:t>
            </a:r>
            <a:r>
              <a:rPr sz="13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300" b="1" spc="-55" dirty="0">
                <a:solidFill>
                  <a:srgbClr val="D9D9D9"/>
                </a:solidFill>
                <a:latin typeface="Trebuchet MS"/>
                <a:cs typeface="Trebuchet MS"/>
              </a:rPr>
              <a:t>in</a:t>
            </a:r>
            <a:r>
              <a:rPr sz="1300" b="1" spc="-4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300" b="1" spc="-45" dirty="0">
                <a:solidFill>
                  <a:srgbClr val="D9D9D9"/>
                </a:solidFill>
                <a:latin typeface="Trebuchet MS"/>
                <a:cs typeface="Trebuchet MS"/>
              </a:rPr>
              <a:t>Snowflake</a:t>
            </a:r>
            <a:r>
              <a:rPr sz="1300" b="1" spc="-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D9D9D9"/>
                </a:solidFill>
                <a:latin typeface="Trebuchet MS"/>
                <a:cs typeface="Trebuchet MS"/>
              </a:rPr>
              <a:t>credits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78678" y="2020315"/>
            <a:ext cx="3308350" cy="1877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2605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Storage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6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300" b="1" spc="-30" dirty="0">
                <a:solidFill>
                  <a:srgbClr val="D9D9D9"/>
                </a:solidFill>
                <a:latin typeface="Trebuchet MS"/>
                <a:cs typeface="Trebuchet MS"/>
              </a:rPr>
              <a:t>Monthly</a:t>
            </a:r>
            <a:r>
              <a:rPr sz="13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300" b="1" spc="-35" dirty="0">
                <a:solidFill>
                  <a:srgbClr val="D9D9D9"/>
                </a:solidFill>
                <a:latin typeface="Trebuchet MS"/>
                <a:cs typeface="Trebuchet MS"/>
              </a:rPr>
              <a:t>storage</a:t>
            </a:r>
            <a:r>
              <a:rPr sz="13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300" b="1" spc="-20" dirty="0">
                <a:solidFill>
                  <a:srgbClr val="D9D9D9"/>
                </a:solidFill>
                <a:latin typeface="Trebuchet MS"/>
                <a:cs typeface="Trebuchet MS"/>
              </a:rPr>
              <a:t>fees</a:t>
            </a:r>
            <a:endParaRPr sz="13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78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300" b="1" spc="-30" dirty="0">
                <a:solidFill>
                  <a:srgbClr val="D9D9D9"/>
                </a:solidFill>
                <a:latin typeface="Trebuchet MS"/>
                <a:cs typeface="Trebuchet MS"/>
              </a:rPr>
              <a:t>Based</a:t>
            </a:r>
            <a:r>
              <a:rPr sz="13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300" b="1" spc="-60" dirty="0">
                <a:solidFill>
                  <a:srgbClr val="D9D9D9"/>
                </a:solidFill>
                <a:latin typeface="Trebuchet MS"/>
                <a:cs typeface="Trebuchet MS"/>
              </a:rPr>
              <a:t>on </a:t>
            </a:r>
            <a:r>
              <a:rPr sz="1300" b="1" spc="-55" dirty="0">
                <a:solidFill>
                  <a:srgbClr val="D9D9D9"/>
                </a:solidFill>
                <a:latin typeface="Trebuchet MS"/>
                <a:cs typeface="Trebuchet MS"/>
              </a:rPr>
              <a:t>average </a:t>
            </a:r>
            <a:r>
              <a:rPr sz="1300" b="1" spc="-35" dirty="0">
                <a:solidFill>
                  <a:srgbClr val="D9D9D9"/>
                </a:solidFill>
                <a:latin typeface="Trebuchet MS"/>
                <a:cs typeface="Trebuchet MS"/>
              </a:rPr>
              <a:t>storage</a:t>
            </a:r>
            <a:r>
              <a:rPr sz="13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300" b="1" spc="-40" dirty="0">
                <a:solidFill>
                  <a:srgbClr val="D9D9D9"/>
                </a:solidFill>
                <a:latin typeface="Trebuchet MS"/>
                <a:cs typeface="Trebuchet MS"/>
              </a:rPr>
              <a:t>used</a:t>
            </a:r>
            <a:r>
              <a:rPr sz="13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300" b="1" spc="-85" dirty="0">
                <a:solidFill>
                  <a:srgbClr val="D9D9D9"/>
                </a:solidFill>
                <a:latin typeface="Trebuchet MS"/>
                <a:cs typeface="Trebuchet MS"/>
              </a:rPr>
              <a:t>per</a:t>
            </a:r>
            <a:r>
              <a:rPr sz="13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300" b="1" spc="-10" dirty="0">
                <a:solidFill>
                  <a:srgbClr val="D9D9D9"/>
                </a:solidFill>
                <a:latin typeface="Trebuchet MS"/>
                <a:cs typeface="Trebuchet MS"/>
              </a:rPr>
              <a:t>month</a:t>
            </a:r>
            <a:endParaRPr sz="13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78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300" b="1" spc="-45" dirty="0">
                <a:solidFill>
                  <a:srgbClr val="D9D9D9"/>
                </a:solidFill>
                <a:latin typeface="Trebuchet MS"/>
                <a:cs typeface="Trebuchet MS"/>
              </a:rPr>
              <a:t>Cost</a:t>
            </a:r>
            <a:r>
              <a:rPr sz="13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300" b="1" spc="-60" dirty="0">
                <a:solidFill>
                  <a:srgbClr val="D9D9D9"/>
                </a:solidFill>
                <a:latin typeface="Trebuchet MS"/>
                <a:cs typeface="Trebuchet MS"/>
              </a:rPr>
              <a:t>calculated</a:t>
            </a:r>
            <a:r>
              <a:rPr sz="1300" b="1" spc="-4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300" b="1" spc="-60" dirty="0">
                <a:solidFill>
                  <a:srgbClr val="D9D9D9"/>
                </a:solidFill>
                <a:latin typeface="Trebuchet MS"/>
                <a:cs typeface="Trebuchet MS"/>
              </a:rPr>
              <a:t>after </a:t>
            </a:r>
            <a:r>
              <a:rPr sz="1300" b="1" spc="-10" dirty="0">
                <a:solidFill>
                  <a:srgbClr val="D9D9D9"/>
                </a:solidFill>
                <a:latin typeface="Trebuchet MS"/>
                <a:cs typeface="Trebuchet MS"/>
              </a:rPr>
              <a:t>compression</a:t>
            </a:r>
            <a:endParaRPr sz="13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78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300" b="1" spc="-65" dirty="0">
                <a:solidFill>
                  <a:srgbClr val="D9D9D9"/>
                </a:solidFill>
                <a:latin typeface="Trebuchet MS"/>
                <a:cs typeface="Trebuchet MS"/>
              </a:rPr>
              <a:t>Cloud </a:t>
            </a:r>
            <a:r>
              <a:rPr sz="1300" b="1" spc="-10" dirty="0">
                <a:solidFill>
                  <a:srgbClr val="D9D9D9"/>
                </a:solidFill>
                <a:latin typeface="Trebuchet MS"/>
                <a:cs typeface="Trebuchet MS"/>
              </a:rPr>
              <a:t>Providers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91895">
              <a:lnSpc>
                <a:spcPct val="100000"/>
              </a:lnSpc>
              <a:spcBef>
                <a:spcPts val="105"/>
              </a:spcBef>
            </a:pPr>
            <a:r>
              <a:rPr dirty="0"/>
              <a:t>Snowflake</a:t>
            </a:r>
            <a:r>
              <a:rPr spc="-10" dirty="0"/>
              <a:t> Pricing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779264" y="1281683"/>
            <a:ext cx="2505075" cy="1648460"/>
            <a:chOff x="4779264" y="1281683"/>
            <a:chExt cx="2505075" cy="16484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9264" y="1281683"/>
              <a:ext cx="2504566" cy="16484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6162" y="1436369"/>
              <a:ext cx="1871471" cy="10165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106162" y="1436369"/>
              <a:ext cx="1871980" cy="1016635"/>
            </a:xfrm>
            <a:custGeom>
              <a:avLst/>
              <a:gdLst/>
              <a:ahLst/>
              <a:cxnLst/>
              <a:rect l="l" t="t" r="r" b="b"/>
              <a:pathLst>
                <a:path w="1871979" h="1016635">
                  <a:moveTo>
                    <a:pt x="0" y="508253"/>
                  </a:moveTo>
                  <a:lnTo>
                    <a:pt x="254126" y="0"/>
                  </a:lnTo>
                  <a:lnTo>
                    <a:pt x="1617344" y="0"/>
                  </a:lnTo>
                  <a:lnTo>
                    <a:pt x="1871471" y="508253"/>
                  </a:lnTo>
                  <a:lnTo>
                    <a:pt x="1617344" y="1016507"/>
                  </a:lnTo>
                  <a:lnTo>
                    <a:pt x="254126" y="1016507"/>
                  </a:lnTo>
                  <a:lnTo>
                    <a:pt x="0" y="508253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197863" y="1281683"/>
            <a:ext cx="2505075" cy="1648460"/>
            <a:chOff x="1197863" y="1281683"/>
            <a:chExt cx="2505075" cy="164846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3" y="1281683"/>
              <a:ext cx="2504566" cy="16484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761" y="1436369"/>
              <a:ext cx="1871472" cy="101650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524761" y="1436369"/>
              <a:ext cx="1871980" cy="1016635"/>
            </a:xfrm>
            <a:custGeom>
              <a:avLst/>
              <a:gdLst/>
              <a:ahLst/>
              <a:cxnLst/>
              <a:rect l="l" t="t" r="r" b="b"/>
              <a:pathLst>
                <a:path w="1871979" h="1016635">
                  <a:moveTo>
                    <a:pt x="0" y="508253"/>
                  </a:moveTo>
                  <a:lnTo>
                    <a:pt x="254126" y="0"/>
                  </a:lnTo>
                  <a:lnTo>
                    <a:pt x="1617345" y="0"/>
                  </a:lnTo>
                  <a:lnTo>
                    <a:pt x="1871472" y="508253"/>
                  </a:lnTo>
                  <a:lnTo>
                    <a:pt x="1617345" y="1016507"/>
                  </a:lnTo>
                  <a:lnTo>
                    <a:pt x="254126" y="1016507"/>
                  </a:lnTo>
                  <a:lnTo>
                    <a:pt x="0" y="508253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068448" y="2020315"/>
            <a:ext cx="8134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70" dirty="0">
                <a:solidFill>
                  <a:srgbClr val="00C3FF"/>
                </a:solidFill>
                <a:latin typeface="Trebuchet MS"/>
                <a:cs typeface="Trebuchet MS"/>
              </a:rPr>
              <a:t>Compute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88838" y="2020315"/>
            <a:ext cx="7067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35" dirty="0">
                <a:solidFill>
                  <a:srgbClr val="00C3FF"/>
                </a:solidFill>
                <a:latin typeface="Trebuchet MS"/>
                <a:cs typeface="Trebuchet MS"/>
              </a:rPr>
              <a:t>Storage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26462" y="1643722"/>
            <a:ext cx="298450" cy="298450"/>
          </a:xfrm>
          <a:custGeom>
            <a:avLst/>
            <a:gdLst/>
            <a:ahLst/>
            <a:cxnLst/>
            <a:rect l="l" t="t" r="r" b="b"/>
            <a:pathLst>
              <a:path w="298450" h="298450">
                <a:moveTo>
                  <a:pt x="27457" y="219633"/>
                </a:moveTo>
                <a:lnTo>
                  <a:pt x="0" y="219633"/>
                </a:lnTo>
                <a:lnTo>
                  <a:pt x="0" y="235318"/>
                </a:lnTo>
                <a:lnTo>
                  <a:pt x="27457" y="235318"/>
                </a:lnTo>
                <a:lnTo>
                  <a:pt x="27457" y="219633"/>
                </a:lnTo>
                <a:close/>
              </a:path>
              <a:path w="298450" h="298450">
                <a:moveTo>
                  <a:pt x="27457" y="188264"/>
                </a:moveTo>
                <a:lnTo>
                  <a:pt x="0" y="188264"/>
                </a:lnTo>
                <a:lnTo>
                  <a:pt x="0" y="203949"/>
                </a:lnTo>
                <a:lnTo>
                  <a:pt x="27457" y="203949"/>
                </a:lnTo>
                <a:lnTo>
                  <a:pt x="27457" y="188264"/>
                </a:lnTo>
                <a:close/>
              </a:path>
              <a:path w="298450" h="298450">
                <a:moveTo>
                  <a:pt x="27457" y="156883"/>
                </a:moveTo>
                <a:lnTo>
                  <a:pt x="0" y="156883"/>
                </a:lnTo>
                <a:lnTo>
                  <a:pt x="0" y="172567"/>
                </a:lnTo>
                <a:lnTo>
                  <a:pt x="27457" y="172567"/>
                </a:lnTo>
                <a:lnTo>
                  <a:pt x="27457" y="156883"/>
                </a:lnTo>
                <a:close/>
              </a:path>
              <a:path w="298450" h="298450">
                <a:moveTo>
                  <a:pt x="27457" y="125514"/>
                </a:moveTo>
                <a:lnTo>
                  <a:pt x="0" y="125514"/>
                </a:lnTo>
                <a:lnTo>
                  <a:pt x="0" y="141198"/>
                </a:lnTo>
                <a:lnTo>
                  <a:pt x="27457" y="141198"/>
                </a:lnTo>
                <a:lnTo>
                  <a:pt x="27457" y="125514"/>
                </a:lnTo>
                <a:close/>
              </a:path>
              <a:path w="298450" h="298450">
                <a:moveTo>
                  <a:pt x="27457" y="94132"/>
                </a:moveTo>
                <a:lnTo>
                  <a:pt x="0" y="94132"/>
                </a:lnTo>
                <a:lnTo>
                  <a:pt x="0" y="109816"/>
                </a:lnTo>
                <a:lnTo>
                  <a:pt x="27457" y="109816"/>
                </a:lnTo>
                <a:lnTo>
                  <a:pt x="27457" y="94132"/>
                </a:lnTo>
                <a:close/>
              </a:path>
              <a:path w="298450" h="298450">
                <a:moveTo>
                  <a:pt x="27457" y="62750"/>
                </a:moveTo>
                <a:lnTo>
                  <a:pt x="0" y="62750"/>
                </a:lnTo>
                <a:lnTo>
                  <a:pt x="0" y="78447"/>
                </a:lnTo>
                <a:lnTo>
                  <a:pt x="27457" y="78447"/>
                </a:lnTo>
                <a:lnTo>
                  <a:pt x="27457" y="62750"/>
                </a:lnTo>
                <a:close/>
              </a:path>
              <a:path w="298450" h="298450">
                <a:moveTo>
                  <a:pt x="78435" y="270624"/>
                </a:moveTo>
                <a:lnTo>
                  <a:pt x="62750" y="270624"/>
                </a:lnTo>
                <a:lnTo>
                  <a:pt x="62750" y="298069"/>
                </a:lnTo>
                <a:lnTo>
                  <a:pt x="78435" y="298069"/>
                </a:lnTo>
                <a:lnTo>
                  <a:pt x="78435" y="270624"/>
                </a:lnTo>
                <a:close/>
              </a:path>
              <a:path w="298450" h="298450">
                <a:moveTo>
                  <a:pt x="78435" y="0"/>
                </a:moveTo>
                <a:lnTo>
                  <a:pt x="62750" y="0"/>
                </a:lnTo>
                <a:lnTo>
                  <a:pt x="62750" y="27457"/>
                </a:lnTo>
                <a:lnTo>
                  <a:pt x="78435" y="27457"/>
                </a:lnTo>
                <a:lnTo>
                  <a:pt x="78435" y="0"/>
                </a:lnTo>
                <a:close/>
              </a:path>
              <a:path w="298450" h="298450">
                <a:moveTo>
                  <a:pt x="109816" y="270624"/>
                </a:moveTo>
                <a:lnTo>
                  <a:pt x="94132" y="270624"/>
                </a:lnTo>
                <a:lnTo>
                  <a:pt x="94132" y="298069"/>
                </a:lnTo>
                <a:lnTo>
                  <a:pt x="109816" y="298069"/>
                </a:lnTo>
                <a:lnTo>
                  <a:pt x="109816" y="270624"/>
                </a:lnTo>
                <a:close/>
              </a:path>
              <a:path w="298450" h="298450">
                <a:moveTo>
                  <a:pt x="109816" y="0"/>
                </a:moveTo>
                <a:lnTo>
                  <a:pt x="94132" y="0"/>
                </a:lnTo>
                <a:lnTo>
                  <a:pt x="94132" y="27457"/>
                </a:lnTo>
                <a:lnTo>
                  <a:pt x="109816" y="27457"/>
                </a:lnTo>
                <a:lnTo>
                  <a:pt x="109816" y="0"/>
                </a:lnTo>
                <a:close/>
              </a:path>
              <a:path w="298450" h="298450">
                <a:moveTo>
                  <a:pt x="141185" y="270624"/>
                </a:moveTo>
                <a:lnTo>
                  <a:pt x="125501" y="270624"/>
                </a:lnTo>
                <a:lnTo>
                  <a:pt x="125501" y="298069"/>
                </a:lnTo>
                <a:lnTo>
                  <a:pt x="141185" y="298069"/>
                </a:lnTo>
                <a:lnTo>
                  <a:pt x="141185" y="270624"/>
                </a:lnTo>
                <a:close/>
              </a:path>
              <a:path w="298450" h="298450">
                <a:moveTo>
                  <a:pt x="141185" y="0"/>
                </a:moveTo>
                <a:lnTo>
                  <a:pt x="125501" y="0"/>
                </a:lnTo>
                <a:lnTo>
                  <a:pt x="125501" y="27457"/>
                </a:lnTo>
                <a:lnTo>
                  <a:pt x="141185" y="27457"/>
                </a:lnTo>
                <a:lnTo>
                  <a:pt x="141185" y="0"/>
                </a:lnTo>
                <a:close/>
              </a:path>
              <a:path w="298450" h="298450">
                <a:moveTo>
                  <a:pt x="172567" y="270624"/>
                </a:moveTo>
                <a:lnTo>
                  <a:pt x="156883" y="270624"/>
                </a:lnTo>
                <a:lnTo>
                  <a:pt x="156883" y="298069"/>
                </a:lnTo>
                <a:lnTo>
                  <a:pt x="172567" y="298069"/>
                </a:lnTo>
                <a:lnTo>
                  <a:pt x="172567" y="270624"/>
                </a:lnTo>
                <a:close/>
              </a:path>
              <a:path w="298450" h="298450">
                <a:moveTo>
                  <a:pt x="172567" y="0"/>
                </a:moveTo>
                <a:lnTo>
                  <a:pt x="156883" y="0"/>
                </a:lnTo>
                <a:lnTo>
                  <a:pt x="156883" y="27457"/>
                </a:lnTo>
                <a:lnTo>
                  <a:pt x="172567" y="27457"/>
                </a:lnTo>
                <a:lnTo>
                  <a:pt x="172567" y="0"/>
                </a:lnTo>
                <a:close/>
              </a:path>
              <a:path w="298450" h="298450">
                <a:moveTo>
                  <a:pt x="200012" y="98056"/>
                </a:moveTo>
                <a:lnTo>
                  <a:pt x="98044" y="98056"/>
                </a:lnTo>
                <a:lnTo>
                  <a:pt x="98044" y="200025"/>
                </a:lnTo>
                <a:lnTo>
                  <a:pt x="200012" y="200025"/>
                </a:lnTo>
                <a:lnTo>
                  <a:pt x="200012" y="98056"/>
                </a:lnTo>
                <a:close/>
              </a:path>
              <a:path w="298450" h="298450">
                <a:moveTo>
                  <a:pt x="203936" y="270624"/>
                </a:moveTo>
                <a:lnTo>
                  <a:pt x="188252" y="270624"/>
                </a:lnTo>
                <a:lnTo>
                  <a:pt x="188252" y="298069"/>
                </a:lnTo>
                <a:lnTo>
                  <a:pt x="203936" y="298069"/>
                </a:lnTo>
                <a:lnTo>
                  <a:pt x="203936" y="270624"/>
                </a:lnTo>
                <a:close/>
              </a:path>
              <a:path w="298450" h="298450">
                <a:moveTo>
                  <a:pt x="203936" y="0"/>
                </a:moveTo>
                <a:lnTo>
                  <a:pt x="188252" y="0"/>
                </a:lnTo>
                <a:lnTo>
                  <a:pt x="188252" y="27457"/>
                </a:lnTo>
                <a:lnTo>
                  <a:pt x="203936" y="27457"/>
                </a:lnTo>
                <a:lnTo>
                  <a:pt x="203936" y="0"/>
                </a:lnTo>
                <a:close/>
              </a:path>
              <a:path w="298450" h="298450">
                <a:moveTo>
                  <a:pt x="235318" y="270624"/>
                </a:moveTo>
                <a:lnTo>
                  <a:pt x="219633" y="270624"/>
                </a:lnTo>
                <a:lnTo>
                  <a:pt x="219633" y="298069"/>
                </a:lnTo>
                <a:lnTo>
                  <a:pt x="235318" y="298069"/>
                </a:lnTo>
                <a:lnTo>
                  <a:pt x="235318" y="270624"/>
                </a:lnTo>
                <a:close/>
              </a:path>
              <a:path w="298450" h="298450">
                <a:moveTo>
                  <a:pt x="235318" y="0"/>
                </a:moveTo>
                <a:lnTo>
                  <a:pt x="219633" y="0"/>
                </a:lnTo>
                <a:lnTo>
                  <a:pt x="219633" y="27457"/>
                </a:lnTo>
                <a:lnTo>
                  <a:pt x="235318" y="27457"/>
                </a:lnTo>
                <a:lnTo>
                  <a:pt x="235318" y="0"/>
                </a:lnTo>
                <a:close/>
              </a:path>
              <a:path w="298450" h="298450">
                <a:moveTo>
                  <a:pt x="254927" y="50165"/>
                </a:moveTo>
                <a:lnTo>
                  <a:pt x="247904" y="43141"/>
                </a:lnTo>
                <a:lnTo>
                  <a:pt x="215709" y="43141"/>
                </a:lnTo>
                <a:lnTo>
                  <a:pt x="215709" y="82372"/>
                </a:lnTo>
                <a:lnTo>
                  <a:pt x="215709" y="215709"/>
                </a:lnTo>
                <a:lnTo>
                  <a:pt x="82359" y="215709"/>
                </a:lnTo>
                <a:lnTo>
                  <a:pt x="82359" y="82372"/>
                </a:lnTo>
                <a:lnTo>
                  <a:pt x="215709" y="82372"/>
                </a:lnTo>
                <a:lnTo>
                  <a:pt x="215709" y="43141"/>
                </a:lnTo>
                <a:lnTo>
                  <a:pt x="50165" y="43141"/>
                </a:lnTo>
                <a:lnTo>
                  <a:pt x="43141" y="50165"/>
                </a:lnTo>
                <a:lnTo>
                  <a:pt x="43141" y="247904"/>
                </a:lnTo>
                <a:lnTo>
                  <a:pt x="50165" y="254927"/>
                </a:lnTo>
                <a:lnTo>
                  <a:pt x="247904" y="254939"/>
                </a:lnTo>
                <a:lnTo>
                  <a:pt x="254927" y="247904"/>
                </a:lnTo>
                <a:lnTo>
                  <a:pt x="254927" y="215709"/>
                </a:lnTo>
                <a:lnTo>
                  <a:pt x="254927" y="82372"/>
                </a:lnTo>
                <a:lnTo>
                  <a:pt x="254927" y="50165"/>
                </a:lnTo>
                <a:close/>
              </a:path>
              <a:path w="298450" h="298450">
                <a:moveTo>
                  <a:pt x="298069" y="219633"/>
                </a:moveTo>
                <a:lnTo>
                  <a:pt x="270611" y="219633"/>
                </a:lnTo>
                <a:lnTo>
                  <a:pt x="270611" y="235318"/>
                </a:lnTo>
                <a:lnTo>
                  <a:pt x="298069" y="235318"/>
                </a:lnTo>
                <a:lnTo>
                  <a:pt x="298069" y="219633"/>
                </a:lnTo>
                <a:close/>
              </a:path>
              <a:path w="298450" h="298450">
                <a:moveTo>
                  <a:pt x="298069" y="188264"/>
                </a:moveTo>
                <a:lnTo>
                  <a:pt x="270611" y="188264"/>
                </a:lnTo>
                <a:lnTo>
                  <a:pt x="270611" y="203949"/>
                </a:lnTo>
                <a:lnTo>
                  <a:pt x="298069" y="203949"/>
                </a:lnTo>
                <a:lnTo>
                  <a:pt x="298069" y="188264"/>
                </a:lnTo>
                <a:close/>
              </a:path>
              <a:path w="298450" h="298450">
                <a:moveTo>
                  <a:pt x="298069" y="156883"/>
                </a:moveTo>
                <a:lnTo>
                  <a:pt x="270611" y="156883"/>
                </a:lnTo>
                <a:lnTo>
                  <a:pt x="270611" y="172567"/>
                </a:lnTo>
                <a:lnTo>
                  <a:pt x="298069" y="172567"/>
                </a:lnTo>
                <a:lnTo>
                  <a:pt x="298069" y="156883"/>
                </a:lnTo>
                <a:close/>
              </a:path>
              <a:path w="298450" h="298450">
                <a:moveTo>
                  <a:pt x="298069" y="125514"/>
                </a:moveTo>
                <a:lnTo>
                  <a:pt x="270611" y="125514"/>
                </a:lnTo>
                <a:lnTo>
                  <a:pt x="270611" y="141198"/>
                </a:lnTo>
                <a:lnTo>
                  <a:pt x="298069" y="141198"/>
                </a:lnTo>
                <a:lnTo>
                  <a:pt x="298069" y="125514"/>
                </a:lnTo>
                <a:close/>
              </a:path>
              <a:path w="298450" h="298450">
                <a:moveTo>
                  <a:pt x="298069" y="94132"/>
                </a:moveTo>
                <a:lnTo>
                  <a:pt x="270611" y="94132"/>
                </a:lnTo>
                <a:lnTo>
                  <a:pt x="270611" y="109816"/>
                </a:lnTo>
                <a:lnTo>
                  <a:pt x="298069" y="109816"/>
                </a:lnTo>
                <a:lnTo>
                  <a:pt x="298069" y="94132"/>
                </a:lnTo>
                <a:close/>
              </a:path>
              <a:path w="298450" h="298450">
                <a:moveTo>
                  <a:pt x="298069" y="62750"/>
                </a:moveTo>
                <a:lnTo>
                  <a:pt x="270611" y="62750"/>
                </a:lnTo>
                <a:lnTo>
                  <a:pt x="270611" y="78447"/>
                </a:lnTo>
                <a:lnTo>
                  <a:pt x="298069" y="78447"/>
                </a:lnTo>
                <a:lnTo>
                  <a:pt x="298069" y="62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888647" y="1632330"/>
            <a:ext cx="264160" cy="358140"/>
          </a:xfrm>
          <a:custGeom>
            <a:avLst/>
            <a:gdLst/>
            <a:ahLst/>
            <a:cxnLst/>
            <a:rect l="l" t="t" r="r" b="b"/>
            <a:pathLst>
              <a:path w="264160" h="358139">
                <a:moveTo>
                  <a:pt x="263550" y="244716"/>
                </a:moveTo>
                <a:lnTo>
                  <a:pt x="253149" y="259334"/>
                </a:lnTo>
                <a:lnTo>
                  <a:pt x="235318" y="266877"/>
                </a:lnTo>
                <a:lnTo>
                  <a:pt x="235318" y="304952"/>
                </a:lnTo>
                <a:lnTo>
                  <a:pt x="235318" y="316255"/>
                </a:lnTo>
                <a:lnTo>
                  <a:pt x="231546" y="320014"/>
                </a:lnTo>
                <a:lnTo>
                  <a:pt x="220256" y="320014"/>
                </a:lnTo>
                <a:lnTo>
                  <a:pt x="216484" y="316255"/>
                </a:lnTo>
                <a:lnTo>
                  <a:pt x="216484" y="304952"/>
                </a:lnTo>
                <a:lnTo>
                  <a:pt x="220256" y="301193"/>
                </a:lnTo>
                <a:lnTo>
                  <a:pt x="231546" y="301193"/>
                </a:lnTo>
                <a:lnTo>
                  <a:pt x="235318" y="304952"/>
                </a:lnTo>
                <a:lnTo>
                  <a:pt x="235318" y="266877"/>
                </a:lnTo>
                <a:lnTo>
                  <a:pt x="224840" y="271310"/>
                </a:lnTo>
                <a:lnTo>
                  <a:pt x="182943" y="279400"/>
                </a:lnTo>
                <a:lnTo>
                  <a:pt x="131775" y="282371"/>
                </a:lnTo>
                <a:lnTo>
                  <a:pt x="80606" y="279400"/>
                </a:lnTo>
                <a:lnTo>
                  <a:pt x="38709" y="271310"/>
                </a:lnTo>
                <a:lnTo>
                  <a:pt x="10401" y="259334"/>
                </a:lnTo>
                <a:lnTo>
                  <a:pt x="0" y="244716"/>
                </a:lnTo>
                <a:lnTo>
                  <a:pt x="0" y="320014"/>
                </a:lnTo>
                <a:lnTo>
                  <a:pt x="10401" y="334632"/>
                </a:lnTo>
                <a:lnTo>
                  <a:pt x="38709" y="346608"/>
                </a:lnTo>
                <a:lnTo>
                  <a:pt x="80606" y="354698"/>
                </a:lnTo>
                <a:lnTo>
                  <a:pt x="131775" y="357670"/>
                </a:lnTo>
                <a:lnTo>
                  <a:pt x="182943" y="354698"/>
                </a:lnTo>
                <a:lnTo>
                  <a:pt x="224840" y="346608"/>
                </a:lnTo>
                <a:lnTo>
                  <a:pt x="253149" y="334632"/>
                </a:lnTo>
                <a:lnTo>
                  <a:pt x="263550" y="320014"/>
                </a:lnTo>
                <a:lnTo>
                  <a:pt x="263550" y="301193"/>
                </a:lnTo>
                <a:lnTo>
                  <a:pt x="263550" y="282371"/>
                </a:lnTo>
                <a:lnTo>
                  <a:pt x="263550" y="244716"/>
                </a:lnTo>
                <a:close/>
              </a:path>
              <a:path w="264160" h="358139">
                <a:moveTo>
                  <a:pt x="263550" y="150583"/>
                </a:moveTo>
                <a:lnTo>
                  <a:pt x="253149" y="165214"/>
                </a:lnTo>
                <a:lnTo>
                  <a:pt x="235318" y="172758"/>
                </a:lnTo>
                <a:lnTo>
                  <a:pt x="235318" y="210832"/>
                </a:lnTo>
                <a:lnTo>
                  <a:pt x="235318" y="222123"/>
                </a:lnTo>
                <a:lnTo>
                  <a:pt x="231546" y="225894"/>
                </a:lnTo>
                <a:lnTo>
                  <a:pt x="220256" y="225894"/>
                </a:lnTo>
                <a:lnTo>
                  <a:pt x="216484" y="222123"/>
                </a:lnTo>
                <a:lnTo>
                  <a:pt x="216484" y="210832"/>
                </a:lnTo>
                <a:lnTo>
                  <a:pt x="220256" y="207060"/>
                </a:lnTo>
                <a:lnTo>
                  <a:pt x="231546" y="207060"/>
                </a:lnTo>
                <a:lnTo>
                  <a:pt x="235318" y="210832"/>
                </a:lnTo>
                <a:lnTo>
                  <a:pt x="235318" y="172758"/>
                </a:lnTo>
                <a:lnTo>
                  <a:pt x="224840" y="177177"/>
                </a:lnTo>
                <a:lnTo>
                  <a:pt x="182943" y="185267"/>
                </a:lnTo>
                <a:lnTo>
                  <a:pt x="131775" y="188239"/>
                </a:lnTo>
                <a:lnTo>
                  <a:pt x="80606" y="185267"/>
                </a:lnTo>
                <a:lnTo>
                  <a:pt x="38709" y="177177"/>
                </a:lnTo>
                <a:lnTo>
                  <a:pt x="10401" y="165214"/>
                </a:lnTo>
                <a:lnTo>
                  <a:pt x="0" y="150583"/>
                </a:lnTo>
                <a:lnTo>
                  <a:pt x="0" y="225894"/>
                </a:lnTo>
                <a:lnTo>
                  <a:pt x="10401" y="240512"/>
                </a:lnTo>
                <a:lnTo>
                  <a:pt x="38709" y="252476"/>
                </a:lnTo>
                <a:lnTo>
                  <a:pt x="80606" y="260565"/>
                </a:lnTo>
                <a:lnTo>
                  <a:pt x="131775" y="263537"/>
                </a:lnTo>
                <a:lnTo>
                  <a:pt x="182943" y="260565"/>
                </a:lnTo>
                <a:lnTo>
                  <a:pt x="224840" y="252488"/>
                </a:lnTo>
                <a:lnTo>
                  <a:pt x="253149" y="240512"/>
                </a:lnTo>
                <a:lnTo>
                  <a:pt x="263550" y="225894"/>
                </a:lnTo>
                <a:lnTo>
                  <a:pt x="263550" y="207060"/>
                </a:lnTo>
                <a:lnTo>
                  <a:pt x="263550" y="188239"/>
                </a:lnTo>
                <a:lnTo>
                  <a:pt x="263550" y="150583"/>
                </a:lnTo>
                <a:close/>
              </a:path>
              <a:path w="264160" h="358139">
                <a:moveTo>
                  <a:pt x="263550" y="56464"/>
                </a:moveTo>
                <a:lnTo>
                  <a:pt x="253149" y="71081"/>
                </a:lnTo>
                <a:lnTo>
                  <a:pt x="235318" y="78625"/>
                </a:lnTo>
                <a:lnTo>
                  <a:pt x="235318" y="116700"/>
                </a:lnTo>
                <a:lnTo>
                  <a:pt x="235318" y="128003"/>
                </a:lnTo>
                <a:lnTo>
                  <a:pt x="231546" y="131762"/>
                </a:lnTo>
                <a:lnTo>
                  <a:pt x="220256" y="131762"/>
                </a:lnTo>
                <a:lnTo>
                  <a:pt x="216484" y="128003"/>
                </a:lnTo>
                <a:lnTo>
                  <a:pt x="216484" y="116700"/>
                </a:lnTo>
                <a:lnTo>
                  <a:pt x="220256" y="112941"/>
                </a:lnTo>
                <a:lnTo>
                  <a:pt x="231546" y="112941"/>
                </a:lnTo>
                <a:lnTo>
                  <a:pt x="235318" y="116700"/>
                </a:lnTo>
                <a:lnTo>
                  <a:pt x="235318" y="78625"/>
                </a:lnTo>
                <a:lnTo>
                  <a:pt x="224840" y="83058"/>
                </a:lnTo>
                <a:lnTo>
                  <a:pt x="182943" y="91147"/>
                </a:lnTo>
                <a:lnTo>
                  <a:pt x="131775" y="94119"/>
                </a:lnTo>
                <a:lnTo>
                  <a:pt x="80606" y="91147"/>
                </a:lnTo>
                <a:lnTo>
                  <a:pt x="38709" y="83058"/>
                </a:lnTo>
                <a:lnTo>
                  <a:pt x="10401" y="71081"/>
                </a:lnTo>
                <a:lnTo>
                  <a:pt x="0" y="56464"/>
                </a:lnTo>
                <a:lnTo>
                  <a:pt x="0" y="131762"/>
                </a:lnTo>
                <a:lnTo>
                  <a:pt x="10401" y="146380"/>
                </a:lnTo>
                <a:lnTo>
                  <a:pt x="38709" y="158356"/>
                </a:lnTo>
                <a:lnTo>
                  <a:pt x="80606" y="166446"/>
                </a:lnTo>
                <a:lnTo>
                  <a:pt x="131775" y="169418"/>
                </a:lnTo>
                <a:lnTo>
                  <a:pt x="182943" y="166446"/>
                </a:lnTo>
                <a:lnTo>
                  <a:pt x="224840" y="158356"/>
                </a:lnTo>
                <a:lnTo>
                  <a:pt x="253149" y="146380"/>
                </a:lnTo>
                <a:lnTo>
                  <a:pt x="263550" y="131762"/>
                </a:lnTo>
                <a:lnTo>
                  <a:pt x="263550" y="112941"/>
                </a:lnTo>
                <a:lnTo>
                  <a:pt x="263550" y="94119"/>
                </a:lnTo>
                <a:lnTo>
                  <a:pt x="263550" y="56464"/>
                </a:lnTo>
                <a:close/>
              </a:path>
              <a:path w="264160" h="358139">
                <a:moveTo>
                  <a:pt x="263550" y="37642"/>
                </a:moveTo>
                <a:lnTo>
                  <a:pt x="253199" y="22987"/>
                </a:lnTo>
                <a:lnTo>
                  <a:pt x="224955" y="11023"/>
                </a:lnTo>
                <a:lnTo>
                  <a:pt x="183070" y="2959"/>
                </a:lnTo>
                <a:lnTo>
                  <a:pt x="131775" y="0"/>
                </a:lnTo>
                <a:lnTo>
                  <a:pt x="80479" y="2959"/>
                </a:lnTo>
                <a:lnTo>
                  <a:pt x="38595" y="11023"/>
                </a:lnTo>
                <a:lnTo>
                  <a:pt x="10363" y="22987"/>
                </a:lnTo>
                <a:lnTo>
                  <a:pt x="0" y="37642"/>
                </a:lnTo>
                <a:lnTo>
                  <a:pt x="10363" y="52298"/>
                </a:lnTo>
                <a:lnTo>
                  <a:pt x="38595" y="64262"/>
                </a:lnTo>
                <a:lnTo>
                  <a:pt x="80479" y="72326"/>
                </a:lnTo>
                <a:lnTo>
                  <a:pt x="131775" y="75285"/>
                </a:lnTo>
                <a:lnTo>
                  <a:pt x="183070" y="72326"/>
                </a:lnTo>
                <a:lnTo>
                  <a:pt x="224955" y="64262"/>
                </a:lnTo>
                <a:lnTo>
                  <a:pt x="253199" y="52298"/>
                </a:lnTo>
                <a:lnTo>
                  <a:pt x="263550" y="3764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826511" y="3158998"/>
            <a:ext cx="5956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5" dirty="0">
                <a:solidFill>
                  <a:srgbClr val="FFFFFF"/>
                </a:solidFill>
                <a:latin typeface="Calibri"/>
                <a:cs typeface="Calibri"/>
              </a:rPr>
              <a:t>$/€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762755" y="3288766"/>
            <a:ext cx="701040" cy="332740"/>
            <a:chOff x="3762755" y="3288766"/>
            <a:chExt cx="701040" cy="33274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62755" y="3288766"/>
              <a:ext cx="701027" cy="33225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09999" y="3322320"/>
              <a:ext cx="609600" cy="2286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809999" y="3322320"/>
              <a:ext cx="609600" cy="228600"/>
            </a:xfrm>
            <a:custGeom>
              <a:avLst/>
              <a:gdLst/>
              <a:ahLst/>
              <a:cxnLst/>
              <a:rect l="l" t="t" r="r" b="b"/>
              <a:pathLst>
                <a:path w="609600" h="228600">
                  <a:moveTo>
                    <a:pt x="0" y="57149"/>
                  </a:moveTo>
                  <a:lnTo>
                    <a:pt x="495300" y="57149"/>
                  </a:lnTo>
                  <a:lnTo>
                    <a:pt x="495300" y="0"/>
                  </a:lnTo>
                  <a:lnTo>
                    <a:pt x="609600" y="114299"/>
                  </a:lnTo>
                  <a:lnTo>
                    <a:pt x="495300" y="228599"/>
                  </a:lnTo>
                  <a:lnTo>
                    <a:pt x="495300" y="171449"/>
                  </a:lnTo>
                  <a:lnTo>
                    <a:pt x="0" y="171449"/>
                  </a:lnTo>
                  <a:lnTo>
                    <a:pt x="0" y="57149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1626360" y="3150139"/>
            <a:ext cx="791210" cy="676910"/>
          </a:xfrm>
          <a:custGeom>
            <a:avLst/>
            <a:gdLst/>
            <a:ahLst/>
            <a:cxnLst/>
            <a:rect l="l" t="t" r="r" b="b"/>
            <a:pathLst>
              <a:path w="791210" h="676910">
                <a:moveTo>
                  <a:pt x="263546" y="0"/>
                </a:moveTo>
                <a:lnTo>
                  <a:pt x="224052" y="1269"/>
                </a:lnTo>
                <a:lnTo>
                  <a:pt x="176722" y="5079"/>
                </a:lnTo>
                <a:lnTo>
                  <a:pt x="126625" y="12699"/>
                </a:lnTo>
                <a:lnTo>
                  <a:pt x="78833" y="25399"/>
                </a:lnTo>
                <a:lnTo>
                  <a:pt x="38417" y="45719"/>
                </a:lnTo>
                <a:lnTo>
                  <a:pt x="10449" y="74929"/>
                </a:lnTo>
                <a:lnTo>
                  <a:pt x="0" y="113029"/>
                </a:lnTo>
                <a:lnTo>
                  <a:pt x="0" y="207009"/>
                </a:lnTo>
                <a:lnTo>
                  <a:pt x="2308" y="226059"/>
                </a:lnTo>
                <a:lnTo>
                  <a:pt x="9294" y="243839"/>
                </a:lnTo>
                <a:lnTo>
                  <a:pt x="21045" y="259079"/>
                </a:lnTo>
                <a:lnTo>
                  <a:pt x="37649" y="273049"/>
                </a:lnTo>
                <a:lnTo>
                  <a:pt x="37649" y="290829"/>
                </a:lnTo>
                <a:lnTo>
                  <a:pt x="22236" y="303529"/>
                </a:lnTo>
                <a:lnTo>
                  <a:pt x="10353" y="318769"/>
                </a:lnTo>
                <a:lnTo>
                  <a:pt x="2706" y="336549"/>
                </a:lnTo>
                <a:lnTo>
                  <a:pt x="0" y="358139"/>
                </a:lnTo>
                <a:lnTo>
                  <a:pt x="0" y="452119"/>
                </a:lnTo>
                <a:lnTo>
                  <a:pt x="25884" y="507999"/>
                </a:lnTo>
                <a:lnTo>
                  <a:pt x="57974" y="529589"/>
                </a:lnTo>
                <a:lnTo>
                  <a:pt x="102594" y="546100"/>
                </a:lnTo>
                <a:lnTo>
                  <a:pt x="177070" y="560070"/>
                </a:lnTo>
                <a:lnTo>
                  <a:pt x="219205" y="563880"/>
                </a:lnTo>
                <a:lnTo>
                  <a:pt x="263546" y="565150"/>
                </a:lnTo>
                <a:lnTo>
                  <a:pt x="270047" y="595630"/>
                </a:lnTo>
                <a:lnTo>
                  <a:pt x="321520" y="642620"/>
                </a:lnTo>
                <a:lnTo>
                  <a:pt x="366141" y="659130"/>
                </a:lnTo>
                <a:lnTo>
                  <a:pt x="440616" y="673100"/>
                </a:lnTo>
                <a:lnTo>
                  <a:pt x="482752" y="676910"/>
                </a:lnTo>
                <a:lnTo>
                  <a:pt x="566586" y="676910"/>
                </a:lnTo>
                <a:lnTo>
                  <a:pt x="613917" y="673100"/>
                </a:lnTo>
                <a:lnTo>
                  <a:pt x="664014" y="665480"/>
                </a:lnTo>
                <a:lnTo>
                  <a:pt x="711806" y="651510"/>
                </a:lnTo>
                <a:lnTo>
                  <a:pt x="752221" y="631190"/>
                </a:lnTo>
                <a:lnTo>
                  <a:pt x="762392" y="621030"/>
                </a:lnTo>
                <a:lnTo>
                  <a:pt x="490031" y="621030"/>
                </a:lnTo>
                <a:lnTo>
                  <a:pt x="480751" y="619760"/>
                </a:lnTo>
                <a:lnTo>
                  <a:pt x="471560" y="619760"/>
                </a:lnTo>
                <a:lnTo>
                  <a:pt x="471560" y="614680"/>
                </a:lnTo>
                <a:lnTo>
                  <a:pt x="433910" y="614680"/>
                </a:lnTo>
                <a:lnTo>
                  <a:pt x="414379" y="612140"/>
                </a:lnTo>
                <a:lnTo>
                  <a:pt x="405055" y="609600"/>
                </a:lnTo>
                <a:lnTo>
                  <a:pt x="396261" y="608330"/>
                </a:lnTo>
                <a:lnTo>
                  <a:pt x="396261" y="596900"/>
                </a:lnTo>
                <a:lnTo>
                  <a:pt x="358611" y="596900"/>
                </a:lnTo>
                <a:lnTo>
                  <a:pt x="342801" y="589280"/>
                </a:lnTo>
                <a:lnTo>
                  <a:pt x="330962" y="581660"/>
                </a:lnTo>
                <a:lnTo>
                  <a:pt x="323535" y="572770"/>
                </a:lnTo>
                <a:lnTo>
                  <a:pt x="320962" y="565150"/>
                </a:lnTo>
                <a:lnTo>
                  <a:pt x="320962" y="562610"/>
                </a:lnTo>
                <a:lnTo>
                  <a:pt x="697457" y="562610"/>
                </a:lnTo>
                <a:lnTo>
                  <a:pt x="707310" y="560070"/>
                </a:lnTo>
                <a:lnTo>
                  <a:pt x="716987" y="556260"/>
                </a:lnTo>
                <a:lnTo>
                  <a:pt x="726311" y="552450"/>
                </a:lnTo>
                <a:lnTo>
                  <a:pt x="735106" y="547370"/>
                </a:lnTo>
                <a:lnTo>
                  <a:pt x="790639" y="547370"/>
                </a:lnTo>
                <a:lnTo>
                  <a:pt x="790639" y="527050"/>
                </a:lnTo>
                <a:lnTo>
                  <a:pt x="461838" y="527050"/>
                </a:lnTo>
                <a:lnTo>
                  <a:pt x="452382" y="525780"/>
                </a:lnTo>
                <a:lnTo>
                  <a:pt x="443102" y="525780"/>
                </a:lnTo>
                <a:lnTo>
                  <a:pt x="433910" y="524510"/>
                </a:lnTo>
                <a:lnTo>
                  <a:pt x="433910" y="520700"/>
                </a:lnTo>
                <a:lnTo>
                  <a:pt x="396261" y="520700"/>
                </a:lnTo>
                <a:lnTo>
                  <a:pt x="386407" y="519430"/>
                </a:lnTo>
                <a:lnTo>
                  <a:pt x="376730" y="516890"/>
                </a:lnTo>
                <a:lnTo>
                  <a:pt x="358611" y="514350"/>
                </a:lnTo>
                <a:lnTo>
                  <a:pt x="358611" y="506730"/>
                </a:lnTo>
                <a:lnTo>
                  <a:pt x="222132" y="506730"/>
                </a:lnTo>
                <a:lnTo>
                  <a:pt x="215072" y="505460"/>
                </a:lnTo>
                <a:lnTo>
                  <a:pt x="208013" y="505460"/>
                </a:lnTo>
                <a:lnTo>
                  <a:pt x="208013" y="501650"/>
                </a:lnTo>
                <a:lnTo>
                  <a:pt x="170364" y="501650"/>
                </a:lnTo>
                <a:lnTo>
                  <a:pt x="150833" y="499110"/>
                </a:lnTo>
                <a:lnTo>
                  <a:pt x="141509" y="496570"/>
                </a:lnTo>
                <a:lnTo>
                  <a:pt x="132714" y="495300"/>
                </a:lnTo>
                <a:lnTo>
                  <a:pt x="132714" y="483870"/>
                </a:lnTo>
                <a:lnTo>
                  <a:pt x="95065" y="483869"/>
                </a:lnTo>
                <a:lnTo>
                  <a:pt x="79255" y="476249"/>
                </a:lnTo>
                <a:lnTo>
                  <a:pt x="67416" y="468629"/>
                </a:lnTo>
                <a:lnTo>
                  <a:pt x="59989" y="459739"/>
                </a:lnTo>
                <a:lnTo>
                  <a:pt x="57415" y="452119"/>
                </a:lnTo>
                <a:lnTo>
                  <a:pt x="57415" y="434339"/>
                </a:lnTo>
                <a:lnTo>
                  <a:pt x="782168" y="434340"/>
                </a:lnTo>
                <a:lnTo>
                  <a:pt x="781272" y="433070"/>
                </a:lnTo>
                <a:lnTo>
                  <a:pt x="490384" y="433070"/>
                </a:lnTo>
                <a:lnTo>
                  <a:pt x="424754" y="430530"/>
                </a:lnTo>
                <a:lnTo>
                  <a:pt x="367888" y="421640"/>
                </a:lnTo>
                <a:lnTo>
                  <a:pt x="323130" y="410210"/>
                </a:lnTo>
                <a:lnTo>
                  <a:pt x="302841" y="398780"/>
                </a:lnTo>
                <a:lnTo>
                  <a:pt x="208013" y="398780"/>
                </a:lnTo>
                <a:lnTo>
                  <a:pt x="188482" y="396240"/>
                </a:lnTo>
                <a:lnTo>
                  <a:pt x="179158" y="393700"/>
                </a:lnTo>
                <a:lnTo>
                  <a:pt x="170364" y="392430"/>
                </a:lnTo>
                <a:lnTo>
                  <a:pt x="170364" y="379730"/>
                </a:lnTo>
                <a:lnTo>
                  <a:pt x="132714" y="379729"/>
                </a:lnTo>
                <a:lnTo>
                  <a:pt x="116904" y="373379"/>
                </a:lnTo>
                <a:lnTo>
                  <a:pt x="105065" y="365759"/>
                </a:lnTo>
                <a:lnTo>
                  <a:pt x="97638" y="356869"/>
                </a:lnTo>
                <a:lnTo>
                  <a:pt x="95065" y="347979"/>
                </a:lnTo>
                <a:lnTo>
                  <a:pt x="95065" y="331469"/>
                </a:lnTo>
                <a:lnTo>
                  <a:pt x="363412" y="331470"/>
                </a:lnTo>
                <a:lnTo>
                  <a:pt x="367888" y="330200"/>
                </a:lnTo>
                <a:lnTo>
                  <a:pt x="424754" y="322580"/>
                </a:lnTo>
                <a:lnTo>
                  <a:pt x="490384" y="320040"/>
                </a:lnTo>
                <a:lnTo>
                  <a:pt x="728970" y="320040"/>
                </a:lnTo>
                <a:lnTo>
                  <a:pt x="728047" y="318770"/>
                </a:lnTo>
                <a:lnTo>
                  <a:pt x="651336" y="281940"/>
                </a:lnTo>
                <a:lnTo>
                  <a:pt x="610392" y="273050"/>
                </a:lnTo>
                <a:lnTo>
                  <a:pt x="563801" y="266700"/>
                </a:lnTo>
                <a:lnTo>
                  <a:pt x="564742" y="262890"/>
                </a:lnTo>
                <a:lnTo>
                  <a:pt x="235941" y="262890"/>
                </a:lnTo>
                <a:lnTo>
                  <a:pt x="217205" y="261620"/>
                </a:lnTo>
                <a:lnTo>
                  <a:pt x="208013" y="261620"/>
                </a:lnTo>
                <a:lnTo>
                  <a:pt x="208013" y="257810"/>
                </a:lnTo>
                <a:lnTo>
                  <a:pt x="170364" y="257809"/>
                </a:lnTo>
                <a:lnTo>
                  <a:pt x="150833" y="255269"/>
                </a:lnTo>
                <a:lnTo>
                  <a:pt x="141509" y="252729"/>
                </a:lnTo>
                <a:lnTo>
                  <a:pt x="132714" y="251459"/>
                </a:lnTo>
                <a:lnTo>
                  <a:pt x="132714" y="238759"/>
                </a:lnTo>
                <a:lnTo>
                  <a:pt x="79255" y="231139"/>
                </a:lnTo>
                <a:lnTo>
                  <a:pt x="57415" y="190499"/>
                </a:lnTo>
                <a:lnTo>
                  <a:pt x="530111" y="190500"/>
                </a:lnTo>
                <a:lnTo>
                  <a:pt x="527093" y="187960"/>
                </a:lnTo>
                <a:lnTo>
                  <a:pt x="527093" y="168910"/>
                </a:lnTo>
                <a:lnTo>
                  <a:pt x="264487" y="168910"/>
                </a:lnTo>
                <a:lnTo>
                  <a:pt x="198857" y="166369"/>
                </a:lnTo>
                <a:lnTo>
                  <a:pt x="141991" y="158749"/>
                </a:lnTo>
                <a:lnTo>
                  <a:pt x="97233" y="146049"/>
                </a:lnTo>
                <a:lnTo>
                  <a:pt x="67927" y="130809"/>
                </a:lnTo>
                <a:lnTo>
                  <a:pt x="57415" y="113029"/>
                </a:lnTo>
                <a:lnTo>
                  <a:pt x="67927" y="95249"/>
                </a:lnTo>
                <a:lnTo>
                  <a:pt x="97233" y="80009"/>
                </a:lnTo>
                <a:lnTo>
                  <a:pt x="141991" y="67309"/>
                </a:lnTo>
                <a:lnTo>
                  <a:pt x="198857" y="59689"/>
                </a:lnTo>
                <a:lnTo>
                  <a:pt x="264487" y="55880"/>
                </a:lnTo>
                <a:lnTo>
                  <a:pt x="501209" y="55880"/>
                </a:lnTo>
                <a:lnTo>
                  <a:pt x="469118" y="34290"/>
                </a:lnTo>
                <a:lnTo>
                  <a:pt x="424498" y="19050"/>
                </a:lnTo>
                <a:lnTo>
                  <a:pt x="389157" y="10160"/>
                </a:lnTo>
                <a:lnTo>
                  <a:pt x="350022" y="5080"/>
                </a:lnTo>
                <a:lnTo>
                  <a:pt x="307887" y="1270"/>
                </a:lnTo>
                <a:lnTo>
                  <a:pt x="263546" y="0"/>
                </a:lnTo>
                <a:close/>
              </a:path>
              <a:path w="791210" h="676910">
                <a:moveTo>
                  <a:pt x="546859" y="582930"/>
                </a:moveTo>
                <a:lnTo>
                  <a:pt x="509209" y="582930"/>
                </a:lnTo>
                <a:lnTo>
                  <a:pt x="509209" y="621030"/>
                </a:lnTo>
                <a:lnTo>
                  <a:pt x="546859" y="621030"/>
                </a:lnTo>
                <a:lnTo>
                  <a:pt x="546859" y="582930"/>
                </a:lnTo>
                <a:close/>
              </a:path>
              <a:path w="791210" h="676910">
                <a:moveTo>
                  <a:pt x="622158" y="581660"/>
                </a:moveTo>
                <a:lnTo>
                  <a:pt x="584508" y="581660"/>
                </a:lnTo>
                <a:lnTo>
                  <a:pt x="584508" y="619760"/>
                </a:lnTo>
                <a:lnTo>
                  <a:pt x="575316" y="619760"/>
                </a:lnTo>
                <a:lnTo>
                  <a:pt x="566036" y="621030"/>
                </a:lnTo>
                <a:lnTo>
                  <a:pt x="762392" y="621030"/>
                </a:lnTo>
                <a:lnTo>
                  <a:pt x="768748" y="614680"/>
                </a:lnTo>
                <a:lnTo>
                  <a:pt x="622158" y="614680"/>
                </a:lnTo>
                <a:lnTo>
                  <a:pt x="622158" y="581660"/>
                </a:lnTo>
                <a:close/>
              </a:path>
              <a:path w="791210" h="676910">
                <a:moveTo>
                  <a:pt x="622158" y="577850"/>
                </a:moveTo>
                <a:lnTo>
                  <a:pt x="396261" y="577850"/>
                </a:lnTo>
                <a:lnTo>
                  <a:pt x="414732" y="580390"/>
                </a:lnTo>
                <a:lnTo>
                  <a:pt x="424189" y="580390"/>
                </a:lnTo>
                <a:lnTo>
                  <a:pt x="433910" y="581660"/>
                </a:lnTo>
                <a:lnTo>
                  <a:pt x="433910" y="614680"/>
                </a:lnTo>
                <a:lnTo>
                  <a:pt x="471560" y="614680"/>
                </a:lnTo>
                <a:lnTo>
                  <a:pt x="471560" y="582930"/>
                </a:lnTo>
                <a:lnTo>
                  <a:pt x="564977" y="582930"/>
                </a:lnTo>
                <a:lnTo>
                  <a:pt x="574655" y="581660"/>
                </a:lnTo>
                <a:lnTo>
                  <a:pt x="622158" y="581660"/>
                </a:lnTo>
                <a:lnTo>
                  <a:pt x="622158" y="577850"/>
                </a:lnTo>
                <a:close/>
              </a:path>
              <a:path w="791210" h="676910">
                <a:moveTo>
                  <a:pt x="697457" y="571500"/>
                </a:moveTo>
                <a:lnTo>
                  <a:pt x="659807" y="571500"/>
                </a:lnTo>
                <a:lnTo>
                  <a:pt x="659807" y="608330"/>
                </a:lnTo>
                <a:lnTo>
                  <a:pt x="651012" y="609600"/>
                </a:lnTo>
                <a:lnTo>
                  <a:pt x="641688" y="612140"/>
                </a:lnTo>
                <a:lnTo>
                  <a:pt x="622158" y="614680"/>
                </a:lnTo>
                <a:lnTo>
                  <a:pt x="768748" y="614680"/>
                </a:lnTo>
                <a:lnTo>
                  <a:pt x="780190" y="603250"/>
                </a:lnTo>
                <a:lnTo>
                  <a:pt x="781931" y="596900"/>
                </a:lnTo>
                <a:lnTo>
                  <a:pt x="697457" y="596900"/>
                </a:lnTo>
                <a:lnTo>
                  <a:pt x="697457" y="571500"/>
                </a:lnTo>
                <a:close/>
              </a:path>
              <a:path w="791210" h="676910">
                <a:moveTo>
                  <a:pt x="697457" y="562610"/>
                </a:moveTo>
                <a:lnTo>
                  <a:pt x="321903" y="562610"/>
                </a:lnTo>
                <a:lnTo>
                  <a:pt x="324727" y="563880"/>
                </a:lnTo>
                <a:lnTo>
                  <a:pt x="326609" y="565150"/>
                </a:lnTo>
                <a:lnTo>
                  <a:pt x="329433" y="565150"/>
                </a:lnTo>
                <a:lnTo>
                  <a:pt x="343669" y="567690"/>
                </a:lnTo>
                <a:lnTo>
                  <a:pt x="351008" y="570230"/>
                </a:lnTo>
                <a:lnTo>
                  <a:pt x="358611" y="571500"/>
                </a:lnTo>
                <a:lnTo>
                  <a:pt x="358611" y="596900"/>
                </a:lnTo>
                <a:lnTo>
                  <a:pt x="396261" y="596900"/>
                </a:lnTo>
                <a:lnTo>
                  <a:pt x="396261" y="577850"/>
                </a:lnTo>
                <a:lnTo>
                  <a:pt x="622158" y="577850"/>
                </a:lnTo>
                <a:lnTo>
                  <a:pt x="650483" y="574040"/>
                </a:lnTo>
                <a:lnTo>
                  <a:pt x="659807" y="571500"/>
                </a:lnTo>
                <a:lnTo>
                  <a:pt x="697457" y="571500"/>
                </a:lnTo>
                <a:lnTo>
                  <a:pt x="697457" y="562610"/>
                </a:lnTo>
                <a:close/>
              </a:path>
              <a:path w="791210" h="676910">
                <a:moveTo>
                  <a:pt x="790639" y="547370"/>
                </a:moveTo>
                <a:lnTo>
                  <a:pt x="735106" y="547370"/>
                </a:lnTo>
                <a:lnTo>
                  <a:pt x="735106" y="565150"/>
                </a:lnTo>
                <a:lnTo>
                  <a:pt x="732532" y="574040"/>
                </a:lnTo>
                <a:lnTo>
                  <a:pt x="725106" y="581660"/>
                </a:lnTo>
                <a:lnTo>
                  <a:pt x="713267" y="589280"/>
                </a:lnTo>
                <a:lnTo>
                  <a:pt x="697457" y="596900"/>
                </a:lnTo>
                <a:lnTo>
                  <a:pt x="781931" y="596900"/>
                </a:lnTo>
                <a:lnTo>
                  <a:pt x="790639" y="565150"/>
                </a:lnTo>
                <a:lnTo>
                  <a:pt x="790639" y="547370"/>
                </a:lnTo>
                <a:close/>
              </a:path>
              <a:path w="791210" h="676910">
                <a:moveTo>
                  <a:pt x="509209" y="488950"/>
                </a:moveTo>
                <a:lnTo>
                  <a:pt x="471560" y="488950"/>
                </a:lnTo>
                <a:lnTo>
                  <a:pt x="471560" y="527050"/>
                </a:lnTo>
                <a:lnTo>
                  <a:pt x="509209" y="527050"/>
                </a:lnTo>
                <a:lnTo>
                  <a:pt x="509209" y="488950"/>
                </a:lnTo>
                <a:close/>
              </a:path>
              <a:path w="791210" h="676910">
                <a:moveTo>
                  <a:pt x="584508" y="487680"/>
                </a:moveTo>
                <a:lnTo>
                  <a:pt x="546859" y="487680"/>
                </a:lnTo>
                <a:lnTo>
                  <a:pt x="546859" y="524510"/>
                </a:lnTo>
                <a:lnTo>
                  <a:pt x="537667" y="525780"/>
                </a:lnTo>
                <a:lnTo>
                  <a:pt x="518930" y="525780"/>
                </a:lnTo>
                <a:lnTo>
                  <a:pt x="509209" y="527050"/>
                </a:lnTo>
                <a:lnTo>
                  <a:pt x="790639" y="527050"/>
                </a:lnTo>
                <a:lnTo>
                  <a:pt x="790639" y="520700"/>
                </a:lnTo>
                <a:lnTo>
                  <a:pt x="584508" y="520700"/>
                </a:lnTo>
                <a:lnTo>
                  <a:pt x="584508" y="487680"/>
                </a:lnTo>
                <a:close/>
              </a:path>
              <a:path w="791210" h="676910">
                <a:moveTo>
                  <a:pt x="622158" y="477520"/>
                </a:moveTo>
                <a:lnTo>
                  <a:pt x="358611" y="477520"/>
                </a:lnTo>
                <a:lnTo>
                  <a:pt x="396261" y="482600"/>
                </a:lnTo>
                <a:lnTo>
                  <a:pt x="396261" y="520700"/>
                </a:lnTo>
                <a:lnTo>
                  <a:pt x="433910" y="520700"/>
                </a:lnTo>
                <a:lnTo>
                  <a:pt x="433910" y="487680"/>
                </a:lnTo>
                <a:lnTo>
                  <a:pt x="584508" y="487680"/>
                </a:lnTo>
                <a:lnTo>
                  <a:pt x="584508" y="483870"/>
                </a:lnTo>
                <a:lnTo>
                  <a:pt x="593832" y="482600"/>
                </a:lnTo>
                <a:lnTo>
                  <a:pt x="612833" y="478790"/>
                </a:lnTo>
                <a:lnTo>
                  <a:pt x="622158" y="477520"/>
                </a:lnTo>
                <a:close/>
              </a:path>
              <a:path w="791210" h="676910">
                <a:moveTo>
                  <a:pt x="659807" y="477520"/>
                </a:moveTo>
                <a:lnTo>
                  <a:pt x="622158" y="477520"/>
                </a:lnTo>
                <a:lnTo>
                  <a:pt x="622158" y="514350"/>
                </a:lnTo>
                <a:lnTo>
                  <a:pt x="604039" y="516890"/>
                </a:lnTo>
                <a:lnTo>
                  <a:pt x="594362" y="519430"/>
                </a:lnTo>
                <a:lnTo>
                  <a:pt x="584508" y="520700"/>
                </a:lnTo>
                <a:lnTo>
                  <a:pt x="790639" y="520700"/>
                </a:lnTo>
                <a:lnTo>
                  <a:pt x="790639" y="502920"/>
                </a:lnTo>
                <a:lnTo>
                  <a:pt x="659807" y="502920"/>
                </a:lnTo>
                <a:lnTo>
                  <a:pt x="659807" y="477520"/>
                </a:lnTo>
                <a:close/>
              </a:path>
              <a:path w="791210" h="676910">
                <a:moveTo>
                  <a:pt x="283312" y="468630"/>
                </a:moveTo>
                <a:lnTo>
                  <a:pt x="214602" y="468630"/>
                </a:lnTo>
                <a:lnTo>
                  <a:pt x="220249" y="469900"/>
                </a:lnTo>
                <a:lnTo>
                  <a:pt x="226838" y="469900"/>
                </a:lnTo>
                <a:lnTo>
                  <a:pt x="227178" y="476250"/>
                </a:lnTo>
                <a:lnTo>
                  <a:pt x="227246" y="477520"/>
                </a:lnTo>
                <a:lnTo>
                  <a:pt x="227314" y="478790"/>
                </a:lnTo>
                <a:lnTo>
                  <a:pt x="227382" y="480060"/>
                </a:lnTo>
                <a:lnTo>
                  <a:pt x="229073" y="490220"/>
                </a:lnTo>
                <a:lnTo>
                  <a:pt x="232000" y="499110"/>
                </a:lnTo>
                <a:lnTo>
                  <a:pt x="236250" y="506730"/>
                </a:lnTo>
                <a:lnTo>
                  <a:pt x="358611" y="506730"/>
                </a:lnTo>
                <a:lnTo>
                  <a:pt x="358611" y="502920"/>
                </a:lnTo>
                <a:lnTo>
                  <a:pt x="320962" y="502920"/>
                </a:lnTo>
                <a:lnTo>
                  <a:pt x="305152" y="495300"/>
                </a:lnTo>
                <a:lnTo>
                  <a:pt x="293313" y="487680"/>
                </a:lnTo>
                <a:lnTo>
                  <a:pt x="285886" y="478790"/>
                </a:lnTo>
                <a:lnTo>
                  <a:pt x="283312" y="469900"/>
                </a:lnTo>
                <a:lnTo>
                  <a:pt x="283312" y="468630"/>
                </a:lnTo>
                <a:close/>
              </a:path>
              <a:path w="791210" h="676910">
                <a:moveTo>
                  <a:pt x="697457" y="453390"/>
                </a:moveTo>
                <a:lnTo>
                  <a:pt x="283312" y="453390"/>
                </a:lnTo>
                <a:lnTo>
                  <a:pt x="291974" y="457200"/>
                </a:lnTo>
                <a:lnTo>
                  <a:pt x="301078" y="461010"/>
                </a:lnTo>
                <a:lnTo>
                  <a:pt x="310711" y="464820"/>
                </a:lnTo>
                <a:lnTo>
                  <a:pt x="320962" y="467360"/>
                </a:lnTo>
                <a:lnTo>
                  <a:pt x="320962" y="502920"/>
                </a:lnTo>
                <a:lnTo>
                  <a:pt x="358611" y="502920"/>
                </a:lnTo>
                <a:lnTo>
                  <a:pt x="358611" y="477520"/>
                </a:lnTo>
                <a:lnTo>
                  <a:pt x="659807" y="477520"/>
                </a:lnTo>
                <a:lnTo>
                  <a:pt x="659807" y="468630"/>
                </a:lnTo>
                <a:lnTo>
                  <a:pt x="669661" y="464820"/>
                </a:lnTo>
                <a:lnTo>
                  <a:pt x="679338" y="462280"/>
                </a:lnTo>
                <a:lnTo>
                  <a:pt x="688662" y="457200"/>
                </a:lnTo>
                <a:lnTo>
                  <a:pt x="697457" y="453390"/>
                </a:lnTo>
                <a:close/>
              </a:path>
              <a:path w="791210" h="676910">
                <a:moveTo>
                  <a:pt x="789110" y="453390"/>
                </a:moveTo>
                <a:lnTo>
                  <a:pt x="697457" y="453390"/>
                </a:lnTo>
                <a:lnTo>
                  <a:pt x="697457" y="469900"/>
                </a:lnTo>
                <a:lnTo>
                  <a:pt x="694883" y="480060"/>
                </a:lnTo>
                <a:lnTo>
                  <a:pt x="687456" y="487680"/>
                </a:lnTo>
                <a:lnTo>
                  <a:pt x="675617" y="495300"/>
                </a:lnTo>
                <a:lnTo>
                  <a:pt x="659807" y="502920"/>
                </a:lnTo>
                <a:lnTo>
                  <a:pt x="790639" y="502920"/>
                </a:lnTo>
                <a:lnTo>
                  <a:pt x="790522" y="468630"/>
                </a:lnTo>
                <a:lnTo>
                  <a:pt x="789110" y="453390"/>
                </a:lnTo>
                <a:close/>
              </a:path>
              <a:path w="791210" h="676910">
                <a:moveTo>
                  <a:pt x="283312" y="458470"/>
                </a:moveTo>
                <a:lnTo>
                  <a:pt x="132714" y="458470"/>
                </a:lnTo>
                <a:lnTo>
                  <a:pt x="170364" y="463550"/>
                </a:lnTo>
                <a:lnTo>
                  <a:pt x="170364" y="501650"/>
                </a:lnTo>
                <a:lnTo>
                  <a:pt x="208013" y="501650"/>
                </a:lnTo>
                <a:lnTo>
                  <a:pt x="208013" y="468630"/>
                </a:lnTo>
                <a:lnTo>
                  <a:pt x="283312" y="468630"/>
                </a:lnTo>
                <a:lnTo>
                  <a:pt x="283312" y="458470"/>
                </a:lnTo>
                <a:close/>
              </a:path>
              <a:path w="791210" h="676910">
                <a:moveTo>
                  <a:pt x="537005" y="487680"/>
                </a:moveTo>
                <a:lnTo>
                  <a:pt x="443102" y="487680"/>
                </a:lnTo>
                <a:lnTo>
                  <a:pt x="452382" y="488950"/>
                </a:lnTo>
                <a:lnTo>
                  <a:pt x="527328" y="488950"/>
                </a:lnTo>
                <a:lnTo>
                  <a:pt x="537005" y="487680"/>
                </a:lnTo>
                <a:close/>
              </a:path>
              <a:path w="791210" h="676910">
                <a:moveTo>
                  <a:pt x="782168" y="434340"/>
                </a:moveTo>
                <a:lnTo>
                  <a:pt x="57415" y="434339"/>
                </a:lnTo>
                <a:lnTo>
                  <a:pt x="66077" y="438149"/>
                </a:lnTo>
                <a:lnTo>
                  <a:pt x="75181" y="441959"/>
                </a:lnTo>
                <a:lnTo>
                  <a:pt x="84814" y="445769"/>
                </a:lnTo>
                <a:lnTo>
                  <a:pt x="95065" y="448309"/>
                </a:lnTo>
                <a:lnTo>
                  <a:pt x="95065" y="483869"/>
                </a:lnTo>
                <a:lnTo>
                  <a:pt x="132714" y="483870"/>
                </a:lnTo>
                <a:lnTo>
                  <a:pt x="132714" y="458470"/>
                </a:lnTo>
                <a:lnTo>
                  <a:pt x="283312" y="458470"/>
                </a:lnTo>
                <a:lnTo>
                  <a:pt x="283312" y="453390"/>
                </a:lnTo>
                <a:lnTo>
                  <a:pt x="789110" y="453390"/>
                </a:lnTo>
                <a:lnTo>
                  <a:pt x="788992" y="452120"/>
                </a:lnTo>
                <a:lnTo>
                  <a:pt x="788874" y="450850"/>
                </a:lnTo>
                <a:lnTo>
                  <a:pt x="782168" y="434340"/>
                </a:lnTo>
                <a:close/>
              </a:path>
              <a:path w="791210" h="676910">
                <a:moveTo>
                  <a:pt x="728970" y="320040"/>
                </a:moveTo>
                <a:lnTo>
                  <a:pt x="490384" y="320040"/>
                </a:lnTo>
                <a:lnTo>
                  <a:pt x="556015" y="322580"/>
                </a:lnTo>
                <a:lnTo>
                  <a:pt x="612881" y="330200"/>
                </a:lnTo>
                <a:lnTo>
                  <a:pt x="657638" y="342900"/>
                </a:lnTo>
                <a:lnTo>
                  <a:pt x="686945" y="358140"/>
                </a:lnTo>
                <a:lnTo>
                  <a:pt x="697457" y="375920"/>
                </a:lnTo>
                <a:lnTo>
                  <a:pt x="686945" y="393700"/>
                </a:lnTo>
                <a:lnTo>
                  <a:pt x="657639" y="410210"/>
                </a:lnTo>
                <a:lnTo>
                  <a:pt x="612881" y="421640"/>
                </a:lnTo>
                <a:lnTo>
                  <a:pt x="556015" y="430530"/>
                </a:lnTo>
                <a:lnTo>
                  <a:pt x="490384" y="433070"/>
                </a:lnTo>
                <a:lnTo>
                  <a:pt x="781272" y="433070"/>
                </a:lnTo>
                <a:lnTo>
                  <a:pt x="770520" y="417830"/>
                </a:lnTo>
                <a:lnTo>
                  <a:pt x="753931" y="405130"/>
                </a:lnTo>
                <a:lnTo>
                  <a:pt x="753931" y="375920"/>
                </a:lnTo>
                <a:lnTo>
                  <a:pt x="747430" y="345440"/>
                </a:lnTo>
                <a:lnTo>
                  <a:pt x="728970" y="320040"/>
                </a:lnTo>
                <a:close/>
              </a:path>
              <a:path w="791210" h="676910">
                <a:moveTo>
                  <a:pt x="298708" y="355600"/>
                </a:moveTo>
                <a:lnTo>
                  <a:pt x="170364" y="355600"/>
                </a:lnTo>
                <a:lnTo>
                  <a:pt x="179555" y="356870"/>
                </a:lnTo>
                <a:lnTo>
                  <a:pt x="188835" y="359410"/>
                </a:lnTo>
                <a:lnTo>
                  <a:pt x="198292" y="360680"/>
                </a:lnTo>
                <a:lnTo>
                  <a:pt x="208013" y="360680"/>
                </a:lnTo>
                <a:lnTo>
                  <a:pt x="208013" y="398780"/>
                </a:lnTo>
                <a:lnTo>
                  <a:pt x="302841" y="398780"/>
                </a:lnTo>
                <a:lnTo>
                  <a:pt x="293824" y="393700"/>
                </a:lnTo>
                <a:lnTo>
                  <a:pt x="283312" y="375920"/>
                </a:lnTo>
                <a:lnTo>
                  <a:pt x="293824" y="358140"/>
                </a:lnTo>
                <a:lnTo>
                  <a:pt x="298708" y="355600"/>
                </a:lnTo>
                <a:close/>
              </a:path>
              <a:path w="791210" h="676910">
                <a:moveTo>
                  <a:pt x="363412" y="331470"/>
                </a:moveTo>
                <a:lnTo>
                  <a:pt x="95065" y="331469"/>
                </a:lnTo>
                <a:lnTo>
                  <a:pt x="103727" y="335279"/>
                </a:lnTo>
                <a:lnTo>
                  <a:pt x="112830" y="339089"/>
                </a:lnTo>
                <a:lnTo>
                  <a:pt x="122463" y="342899"/>
                </a:lnTo>
                <a:lnTo>
                  <a:pt x="132714" y="345439"/>
                </a:lnTo>
                <a:lnTo>
                  <a:pt x="132714" y="379729"/>
                </a:lnTo>
                <a:lnTo>
                  <a:pt x="170364" y="379730"/>
                </a:lnTo>
                <a:lnTo>
                  <a:pt x="170364" y="355600"/>
                </a:lnTo>
                <a:lnTo>
                  <a:pt x="298708" y="355600"/>
                </a:lnTo>
                <a:lnTo>
                  <a:pt x="323130" y="342900"/>
                </a:lnTo>
                <a:lnTo>
                  <a:pt x="363412" y="331470"/>
                </a:lnTo>
                <a:close/>
              </a:path>
              <a:path w="791210" h="676910">
                <a:moveTo>
                  <a:pt x="283312" y="226060"/>
                </a:moveTo>
                <a:lnTo>
                  <a:pt x="245663" y="226060"/>
                </a:lnTo>
                <a:lnTo>
                  <a:pt x="245663" y="262890"/>
                </a:lnTo>
                <a:lnTo>
                  <a:pt x="283312" y="262890"/>
                </a:lnTo>
                <a:lnTo>
                  <a:pt x="283312" y="226060"/>
                </a:lnTo>
                <a:close/>
              </a:path>
              <a:path w="791210" h="676910">
                <a:moveTo>
                  <a:pt x="358611" y="223520"/>
                </a:moveTo>
                <a:lnTo>
                  <a:pt x="320962" y="223520"/>
                </a:lnTo>
                <a:lnTo>
                  <a:pt x="320962" y="261620"/>
                </a:lnTo>
                <a:lnTo>
                  <a:pt x="311770" y="261620"/>
                </a:lnTo>
                <a:lnTo>
                  <a:pt x="293033" y="262890"/>
                </a:lnTo>
                <a:lnTo>
                  <a:pt x="564742" y="262890"/>
                </a:lnTo>
                <a:lnTo>
                  <a:pt x="564742" y="256540"/>
                </a:lnTo>
                <a:lnTo>
                  <a:pt x="358611" y="256540"/>
                </a:lnTo>
                <a:lnTo>
                  <a:pt x="358611" y="223520"/>
                </a:lnTo>
                <a:close/>
              </a:path>
              <a:path w="791210" h="676910">
                <a:moveTo>
                  <a:pt x="396261" y="214630"/>
                </a:moveTo>
                <a:lnTo>
                  <a:pt x="132714" y="214629"/>
                </a:lnTo>
                <a:lnTo>
                  <a:pt x="170364" y="219709"/>
                </a:lnTo>
                <a:lnTo>
                  <a:pt x="170364" y="257809"/>
                </a:lnTo>
                <a:lnTo>
                  <a:pt x="208013" y="257810"/>
                </a:lnTo>
                <a:lnTo>
                  <a:pt x="208013" y="223520"/>
                </a:lnTo>
                <a:lnTo>
                  <a:pt x="358611" y="223520"/>
                </a:lnTo>
                <a:lnTo>
                  <a:pt x="358611" y="219710"/>
                </a:lnTo>
                <a:lnTo>
                  <a:pt x="396261" y="214630"/>
                </a:lnTo>
                <a:close/>
              </a:path>
              <a:path w="791210" h="676910">
                <a:moveTo>
                  <a:pt x="433910" y="214630"/>
                </a:moveTo>
                <a:lnTo>
                  <a:pt x="396261" y="214630"/>
                </a:lnTo>
                <a:lnTo>
                  <a:pt x="396261" y="250190"/>
                </a:lnTo>
                <a:lnTo>
                  <a:pt x="387466" y="252730"/>
                </a:lnTo>
                <a:lnTo>
                  <a:pt x="358611" y="256540"/>
                </a:lnTo>
                <a:lnTo>
                  <a:pt x="564742" y="256540"/>
                </a:lnTo>
                <a:lnTo>
                  <a:pt x="564742" y="254000"/>
                </a:lnTo>
                <a:lnTo>
                  <a:pt x="562895" y="238760"/>
                </a:lnTo>
                <a:lnTo>
                  <a:pt x="433910" y="238760"/>
                </a:lnTo>
                <a:lnTo>
                  <a:pt x="433910" y="214630"/>
                </a:lnTo>
                <a:close/>
              </a:path>
              <a:path w="791210" h="676910">
                <a:moveTo>
                  <a:pt x="471560" y="190500"/>
                </a:moveTo>
                <a:lnTo>
                  <a:pt x="57415" y="190499"/>
                </a:lnTo>
                <a:lnTo>
                  <a:pt x="66077" y="194309"/>
                </a:lnTo>
                <a:lnTo>
                  <a:pt x="75181" y="198119"/>
                </a:lnTo>
                <a:lnTo>
                  <a:pt x="84814" y="200659"/>
                </a:lnTo>
                <a:lnTo>
                  <a:pt x="95065" y="204469"/>
                </a:lnTo>
                <a:lnTo>
                  <a:pt x="95065" y="238759"/>
                </a:lnTo>
                <a:lnTo>
                  <a:pt x="132714" y="238759"/>
                </a:lnTo>
                <a:lnTo>
                  <a:pt x="132714" y="214629"/>
                </a:lnTo>
                <a:lnTo>
                  <a:pt x="433910" y="214630"/>
                </a:lnTo>
                <a:lnTo>
                  <a:pt x="433910" y="204470"/>
                </a:lnTo>
                <a:lnTo>
                  <a:pt x="443764" y="201930"/>
                </a:lnTo>
                <a:lnTo>
                  <a:pt x="453441" y="198120"/>
                </a:lnTo>
                <a:lnTo>
                  <a:pt x="462765" y="194310"/>
                </a:lnTo>
                <a:lnTo>
                  <a:pt x="471560" y="190500"/>
                </a:lnTo>
                <a:close/>
              </a:path>
              <a:path w="791210" h="676910">
                <a:moveTo>
                  <a:pt x="530111" y="190500"/>
                </a:moveTo>
                <a:lnTo>
                  <a:pt x="471560" y="190500"/>
                </a:lnTo>
                <a:lnTo>
                  <a:pt x="471560" y="207010"/>
                </a:lnTo>
                <a:lnTo>
                  <a:pt x="468986" y="215900"/>
                </a:lnTo>
                <a:lnTo>
                  <a:pt x="461559" y="224790"/>
                </a:lnTo>
                <a:lnTo>
                  <a:pt x="449720" y="232410"/>
                </a:lnTo>
                <a:lnTo>
                  <a:pt x="433910" y="238760"/>
                </a:lnTo>
                <a:lnTo>
                  <a:pt x="562895" y="238760"/>
                </a:lnTo>
                <a:lnTo>
                  <a:pt x="562433" y="234950"/>
                </a:lnTo>
                <a:lnTo>
                  <a:pt x="555447" y="217170"/>
                </a:lnTo>
                <a:lnTo>
                  <a:pt x="543697" y="201930"/>
                </a:lnTo>
                <a:lnTo>
                  <a:pt x="530111" y="190500"/>
                </a:lnTo>
                <a:close/>
              </a:path>
              <a:path w="791210" h="676910">
                <a:moveTo>
                  <a:pt x="301431" y="224790"/>
                </a:moveTo>
                <a:lnTo>
                  <a:pt x="226485" y="224790"/>
                </a:lnTo>
                <a:lnTo>
                  <a:pt x="235941" y="226060"/>
                </a:lnTo>
                <a:lnTo>
                  <a:pt x="292107" y="226060"/>
                </a:lnTo>
                <a:lnTo>
                  <a:pt x="301431" y="224790"/>
                </a:lnTo>
                <a:close/>
              </a:path>
              <a:path w="791210" h="676910">
                <a:moveTo>
                  <a:pt x="320962" y="223520"/>
                </a:moveTo>
                <a:lnTo>
                  <a:pt x="208013" y="223520"/>
                </a:lnTo>
                <a:lnTo>
                  <a:pt x="217205" y="224790"/>
                </a:lnTo>
                <a:lnTo>
                  <a:pt x="311108" y="224790"/>
                </a:lnTo>
                <a:lnTo>
                  <a:pt x="320962" y="223520"/>
                </a:lnTo>
                <a:close/>
              </a:path>
              <a:path w="791210" h="676910">
                <a:moveTo>
                  <a:pt x="501209" y="55880"/>
                </a:moveTo>
                <a:lnTo>
                  <a:pt x="264487" y="55880"/>
                </a:lnTo>
                <a:lnTo>
                  <a:pt x="330118" y="59690"/>
                </a:lnTo>
                <a:lnTo>
                  <a:pt x="386984" y="67310"/>
                </a:lnTo>
                <a:lnTo>
                  <a:pt x="431741" y="80010"/>
                </a:lnTo>
                <a:lnTo>
                  <a:pt x="461048" y="95250"/>
                </a:lnTo>
                <a:lnTo>
                  <a:pt x="471560" y="113030"/>
                </a:lnTo>
                <a:lnTo>
                  <a:pt x="461048" y="130810"/>
                </a:lnTo>
                <a:lnTo>
                  <a:pt x="431741" y="146050"/>
                </a:lnTo>
                <a:lnTo>
                  <a:pt x="386984" y="158750"/>
                </a:lnTo>
                <a:lnTo>
                  <a:pt x="330118" y="166370"/>
                </a:lnTo>
                <a:lnTo>
                  <a:pt x="264487" y="168910"/>
                </a:lnTo>
                <a:lnTo>
                  <a:pt x="527093" y="168910"/>
                </a:lnTo>
                <a:lnTo>
                  <a:pt x="527093" y="113030"/>
                </a:lnTo>
                <a:lnTo>
                  <a:pt x="520592" y="82550"/>
                </a:lnTo>
                <a:lnTo>
                  <a:pt x="501209" y="5588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292710" y="3249929"/>
            <a:ext cx="828675" cy="375920"/>
          </a:xfrm>
          <a:custGeom>
            <a:avLst/>
            <a:gdLst/>
            <a:ahLst/>
            <a:cxnLst/>
            <a:rect l="l" t="t" r="r" b="b"/>
            <a:pathLst>
              <a:path w="828675" h="375920">
                <a:moveTo>
                  <a:pt x="263550" y="93853"/>
                </a:moveTo>
                <a:lnTo>
                  <a:pt x="94119" y="93853"/>
                </a:lnTo>
                <a:lnTo>
                  <a:pt x="94119" y="131495"/>
                </a:lnTo>
                <a:lnTo>
                  <a:pt x="263550" y="131495"/>
                </a:lnTo>
                <a:lnTo>
                  <a:pt x="263550" y="93853"/>
                </a:lnTo>
                <a:close/>
              </a:path>
              <a:path w="828675" h="375920">
                <a:moveTo>
                  <a:pt x="527088" y="169151"/>
                </a:moveTo>
                <a:lnTo>
                  <a:pt x="94119" y="169151"/>
                </a:lnTo>
                <a:lnTo>
                  <a:pt x="94119" y="206806"/>
                </a:lnTo>
                <a:lnTo>
                  <a:pt x="527088" y="206806"/>
                </a:lnTo>
                <a:lnTo>
                  <a:pt x="527088" y="169151"/>
                </a:lnTo>
                <a:close/>
              </a:path>
              <a:path w="828675" h="375920">
                <a:moveTo>
                  <a:pt x="724750" y="271754"/>
                </a:moveTo>
                <a:lnTo>
                  <a:pt x="723265" y="264439"/>
                </a:lnTo>
                <a:lnTo>
                  <a:pt x="722477" y="263283"/>
                </a:lnTo>
                <a:lnTo>
                  <a:pt x="719302" y="258572"/>
                </a:lnTo>
                <a:lnTo>
                  <a:pt x="713232" y="254406"/>
                </a:lnTo>
                <a:lnTo>
                  <a:pt x="710565" y="253860"/>
                </a:lnTo>
                <a:lnTo>
                  <a:pt x="705929" y="252920"/>
                </a:lnTo>
                <a:lnTo>
                  <a:pt x="679577" y="252920"/>
                </a:lnTo>
                <a:lnTo>
                  <a:pt x="674865" y="253860"/>
                </a:lnTo>
                <a:lnTo>
                  <a:pt x="674865" y="252920"/>
                </a:lnTo>
                <a:lnTo>
                  <a:pt x="668274" y="252920"/>
                </a:lnTo>
                <a:lnTo>
                  <a:pt x="667334" y="251980"/>
                </a:lnTo>
                <a:lnTo>
                  <a:pt x="662774" y="248691"/>
                </a:lnTo>
                <a:lnTo>
                  <a:pt x="656272" y="245389"/>
                </a:lnTo>
                <a:lnTo>
                  <a:pt x="648017" y="243509"/>
                </a:lnTo>
                <a:lnTo>
                  <a:pt x="638162" y="244449"/>
                </a:lnTo>
                <a:lnTo>
                  <a:pt x="629691" y="246341"/>
                </a:lnTo>
                <a:lnTo>
                  <a:pt x="624039" y="251040"/>
                </a:lnTo>
                <a:lnTo>
                  <a:pt x="617448" y="257632"/>
                </a:lnTo>
                <a:lnTo>
                  <a:pt x="616508" y="257632"/>
                </a:lnTo>
                <a:lnTo>
                  <a:pt x="616508" y="258572"/>
                </a:lnTo>
                <a:lnTo>
                  <a:pt x="615569" y="258572"/>
                </a:lnTo>
                <a:lnTo>
                  <a:pt x="616191" y="254812"/>
                </a:lnTo>
                <a:lnTo>
                  <a:pt x="616267" y="254406"/>
                </a:lnTo>
                <a:lnTo>
                  <a:pt x="616381" y="253720"/>
                </a:lnTo>
                <a:lnTo>
                  <a:pt x="616470" y="253161"/>
                </a:lnTo>
                <a:lnTo>
                  <a:pt x="617143" y="247281"/>
                </a:lnTo>
                <a:lnTo>
                  <a:pt x="617245" y="246341"/>
                </a:lnTo>
                <a:lnTo>
                  <a:pt x="617347" y="245389"/>
                </a:lnTo>
                <a:lnTo>
                  <a:pt x="617448" y="244449"/>
                </a:lnTo>
                <a:lnTo>
                  <a:pt x="612749" y="235978"/>
                </a:lnTo>
                <a:lnTo>
                  <a:pt x="606894" y="229450"/>
                </a:lnTo>
                <a:lnTo>
                  <a:pt x="599097" y="225386"/>
                </a:lnTo>
                <a:lnTo>
                  <a:pt x="589191" y="223799"/>
                </a:lnTo>
                <a:lnTo>
                  <a:pt x="576973" y="224688"/>
                </a:lnTo>
                <a:lnTo>
                  <a:pt x="538988" y="239509"/>
                </a:lnTo>
                <a:lnTo>
                  <a:pt x="522389" y="254812"/>
                </a:lnTo>
                <a:lnTo>
                  <a:pt x="517677" y="259511"/>
                </a:lnTo>
                <a:lnTo>
                  <a:pt x="514858" y="263283"/>
                </a:lnTo>
                <a:lnTo>
                  <a:pt x="512978" y="265163"/>
                </a:lnTo>
                <a:lnTo>
                  <a:pt x="512038" y="264223"/>
                </a:lnTo>
                <a:lnTo>
                  <a:pt x="511086" y="262343"/>
                </a:lnTo>
                <a:lnTo>
                  <a:pt x="509206" y="261391"/>
                </a:lnTo>
                <a:lnTo>
                  <a:pt x="501065" y="255778"/>
                </a:lnTo>
                <a:lnTo>
                  <a:pt x="492036" y="253161"/>
                </a:lnTo>
                <a:lnTo>
                  <a:pt x="481939" y="253720"/>
                </a:lnTo>
                <a:lnTo>
                  <a:pt x="470623" y="257632"/>
                </a:lnTo>
                <a:lnTo>
                  <a:pt x="461200" y="261391"/>
                </a:lnTo>
                <a:lnTo>
                  <a:pt x="459320" y="259511"/>
                </a:lnTo>
                <a:lnTo>
                  <a:pt x="459320" y="258572"/>
                </a:lnTo>
                <a:lnTo>
                  <a:pt x="454012" y="253466"/>
                </a:lnTo>
                <a:lnTo>
                  <a:pt x="447522" y="251040"/>
                </a:lnTo>
                <a:lnTo>
                  <a:pt x="439826" y="251040"/>
                </a:lnTo>
                <a:lnTo>
                  <a:pt x="432968" y="253860"/>
                </a:lnTo>
                <a:lnTo>
                  <a:pt x="427863" y="259181"/>
                </a:lnTo>
                <a:lnTo>
                  <a:pt x="425475" y="265582"/>
                </a:lnTo>
                <a:lnTo>
                  <a:pt x="425424" y="273329"/>
                </a:lnTo>
                <a:lnTo>
                  <a:pt x="428256" y="280225"/>
                </a:lnTo>
                <a:lnTo>
                  <a:pt x="439674" y="291160"/>
                </a:lnTo>
                <a:lnTo>
                  <a:pt x="439928" y="291160"/>
                </a:lnTo>
                <a:lnTo>
                  <a:pt x="453085" y="296456"/>
                </a:lnTo>
                <a:lnTo>
                  <a:pt x="468630" y="296646"/>
                </a:lnTo>
                <a:lnTo>
                  <a:pt x="485673" y="291515"/>
                </a:lnTo>
                <a:lnTo>
                  <a:pt x="488543" y="295287"/>
                </a:lnTo>
                <a:lnTo>
                  <a:pt x="493090" y="299046"/>
                </a:lnTo>
                <a:lnTo>
                  <a:pt x="499579" y="302107"/>
                </a:lnTo>
                <a:lnTo>
                  <a:pt x="508266" y="303758"/>
                </a:lnTo>
                <a:lnTo>
                  <a:pt x="511086" y="303758"/>
                </a:lnTo>
                <a:lnTo>
                  <a:pt x="547801" y="282105"/>
                </a:lnTo>
                <a:lnTo>
                  <a:pt x="549681" y="279285"/>
                </a:lnTo>
                <a:lnTo>
                  <a:pt x="553453" y="275513"/>
                </a:lnTo>
                <a:lnTo>
                  <a:pt x="558177" y="271614"/>
                </a:lnTo>
                <a:lnTo>
                  <a:pt x="563803" y="268338"/>
                </a:lnTo>
                <a:lnTo>
                  <a:pt x="570128" y="265582"/>
                </a:lnTo>
                <a:lnTo>
                  <a:pt x="571385" y="265163"/>
                </a:lnTo>
                <a:lnTo>
                  <a:pt x="576973" y="263283"/>
                </a:lnTo>
                <a:lnTo>
                  <a:pt x="605904" y="296100"/>
                </a:lnTo>
                <a:lnTo>
                  <a:pt x="607339" y="296100"/>
                </a:lnTo>
                <a:lnTo>
                  <a:pt x="616153" y="296697"/>
                </a:lnTo>
                <a:lnTo>
                  <a:pt x="626910" y="294576"/>
                </a:lnTo>
                <a:lnTo>
                  <a:pt x="637222" y="289636"/>
                </a:lnTo>
                <a:lnTo>
                  <a:pt x="640041" y="287756"/>
                </a:lnTo>
                <a:lnTo>
                  <a:pt x="641921" y="285864"/>
                </a:lnTo>
                <a:lnTo>
                  <a:pt x="644753" y="283984"/>
                </a:lnTo>
                <a:lnTo>
                  <a:pt x="645693" y="283044"/>
                </a:lnTo>
                <a:lnTo>
                  <a:pt x="646633" y="283984"/>
                </a:lnTo>
                <a:lnTo>
                  <a:pt x="648627" y="285051"/>
                </a:lnTo>
                <a:lnTo>
                  <a:pt x="649452" y="285864"/>
                </a:lnTo>
                <a:lnTo>
                  <a:pt x="657860" y="289636"/>
                </a:lnTo>
                <a:lnTo>
                  <a:pt x="658241" y="289636"/>
                </a:lnTo>
                <a:lnTo>
                  <a:pt x="666559" y="291160"/>
                </a:lnTo>
                <a:lnTo>
                  <a:pt x="673544" y="291160"/>
                </a:lnTo>
                <a:lnTo>
                  <a:pt x="679577" y="290576"/>
                </a:lnTo>
                <a:lnTo>
                  <a:pt x="705929" y="290576"/>
                </a:lnTo>
                <a:lnTo>
                  <a:pt x="713232" y="289090"/>
                </a:lnTo>
                <a:lnTo>
                  <a:pt x="719226" y="285051"/>
                </a:lnTo>
                <a:lnTo>
                  <a:pt x="720572" y="283044"/>
                </a:lnTo>
                <a:lnTo>
                  <a:pt x="723265" y="279057"/>
                </a:lnTo>
                <a:lnTo>
                  <a:pt x="724750" y="271754"/>
                </a:lnTo>
                <a:close/>
              </a:path>
              <a:path w="828675" h="375920">
                <a:moveTo>
                  <a:pt x="734161" y="150329"/>
                </a:moveTo>
                <a:lnTo>
                  <a:pt x="564743" y="150329"/>
                </a:lnTo>
                <a:lnTo>
                  <a:pt x="564743" y="206806"/>
                </a:lnTo>
                <a:lnTo>
                  <a:pt x="734161" y="206806"/>
                </a:lnTo>
                <a:lnTo>
                  <a:pt x="734161" y="150329"/>
                </a:lnTo>
                <a:close/>
              </a:path>
              <a:path w="828675" h="375920">
                <a:moveTo>
                  <a:pt x="828294" y="56197"/>
                </a:moveTo>
                <a:lnTo>
                  <a:pt x="771817" y="56197"/>
                </a:lnTo>
                <a:lnTo>
                  <a:pt x="771817" y="319760"/>
                </a:lnTo>
                <a:lnTo>
                  <a:pt x="828294" y="319760"/>
                </a:lnTo>
                <a:lnTo>
                  <a:pt x="828294" y="56197"/>
                </a:lnTo>
                <a:close/>
              </a:path>
              <a:path w="828675" h="375920">
                <a:moveTo>
                  <a:pt x="828294" y="0"/>
                </a:moveTo>
                <a:lnTo>
                  <a:pt x="0" y="0"/>
                </a:lnTo>
                <a:lnTo>
                  <a:pt x="0" y="55880"/>
                </a:lnTo>
                <a:lnTo>
                  <a:pt x="0" y="320040"/>
                </a:lnTo>
                <a:lnTo>
                  <a:pt x="0" y="375920"/>
                </a:lnTo>
                <a:lnTo>
                  <a:pt x="828294" y="375920"/>
                </a:lnTo>
                <a:lnTo>
                  <a:pt x="828294" y="320040"/>
                </a:lnTo>
                <a:lnTo>
                  <a:pt x="56476" y="320040"/>
                </a:lnTo>
                <a:lnTo>
                  <a:pt x="56476" y="55880"/>
                </a:lnTo>
                <a:lnTo>
                  <a:pt x="828294" y="55880"/>
                </a:lnTo>
                <a:lnTo>
                  <a:pt x="82829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4697984" y="3158998"/>
            <a:ext cx="11887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FFFFFF"/>
                </a:solidFill>
                <a:latin typeface="Calibri"/>
                <a:cs typeface="Calibri"/>
              </a:rPr>
              <a:t>Credits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935601" y="3767328"/>
            <a:ext cx="1823085" cy="565150"/>
            <a:chOff x="4935601" y="3767328"/>
            <a:chExt cx="1823085" cy="565150"/>
          </a:xfrm>
        </p:grpSpPr>
        <p:sp>
          <p:nvSpPr>
            <p:cNvPr id="24" name="object 24"/>
            <p:cNvSpPr/>
            <p:nvPr/>
          </p:nvSpPr>
          <p:spPr>
            <a:xfrm>
              <a:off x="4935601" y="3792982"/>
              <a:ext cx="474345" cy="264160"/>
            </a:xfrm>
            <a:custGeom>
              <a:avLst/>
              <a:gdLst/>
              <a:ahLst/>
              <a:cxnLst/>
              <a:rect l="l" t="t" r="r" b="b"/>
              <a:pathLst>
                <a:path w="474345" h="264160">
                  <a:moveTo>
                    <a:pt x="398018" y="187896"/>
                  </a:moveTo>
                  <a:lnTo>
                    <a:pt x="398018" y="264096"/>
                  </a:lnTo>
                  <a:lnTo>
                    <a:pt x="461518" y="232346"/>
                  </a:lnTo>
                  <a:lnTo>
                    <a:pt x="410718" y="232346"/>
                  </a:lnTo>
                  <a:lnTo>
                    <a:pt x="410718" y="219646"/>
                  </a:lnTo>
                  <a:lnTo>
                    <a:pt x="461518" y="219646"/>
                  </a:lnTo>
                  <a:lnTo>
                    <a:pt x="398018" y="187896"/>
                  </a:lnTo>
                  <a:close/>
                </a:path>
                <a:path w="474345" h="264160">
                  <a:moveTo>
                    <a:pt x="0" y="6350"/>
                  </a:moveTo>
                  <a:lnTo>
                    <a:pt x="0" y="229501"/>
                  </a:lnTo>
                  <a:lnTo>
                    <a:pt x="2794" y="232346"/>
                  </a:lnTo>
                  <a:lnTo>
                    <a:pt x="398018" y="232346"/>
                  </a:lnTo>
                  <a:lnTo>
                    <a:pt x="398018" y="225996"/>
                  </a:lnTo>
                  <a:lnTo>
                    <a:pt x="12700" y="225996"/>
                  </a:lnTo>
                  <a:lnTo>
                    <a:pt x="6350" y="219646"/>
                  </a:lnTo>
                  <a:lnTo>
                    <a:pt x="12700" y="219646"/>
                  </a:lnTo>
                  <a:lnTo>
                    <a:pt x="12700" y="12700"/>
                  </a:lnTo>
                  <a:lnTo>
                    <a:pt x="2159" y="12700"/>
                  </a:lnTo>
                  <a:lnTo>
                    <a:pt x="2159" y="8509"/>
                  </a:lnTo>
                  <a:lnTo>
                    <a:pt x="0" y="6350"/>
                  </a:lnTo>
                  <a:close/>
                </a:path>
                <a:path w="474345" h="264160">
                  <a:moveTo>
                    <a:pt x="461518" y="219646"/>
                  </a:moveTo>
                  <a:lnTo>
                    <a:pt x="410718" y="219646"/>
                  </a:lnTo>
                  <a:lnTo>
                    <a:pt x="410718" y="232346"/>
                  </a:lnTo>
                  <a:lnTo>
                    <a:pt x="461518" y="232346"/>
                  </a:lnTo>
                  <a:lnTo>
                    <a:pt x="474218" y="225996"/>
                  </a:lnTo>
                  <a:lnTo>
                    <a:pt x="461518" y="219646"/>
                  </a:lnTo>
                  <a:close/>
                </a:path>
                <a:path w="474345" h="264160">
                  <a:moveTo>
                    <a:pt x="12700" y="219646"/>
                  </a:moveTo>
                  <a:lnTo>
                    <a:pt x="6350" y="219646"/>
                  </a:lnTo>
                  <a:lnTo>
                    <a:pt x="12700" y="225996"/>
                  </a:lnTo>
                  <a:lnTo>
                    <a:pt x="12700" y="219646"/>
                  </a:lnTo>
                  <a:close/>
                </a:path>
                <a:path w="474345" h="264160">
                  <a:moveTo>
                    <a:pt x="398018" y="219646"/>
                  </a:moveTo>
                  <a:lnTo>
                    <a:pt x="12700" y="219646"/>
                  </a:lnTo>
                  <a:lnTo>
                    <a:pt x="12700" y="225996"/>
                  </a:lnTo>
                  <a:lnTo>
                    <a:pt x="398018" y="225996"/>
                  </a:lnTo>
                  <a:lnTo>
                    <a:pt x="398018" y="219646"/>
                  </a:lnTo>
                  <a:close/>
                </a:path>
                <a:path w="474345" h="264160">
                  <a:moveTo>
                    <a:pt x="2159" y="8509"/>
                  </a:moveTo>
                  <a:lnTo>
                    <a:pt x="2159" y="12700"/>
                  </a:lnTo>
                  <a:lnTo>
                    <a:pt x="6350" y="12700"/>
                  </a:lnTo>
                  <a:lnTo>
                    <a:pt x="2159" y="8509"/>
                  </a:lnTo>
                  <a:close/>
                </a:path>
                <a:path w="474345" h="264160">
                  <a:moveTo>
                    <a:pt x="9906" y="0"/>
                  </a:moveTo>
                  <a:lnTo>
                    <a:pt x="2159" y="0"/>
                  </a:lnTo>
                  <a:lnTo>
                    <a:pt x="2159" y="8509"/>
                  </a:lnTo>
                  <a:lnTo>
                    <a:pt x="6350" y="12700"/>
                  </a:lnTo>
                  <a:lnTo>
                    <a:pt x="12700" y="12700"/>
                  </a:lnTo>
                  <a:lnTo>
                    <a:pt x="12700" y="2794"/>
                  </a:lnTo>
                  <a:lnTo>
                    <a:pt x="9906" y="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43144" y="3767328"/>
              <a:ext cx="1415033" cy="564642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5489828" y="3820769"/>
            <a:ext cx="11042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10" dirty="0">
                <a:solidFill>
                  <a:srgbClr val="FFFFFF"/>
                </a:solidFill>
                <a:latin typeface="Calibri"/>
                <a:cs typeface="Calibri"/>
              </a:rPr>
              <a:t>Consumed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91895">
              <a:lnSpc>
                <a:spcPct val="100000"/>
              </a:lnSpc>
              <a:spcBef>
                <a:spcPts val="105"/>
              </a:spcBef>
            </a:pPr>
            <a:r>
              <a:rPr dirty="0"/>
              <a:t>Snowflake</a:t>
            </a:r>
            <a:r>
              <a:rPr spc="-10" dirty="0"/>
              <a:t> Pricing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72795" y="1446275"/>
            <a:ext cx="8483600" cy="1680845"/>
            <a:chOff x="272795" y="1446275"/>
            <a:chExt cx="8483600" cy="16808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51448" y="1446275"/>
              <a:ext cx="2504567" cy="16484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78345" y="1600962"/>
              <a:ext cx="1871472" cy="10165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578345" y="1600962"/>
              <a:ext cx="1871980" cy="1016635"/>
            </a:xfrm>
            <a:custGeom>
              <a:avLst/>
              <a:gdLst/>
              <a:ahLst/>
              <a:cxnLst/>
              <a:rect l="l" t="t" r="r" b="b"/>
              <a:pathLst>
                <a:path w="1871979" h="1016635">
                  <a:moveTo>
                    <a:pt x="0" y="508254"/>
                  </a:moveTo>
                  <a:lnTo>
                    <a:pt x="254126" y="0"/>
                  </a:lnTo>
                  <a:lnTo>
                    <a:pt x="1617345" y="0"/>
                  </a:lnTo>
                  <a:lnTo>
                    <a:pt x="1871472" y="508254"/>
                  </a:lnTo>
                  <a:lnTo>
                    <a:pt x="1617345" y="1016507"/>
                  </a:lnTo>
                  <a:lnTo>
                    <a:pt x="254126" y="1016507"/>
                  </a:lnTo>
                  <a:lnTo>
                    <a:pt x="0" y="508254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55519" y="1476756"/>
              <a:ext cx="2504567" cy="164998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2418" y="1631442"/>
              <a:ext cx="1871471" cy="101803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582418" y="1631442"/>
              <a:ext cx="1871980" cy="1018540"/>
            </a:xfrm>
            <a:custGeom>
              <a:avLst/>
              <a:gdLst/>
              <a:ahLst/>
              <a:cxnLst/>
              <a:rect l="l" t="t" r="r" b="b"/>
              <a:pathLst>
                <a:path w="1871979" h="1018539">
                  <a:moveTo>
                    <a:pt x="0" y="509016"/>
                  </a:moveTo>
                  <a:lnTo>
                    <a:pt x="254507" y="0"/>
                  </a:lnTo>
                  <a:lnTo>
                    <a:pt x="1616964" y="0"/>
                  </a:lnTo>
                  <a:lnTo>
                    <a:pt x="1871471" y="509016"/>
                  </a:lnTo>
                  <a:lnTo>
                    <a:pt x="1616964" y="1018032"/>
                  </a:lnTo>
                  <a:lnTo>
                    <a:pt x="254507" y="1018032"/>
                  </a:lnTo>
                  <a:lnTo>
                    <a:pt x="0" y="50901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2795" y="1476756"/>
              <a:ext cx="2506091" cy="164998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9693" y="1631442"/>
              <a:ext cx="1872995" cy="101803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99693" y="1631442"/>
              <a:ext cx="1873250" cy="1018540"/>
            </a:xfrm>
            <a:custGeom>
              <a:avLst/>
              <a:gdLst/>
              <a:ahLst/>
              <a:cxnLst/>
              <a:rect l="l" t="t" r="r" b="b"/>
              <a:pathLst>
                <a:path w="1873250" h="1018539">
                  <a:moveTo>
                    <a:pt x="0" y="509016"/>
                  </a:moveTo>
                  <a:lnTo>
                    <a:pt x="254508" y="0"/>
                  </a:lnTo>
                  <a:lnTo>
                    <a:pt x="1618488" y="0"/>
                  </a:lnTo>
                  <a:lnTo>
                    <a:pt x="1872995" y="509016"/>
                  </a:lnTo>
                  <a:lnTo>
                    <a:pt x="1618488" y="1018032"/>
                  </a:lnTo>
                  <a:lnTo>
                    <a:pt x="254508" y="1018032"/>
                  </a:lnTo>
                  <a:lnTo>
                    <a:pt x="0" y="50901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0436" y="1446275"/>
              <a:ext cx="2504567" cy="164846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7334" y="1600962"/>
              <a:ext cx="1871471" cy="101650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577334" y="1600962"/>
              <a:ext cx="1871980" cy="1016635"/>
            </a:xfrm>
            <a:custGeom>
              <a:avLst/>
              <a:gdLst/>
              <a:ahLst/>
              <a:cxnLst/>
              <a:rect l="l" t="t" r="r" b="b"/>
              <a:pathLst>
                <a:path w="1871979" h="1016635">
                  <a:moveTo>
                    <a:pt x="0" y="508254"/>
                  </a:moveTo>
                  <a:lnTo>
                    <a:pt x="254126" y="0"/>
                  </a:lnTo>
                  <a:lnTo>
                    <a:pt x="1617344" y="0"/>
                  </a:lnTo>
                  <a:lnTo>
                    <a:pt x="1871471" y="508254"/>
                  </a:lnTo>
                  <a:lnTo>
                    <a:pt x="1617344" y="1016507"/>
                  </a:lnTo>
                  <a:lnTo>
                    <a:pt x="254126" y="1016507"/>
                  </a:lnTo>
                  <a:lnTo>
                    <a:pt x="0" y="508254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16583" y="2126995"/>
            <a:ext cx="8255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5" dirty="0">
                <a:solidFill>
                  <a:srgbClr val="00C3FF"/>
                </a:solidFill>
                <a:latin typeface="Trebuchet MS"/>
                <a:cs typeface="Trebuchet MS"/>
              </a:rPr>
              <a:t>Standard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88382" y="2083053"/>
            <a:ext cx="81724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505" marR="5080" indent="-9144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00C3FF"/>
                </a:solidFill>
                <a:latin typeface="Trebuchet MS"/>
                <a:cs typeface="Trebuchet MS"/>
              </a:rPr>
              <a:t>Business </a:t>
            </a: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Critical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49016" y="2102865"/>
            <a:ext cx="938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solidFill>
                  <a:srgbClr val="00C3FF"/>
                </a:solidFill>
                <a:latin typeface="Trebuchet MS"/>
                <a:cs typeface="Trebuchet MS"/>
              </a:rPr>
              <a:t>Enterprise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66890" y="2083053"/>
            <a:ext cx="12934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solidFill>
                  <a:srgbClr val="00C3FF"/>
                </a:solidFill>
                <a:latin typeface="Trebuchet MS"/>
                <a:cs typeface="Trebuchet MS"/>
              </a:rPr>
              <a:t>Virtual</a:t>
            </a:r>
            <a:r>
              <a:rPr sz="1600" b="1" spc="-85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60" dirty="0">
                <a:solidFill>
                  <a:srgbClr val="00C3FF"/>
                </a:solidFill>
                <a:latin typeface="Trebuchet MS"/>
                <a:cs typeface="Trebuchet MS"/>
              </a:rPr>
              <a:t>Private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385316" y="1717548"/>
            <a:ext cx="6338570" cy="419100"/>
            <a:chOff x="1385316" y="1717548"/>
            <a:chExt cx="6338570" cy="419100"/>
          </a:xfrm>
        </p:grpSpPr>
        <p:sp>
          <p:nvSpPr>
            <p:cNvPr id="21" name="object 21"/>
            <p:cNvSpPr/>
            <p:nvPr/>
          </p:nvSpPr>
          <p:spPr>
            <a:xfrm>
              <a:off x="7415783" y="1717548"/>
              <a:ext cx="307975" cy="285115"/>
            </a:xfrm>
            <a:custGeom>
              <a:avLst/>
              <a:gdLst/>
              <a:ahLst/>
              <a:cxnLst/>
              <a:rect l="l" t="t" r="r" b="b"/>
              <a:pathLst>
                <a:path w="307975" h="285114">
                  <a:moveTo>
                    <a:pt x="208407" y="231394"/>
                  </a:moveTo>
                  <a:lnTo>
                    <a:pt x="100965" y="231394"/>
                  </a:lnTo>
                  <a:lnTo>
                    <a:pt x="90314" y="233388"/>
                  </a:lnTo>
                  <a:lnTo>
                    <a:pt x="81867" y="238871"/>
                  </a:lnTo>
                  <a:lnTo>
                    <a:pt x="76301" y="247092"/>
                  </a:lnTo>
                  <a:lnTo>
                    <a:pt x="74295" y="257301"/>
                  </a:lnTo>
                  <a:lnTo>
                    <a:pt x="74295" y="280924"/>
                  </a:lnTo>
                  <a:lnTo>
                    <a:pt x="78359" y="284988"/>
                  </a:lnTo>
                  <a:lnTo>
                    <a:pt x="231013" y="284988"/>
                  </a:lnTo>
                  <a:lnTo>
                    <a:pt x="235076" y="280924"/>
                  </a:lnTo>
                  <a:lnTo>
                    <a:pt x="235076" y="267969"/>
                  </a:lnTo>
                  <a:lnTo>
                    <a:pt x="88900" y="267969"/>
                  </a:lnTo>
                  <a:lnTo>
                    <a:pt x="88900" y="253237"/>
                  </a:lnTo>
                  <a:lnTo>
                    <a:pt x="92964" y="249300"/>
                  </a:lnTo>
                  <a:lnTo>
                    <a:pt x="233471" y="249300"/>
                  </a:lnTo>
                  <a:lnTo>
                    <a:pt x="233028" y="247092"/>
                  </a:lnTo>
                  <a:lnTo>
                    <a:pt x="232963" y="246770"/>
                  </a:lnTo>
                  <a:lnTo>
                    <a:pt x="227218" y="238585"/>
                  </a:lnTo>
                  <a:lnTo>
                    <a:pt x="218907" y="233388"/>
                  </a:lnTo>
                  <a:lnTo>
                    <a:pt x="219322" y="233388"/>
                  </a:lnTo>
                  <a:lnTo>
                    <a:pt x="208407" y="231394"/>
                  </a:lnTo>
                  <a:close/>
                </a:path>
                <a:path w="307975" h="285114">
                  <a:moveTo>
                    <a:pt x="233471" y="249300"/>
                  </a:moveTo>
                  <a:lnTo>
                    <a:pt x="210058" y="249300"/>
                  </a:lnTo>
                  <a:lnTo>
                    <a:pt x="214122" y="253237"/>
                  </a:lnTo>
                  <a:lnTo>
                    <a:pt x="214122" y="267969"/>
                  </a:lnTo>
                  <a:lnTo>
                    <a:pt x="235076" y="267969"/>
                  </a:lnTo>
                  <a:lnTo>
                    <a:pt x="235076" y="257301"/>
                  </a:lnTo>
                  <a:lnTo>
                    <a:pt x="233471" y="249300"/>
                  </a:lnTo>
                  <a:close/>
                </a:path>
                <a:path w="307975" h="285114">
                  <a:moveTo>
                    <a:pt x="152654" y="0"/>
                  </a:moveTo>
                  <a:lnTo>
                    <a:pt x="142077" y="2121"/>
                  </a:lnTo>
                  <a:lnTo>
                    <a:pt x="133667" y="7826"/>
                  </a:lnTo>
                  <a:lnTo>
                    <a:pt x="128115" y="16127"/>
                  </a:lnTo>
                  <a:lnTo>
                    <a:pt x="126111" y="26035"/>
                  </a:lnTo>
                  <a:lnTo>
                    <a:pt x="126111" y="30099"/>
                  </a:lnTo>
                  <a:lnTo>
                    <a:pt x="110375" y="38608"/>
                  </a:lnTo>
                  <a:lnTo>
                    <a:pt x="98901" y="44481"/>
                  </a:lnTo>
                  <a:lnTo>
                    <a:pt x="88892" y="48315"/>
                  </a:lnTo>
                  <a:lnTo>
                    <a:pt x="78359" y="50291"/>
                  </a:lnTo>
                  <a:lnTo>
                    <a:pt x="126873" y="50291"/>
                  </a:lnTo>
                  <a:lnTo>
                    <a:pt x="126873" y="231394"/>
                  </a:lnTo>
                  <a:lnTo>
                    <a:pt x="142240" y="231394"/>
                  </a:lnTo>
                  <a:lnTo>
                    <a:pt x="142240" y="21081"/>
                  </a:lnTo>
                  <a:lnTo>
                    <a:pt x="146304" y="17144"/>
                  </a:lnTo>
                  <a:lnTo>
                    <a:pt x="176800" y="17144"/>
                  </a:lnTo>
                  <a:lnTo>
                    <a:pt x="176460" y="15430"/>
                  </a:lnTo>
                  <a:lnTo>
                    <a:pt x="170799" y="7207"/>
                  </a:lnTo>
                  <a:lnTo>
                    <a:pt x="162542" y="1889"/>
                  </a:lnTo>
                  <a:lnTo>
                    <a:pt x="152654" y="0"/>
                  </a:lnTo>
                  <a:close/>
                </a:path>
                <a:path w="307975" h="285114">
                  <a:moveTo>
                    <a:pt x="176800" y="17144"/>
                  </a:moveTo>
                  <a:lnTo>
                    <a:pt x="156718" y="17144"/>
                  </a:lnTo>
                  <a:lnTo>
                    <a:pt x="160782" y="21081"/>
                  </a:lnTo>
                  <a:lnTo>
                    <a:pt x="160782" y="231394"/>
                  </a:lnTo>
                  <a:lnTo>
                    <a:pt x="181737" y="231394"/>
                  </a:lnTo>
                  <a:lnTo>
                    <a:pt x="181737" y="50291"/>
                  </a:lnTo>
                  <a:lnTo>
                    <a:pt x="226187" y="50291"/>
                  </a:lnTo>
                  <a:lnTo>
                    <a:pt x="178562" y="30099"/>
                  </a:lnTo>
                  <a:lnTo>
                    <a:pt x="178562" y="26035"/>
                  </a:lnTo>
                  <a:lnTo>
                    <a:pt x="176800" y="17144"/>
                  </a:lnTo>
                  <a:close/>
                </a:path>
                <a:path w="307975" h="285114">
                  <a:moveTo>
                    <a:pt x="10453" y="43699"/>
                  </a:moveTo>
                  <a:lnTo>
                    <a:pt x="5699" y="43699"/>
                  </a:lnTo>
                  <a:lnTo>
                    <a:pt x="2794" y="45974"/>
                  </a:lnTo>
                  <a:lnTo>
                    <a:pt x="1650" y="49529"/>
                  </a:lnTo>
                  <a:lnTo>
                    <a:pt x="0" y="54482"/>
                  </a:lnTo>
                  <a:lnTo>
                    <a:pt x="1650" y="59309"/>
                  </a:lnTo>
                  <a:lnTo>
                    <a:pt x="7239" y="60960"/>
                  </a:lnTo>
                  <a:lnTo>
                    <a:pt x="13716" y="63373"/>
                  </a:lnTo>
                  <a:lnTo>
                    <a:pt x="21082" y="65786"/>
                  </a:lnTo>
                  <a:lnTo>
                    <a:pt x="29083" y="67437"/>
                  </a:lnTo>
                  <a:lnTo>
                    <a:pt x="31496" y="74675"/>
                  </a:lnTo>
                  <a:lnTo>
                    <a:pt x="35560" y="81152"/>
                  </a:lnTo>
                  <a:lnTo>
                    <a:pt x="41148" y="84454"/>
                  </a:lnTo>
                  <a:lnTo>
                    <a:pt x="3301" y="146938"/>
                  </a:lnTo>
                  <a:lnTo>
                    <a:pt x="1650" y="147827"/>
                  </a:lnTo>
                  <a:lnTo>
                    <a:pt x="1650" y="160781"/>
                  </a:lnTo>
                  <a:lnTo>
                    <a:pt x="5907" y="181919"/>
                  </a:lnTo>
                  <a:lnTo>
                    <a:pt x="17510" y="199199"/>
                  </a:lnTo>
                  <a:lnTo>
                    <a:pt x="34708" y="210859"/>
                  </a:lnTo>
                  <a:lnTo>
                    <a:pt x="55752" y="215137"/>
                  </a:lnTo>
                  <a:lnTo>
                    <a:pt x="76356" y="210859"/>
                  </a:lnTo>
                  <a:lnTo>
                    <a:pt x="93329" y="199199"/>
                  </a:lnTo>
                  <a:lnTo>
                    <a:pt x="95657" y="195706"/>
                  </a:lnTo>
                  <a:lnTo>
                    <a:pt x="52577" y="195706"/>
                  </a:lnTo>
                  <a:lnTo>
                    <a:pt x="38824" y="192861"/>
                  </a:lnTo>
                  <a:lnTo>
                    <a:pt x="27511" y="185134"/>
                  </a:lnTo>
                  <a:lnTo>
                    <a:pt x="19841" y="173739"/>
                  </a:lnTo>
                  <a:lnTo>
                    <a:pt x="17018" y="159892"/>
                  </a:lnTo>
                  <a:lnTo>
                    <a:pt x="109093" y="159892"/>
                  </a:lnTo>
                  <a:lnTo>
                    <a:pt x="109093" y="148589"/>
                  </a:lnTo>
                  <a:lnTo>
                    <a:pt x="108204" y="146938"/>
                  </a:lnTo>
                  <a:lnTo>
                    <a:pt x="105212" y="142112"/>
                  </a:lnTo>
                  <a:lnTo>
                    <a:pt x="24257" y="142112"/>
                  </a:lnTo>
                  <a:lnTo>
                    <a:pt x="52577" y="95885"/>
                  </a:lnTo>
                  <a:lnTo>
                    <a:pt x="76554" y="95885"/>
                  </a:lnTo>
                  <a:lnTo>
                    <a:pt x="69469" y="84454"/>
                  </a:lnTo>
                  <a:lnTo>
                    <a:pt x="75946" y="82041"/>
                  </a:lnTo>
                  <a:lnTo>
                    <a:pt x="80010" y="75564"/>
                  </a:lnTo>
                  <a:lnTo>
                    <a:pt x="81120" y="70612"/>
                  </a:lnTo>
                  <a:lnTo>
                    <a:pt x="47751" y="70612"/>
                  </a:lnTo>
                  <a:lnTo>
                    <a:pt x="43688" y="66548"/>
                  </a:lnTo>
                  <a:lnTo>
                    <a:pt x="43808" y="60960"/>
                  </a:lnTo>
                  <a:lnTo>
                    <a:pt x="44450" y="56896"/>
                  </a:lnTo>
                  <a:lnTo>
                    <a:pt x="47751" y="52831"/>
                  </a:lnTo>
                  <a:lnTo>
                    <a:pt x="122025" y="52831"/>
                  </a:lnTo>
                  <a:lnTo>
                    <a:pt x="126873" y="50291"/>
                  </a:lnTo>
                  <a:lnTo>
                    <a:pt x="78359" y="50291"/>
                  </a:lnTo>
                  <a:lnTo>
                    <a:pt x="77883" y="49529"/>
                  </a:lnTo>
                  <a:lnTo>
                    <a:pt x="29845" y="49529"/>
                  </a:lnTo>
                  <a:lnTo>
                    <a:pt x="24257" y="48767"/>
                  </a:lnTo>
                  <a:lnTo>
                    <a:pt x="17780" y="46354"/>
                  </a:lnTo>
                  <a:lnTo>
                    <a:pt x="12954" y="44703"/>
                  </a:lnTo>
                  <a:lnTo>
                    <a:pt x="11684" y="44068"/>
                  </a:lnTo>
                  <a:lnTo>
                    <a:pt x="10453" y="43699"/>
                  </a:lnTo>
                  <a:close/>
                </a:path>
                <a:path w="307975" h="285114">
                  <a:moveTo>
                    <a:pt x="258686" y="35433"/>
                  </a:moveTo>
                  <a:lnTo>
                    <a:pt x="242233" y="35433"/>
                  </a:lnTo>
                  <a:lnTo>
                    <a:pt x="235600" y="38608"/>
                  </a:lnTo>
                  <a:lnTo>
                    <a:pt x="230102" y="43699"/>
                  </a:lnTo>
                  <a:lnTo>
                    <a:pt x="226187" y="50291"/>
                  </a:lnTo>
                  <a:lnTo>
                    <a:pt x="181737" y="50291"/>
                  </a:lnTo>
                  <a:lnTo>
                    <a:pt x="194483" y="56896"/>
                  </a:lnTo>
                  <a:lnTo>
                    <a:pt x="205454" y="62007"/>
                  </a:lnTo>
                  <a:lnTo>
                    <a:pt x="216267" y="65786"/>
                  </a:lnTo>
                  <a:lnTo>
                    <a:pt x="227838" y="68199"/>
                  </a:lnTo>
                  <a:lnTo>
                    <a:pt x="230250" y="75564"/>
                  </a:lnTo>
                  <a:lnTo>
                    <a:pt x="234315" y="80390"/>
                  </a:lnTo>
                  <a:lnTo>
                    <a:pt x="240030" y="84454"/>
                  </a:lnTo>
                  <a:lnTo>
                    <a:pt x="201930" y="146938"/>
                  </a:lnTo>
                  <a:lnTo>
                    <a:pt x="200406" y="147827"/>
                  </a:lnTo>
                  <a:lnTo>
                    <a:pt x="200406" y="160781"/>
                  </a:lnTo>
                  <a:lnTo>
                    <a:pt x="204662" y="181919"/>
                  </a:lnTo>
                  <a:lnTo>
                    <a:pt x="216265" y="199199"/>
                  </a:lnTo>
                  <a:lnTo>
                    <a:pt x="233463" y="210859"/>
                  </a:lnTo>
                  <a:lnTo>
                    <a:pt x="254508" y="215137"/>
                  </a:lnTo>
                  <a:lnTo>
                    <a:pt x="275111" y="210859"/>
                  </a:lnTo>
                  <a:lnTo>
                    <a:pt x="292084" y="199199"/>
                  </a:lnTo>
                  <a:lnTo>
                    <a:pt x="294412" y="195706"/>
                  </a:lnTo>
                  <a:lnTo>
                    <a:pt x="249682" y="195706"/>
                  </a:lnTo>
                  <a:lnTo>
                    <a:pt x="235928" y="192861"/>
                  </a:lnTo>
                  <a:lnTo>
                    <a:pt x="224615" y="185134"/>
                  </a:lnTo>
                  <a:lnTo>
                    <a:pt x="216945" y="173739"/>
                  </a:lnTo>
                  <a:lnTo>
                    <a:pt x="214122" y="159892"/>
                  </a:lnTo>
                  <a:lnTo>
                    <a:pt x="307848" y="159892"/>
                  </a:lnTo>
                  <a:lnTo>
                    <a:pt x="307848" y="148589"/>
                  </a:lnTo>
                  <a:lnTo>
                    <a:pt x="307086" y="146938"/>
                  </a:lnTo>
                  <a:lnTo>
                    <a:pt x="304084" y="142112"/>
                  </a:lnTo>
                  <a:lnTo>
                    <a:pt x="221361" y="142112"/>
                  </a:lnTo>
                  <a:lnTo>
                    <a:pt x="249682" y="95885"/>
                  </a:lnTo>
                  <a:lnTo>
                    <a:pt x="275332" y="95885"/>
                  </a:lnTo>
                  <a:lnTo>
                    <a:pt x="268224" y="84454"/>
                  </a:lnTo>
                  <a:lnTo>
                    <a:pt x="269875" y="81152"/>
                  </a:lnTo>
                  <a:lnTo>
                    <a:pt x="273939" y="74675"/>
                  </a:lnTo>
                  <a:lnTo>
                    <a:pt x="274794" y="70612"/>
                  </a:lnTo>
                  <a:lnTo>
                    <a:pt x="243967" y="70612"/>
                  </a:lnTo>
                  <a:lnTo>
                    <a:pt x="240030" y="66548"/>
                  </a:lnTo>
                  <a:lnTo>
                    <a:pt x="240030" y="56896"/>
                  </a:lnTo>
                  <a:lnTo>
                    <a:pt x="243967" y="52831"/>
                  </a:lnTo>
                  <a:lnTo>
                    <a:pt x="304260" y="52831"/>
                  </a:lnTo>
                  <a:lnTo>
                    <a:pt x="303022" y="49529"/>
                  </a:lnTo>
                  <a:lnTo>
                    <a:pt x="274700" y="49529"/>
                  </a:lnTo>
                  <a:lnTo>
                    <a:pt x="270785" y="43378"/>
                  </a:lnTo>
                  <a:lnTo>
                    <a:pt x="265394" y="38608"/>
                  </a:lnTo>
                  <a:lnTo>
                    <a:pt x="264083" y="37951"/>
                  </a:lnTo>
                  <a:lnTo>
                    <a:pt x="258686" y="35433"/>
                  </a:lnTo>
                  <a:close/>
                </a:path>
                <a:path w="307975" h="285114">
                  <a:moveTo>
                    <a:pt x="109093" y="159892"/>
                  </a:moveTo>
                  <a:lnTo>
                    <a:pt x="88138" y="159892"/>
                  </a:lnTo>
                  <a:lnTo>
                    <a:pt x="85742" y="173739"/>
                  </a:lnTo>
                  <a:lnTo>
                    <a:pt x="78216" y="185134"/>
                  </a:lnTo>
                  <a:lnTo>
                    <a:pt x="66760" y="192861"/>
                  </a:lnTo>
                  <a:lnTo>
                    <a:pt x="52577" y="195706"/>
                  </a:lnTo>
                  <a:lnTo>
                    <a:pt x="95657" y="195706"/>
                  </a:lnTo>
                  <a:lnTo>
                    <a:pt x="104848" y="181919"/>
                  </a:lnTo>
                  <a:lnTo>
                    <a:pt x="109093" y="160781"/>
                  </a:lnTo>
                  <a:lnTo>
                    <a:pt x="109093" y="159892"/>
                  </a:lnTo>
                  <a:close/>
                </a:path>
                <a:path w="307975" h="285114">
                  <a:moveTo>
                    <a:pt x="307848" y="159892"/>
                  </a:moveTo>
                  <a:lnTo>
                    <a:pt x="284352" y="159892"/>
                  </a:lnTo>
                  <a:lnTo>
                    <a:pt x="281543" y="173739"/>
                  </a:lnTo>
                  <a:lnTo>
                    <a:pt x="273970" y="185134"/>
                  </a:lnTo>
                  <a:lnTo>
                    <a:pt x="262921" y="192861"/>
                  </a:lnTo>
                  <a:lnTo>
                    <a:pt x="249682" y="195706"/>
                  </a:lnTo>
                  <a:lnTo>
                    <a:pt x="294412" y="195706"/>
                  </a:lnTo>
                  <a:lnTo>
                    <a:pt x="303603" y="181919"/>
                  </a:lnTo>
                  <a:lnTo>
                    <a:pt x="307848" y="160781"/>
                  </a:lnTo>
                  <a:lnTo>
                    <a:pt x="307848" y="159892"/>
                  </a:lnTo>
                  <a:close/>
                </a:path>
                <a:path w="307975" h="285114">
                  <a:moveTo>
                    <a:pt x="76554" y="95885"/>
                  </a:moveTo>
                  <a:lnTo>
                    <a:pt x="52577" y="95885"/>
                  </a:lnTo>
                  <a:lnTo>
                    <a:pt x="80772" y="142112"/>
                  </a:lnTo>
                  <a:lnTo>
                    <a:pt x="105212" y="142112"/>
                  </a:lnTo>
                  <a:lnTo>
                    <a:pt x="76554" y="95885"/>
                  </a:lnTo>
                  <a:close/>
                </a:path>
                <a:path w="307975" h="285114">
                  <a:moveTo>
                    <a:pt x="275332" y="95885"/>
                  </a:moveTo>
                  <a:lnTo>
                    <a:pt x="249682" y="95885"/>
                  </a:lnTo>
                  <a:lnTo>
                    <a:pt x="277875" y="142112"/>
                  </a:lnTo>
                  <a:lnTo>
                    <a:pt x="304084" y="142112"/>
                  </a:lnTo>
                  <a:lnTo>
                    <a:pt x="275332" y="95885"/>
                  </a:lnTo>
                  <a:close/>
                </a:path>
                <a:path w="307975" h="285114">
                  <a:moveTo>
                    <a:pt x="122025" y="52831"/>
                  </a:moveTo>
                  <a:lnTo>
                    <a:pt x="57404" y="52831"/>
                  </a:lnTo>
                  <a:lnTo>
                    <a:pt x="61468" y="56896"/>
                  </a:lnTo>
                  <a:lnTo>
                    <a:pt x="61468" y="66548"/>
                  </a:lnTo>
                  <a:lnTo>
                    <a:pt x="57404" y="70612"/>
                  </a:lnTo>
                  <a:lnTo>
                    <a:pt x="81120" y="70612"/>
                  </a:lnTo>
                  <a:lnTo>
                    <a:pt x="81661" y="68199"/>
                  </a:lnTo>
                  <a:lnTo>
                    <a:pt x="93094" y="65786"/>
                  </a:lnTo>
                  <a:lnTo>
                    <a:pt x="103600" y="62007"/>
                  </a:lnTo>
                  <a:lnTo>
                    <a:pt x="114266" y="56896"/>
                  </a:lnTo>
                  <a:lnTo>
                    <a:pt x="122025" y="52831"/>
                  </a:lnTo>
                  <a:close/>
                </a:path>
                <a:path w="307975" h="285114">
                  <a:moveTo>
                    <a:pt x="304260" y="52831"/>
                  </a:moveTo>
                  <a:lnTo>
                    <a:pt x="254508" y="52831"/>
                  </a:lnTo>
                  <a:lnTo>
                    <a:pt x="258572" y="56896"/>
                  </a:lnTo>
                  <a:lnTo>
                    <a:pt x="258572" y="66548"/>
                  </a:lnTo>
                  <a:lnTo>
                    <a:pt x="254508" y="70612"/>
                  </a:lnTo>
                  <a:lnTo>
                    <a:pt x="274794" y="70612"/>
                  </a:lnTo>
                  <a:lnTo>
                    <a:pt x="275463" y="67437"/>
                  </a:lnTo>
                  <a:lnTo>
                    <a:pt x="282829" y="65786"/>
                  </a:lnTo>
                  <a:lnTo>
                    <a:pt x="290830" y="63373"/>
                  </a:lnTo>
                  <a:lnTo>
                    <a:pt x="298069" y="60960"/>
                  </a:lnTo>
                  <a:lnTo>
                    <a:pt x="303022" y="58419"/>
                  </a:lnTo>
                  <a:lnTo>
                    <a:pt x="304546" y="53593"/>
                  </a:lnTo>
                  <a:lnTo>
                    <a:pt x="304260" y="52831"/>
                  </a:lnTo>
                  <a:close/>
                </a:path>
                <a:path w="307975" h="285114">
                  <a:moveTo>
                    <a:pt x="54101" y="34162"/>
                  </a:moveTo>
                  <a:lnTo>
                    <a:pt x="46313" y="35433"/>
                  </a:lnTo>
                  <a:lnTo>
                    <a:pt x="46799" y="35433"/>
                  </a:lnTo>
                  <a:lnTo>
                    <a:pt x="41646" y="37951"/>
                  </a:lnTo>
                  <a:lnTo>
                    <a:pt x="40383" y="38608"/>
                  </a:lnTo>
                  <a:lnTo>
                    <a:pt x="34688" y="43378"/>
                  </a:lnTo>
                  <a:lnTo>
                    <a:pt x="29845" y="49529"/>
                  </a:lnTo>
                  <a:lnTo>
                    <a:pt x="77883" y="49529"/>
                  </a:lnTo>
                  <a:lnTo>
                    <a:pt x="74473" y="44068"/>
                  </a:lnTo>
                  <a:lnTo>
                    <a:pt x="74099" y="43699"/>
                  </a:lnTo>
                  <a:lnTo>
                    <a:pt x="68945" y="38893"/>
                  </a:lnTo>
                  <a:lnTo>
                    <a:pt x="62089" y="35433"/>
                  </a:lnTo>
                  <a:lnTo>
                    <a:pt x="54101" y="34162"/>
                  </a:lnTo>
                  <a:close/>
                </a:path>
                <a:path w="307975" h="285114">
                  <a:moveTo>
                    <a:pt x="298085" y="43699"/>
                  </a:moveTo>
                  <a:lnTo>
                    <a:pt x="293842" y="43699"/>
                  </a:lnTo>
                  <a:lnTo>
                    <a:pt x="292735" y="44068"/>
                  </a:lnTo>
                  <a:lnTo>
                    <a:pt x="291719" y="44703"/>
                  </a:lnTo>
                  <a:lnTo>
                    <a:pt x="285242" y="46354"/>
                  </a:lnTo>
                  <a:lnTo>
                    <a:pt x="280416" y="48767"/>
                  </a:lnTo>
                  <a:lnTo>
                    <a:pt x="274700" y="49529"/>
                  </a:lnTo>
                  <a:lnTo>
                    <a:pt x="303022" y="49529"/>
                  </a:lnTo>
                  <a:lnTo>
                    <a:pt x="301244" y="45974"/>
                  </a:lnTo>
                  <a:lnTo>
                    <a:pt x="298085" y="43699"/>
                  </a:lnTo>
                  <a:close/>
                </a:path>
                <a:path w="307975" h="285114">
                  <a:moveTo>
                    <a:pt x="250444" y="34162"/>
                  </a:moveTo>
                  <a:lnTo>
                    <a:pt x="241720" y="35433"/>
                  </a:lnTo>
                  <a:lnTo>
                    <a:pt x="259257" y="35433"/>
                  </a:lnTo>
                  <a:lnTo>
                    <a:pt x="250444" y="341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82768" y="1877568"/>
              <a:ext cx="106680" cy="124968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346192" y="1732787"/>
              <a:ext cx="303530" cy="303530"/>
            </a:xfrm>
            <a:custGeom>
              <a:avLst/>
              <a:gdLst/>
              <a:ahLst/>
              <a:cxnLst/>
              <a:rect l="l" t="t" r="r" b="b"/>
              <a:pathLst>
                <a:path w="303529" h="303530">
                  <a:moveTo>
                    <a:pt x="266700" y="237109"/>
                  </a:moveTo>
                  <a:lnTo>
                    <a:pt x="262636" y="233172"/>
                  </a:lnTo>
                  <a:lnTo>
                    <a:pt x="168910" y="233172"/>
                  </a:lnTo>
                  <a:lnTo>
                    <a:pt x="164084" y="233172"/>
                  </a:lnTo>
                  <a:lnTo>
                    <a:pt x="160020" y="237109"/>
                  </a:lnTo>
                  <a:lnTo>
                    <a:pt x="160020" y="247523"/>
                  </a:lnTo>
                  <a:lnTo>
                    <a:pt x="164084" y="251460"/>
                  </a:lnTo>
                  <a:lnTo>
                    <a:pt x="262636" y="251460"/>
                  </a:lnTo>
                  <a:lnTo>
                    <a:pt x="266700" y="247523"/>
                  </a:lnTo>
                  <a:lnTo>
                    <a:pt x="266700" y="237109"/>
                  </a:lnTo>
                  <a:close/>
                </a:path>
                <a:path w="303529" h="303530">
                  <a:moveTo>
                    <a:pt x="266700" y="200533"/>
                  </a:moveTo>
                  <a:lnTo>
                    <a:pt x="262636" y="196596"/>
                  </a:lnTo>
                  <a:lnTo>
                    <a:pt x="168910" y="196596"/>
                  </a:lnTo>
                  <a:lnTo>
                    <a:pt x="164084" y="196596"/>
                  </a:lnTo>
                  <a:lnTo>
                    <a:pt x="160020" y="200533"/>
                  </a:lnTo>
                  <a:lnTo>
                    <a:pt x="160020" y="210947"/>
                  </a:lnTo>
                  <a:lnTo>
                    <a:pt x="164084" y="214884"/>
                  </a:lnTo>
                  <a:lnTo>
                    <a:pt x="262636" y="214884"/>
                  </a:lnTo>
                  <a:lnTo>
                    <a:pt x="266700" y="210947"/>
                  </a:lnTo>
                  <a:lnTo>
                    <a:pt x="266700" y="200533"/>
                  </a:lnTo>
                  <a:close/>
                </a:path>
                <a:path w="303529" h="303530">
                  <a:moveTo>
                    <a:pt x="266700" y="165735"/>
                  </a:moveTo>
                  <a:lnTo>
                    <a:pt x="262636" y="161544"/>
                  </a:lnTo>
                  <a:lnTo>
                    <a:pt x="168910" y="161544"/>
                  </a:lnTo>
                  <a:lnTo>
                    <a:pt x="164084" y="161544"/>
                  </a:lnTo>
                  <a:lnTo>
                    <a:pt x="160020" y="165735"/>
                  </a:lnTo>
                  <a:lnTo>
                    <a:pt x="160020" y="175641"/>
                  </a:lnTo>
                  <a:lnTo>
                    <a:pt x="164084" y="179832"/>
                  </a:lnTo>
                  <a:lnTo>
                    <a:pt x="262636" y="179832"/>
                  </a:lnTo>
                  <a:lnTo>
                    <a:pt x="266700" y="175641"/>
                  </a:lnTo>
                  <a:lnTo>
                    <a:pt x="266700" y="165735"/>
                  </a:lnTo>
                  <a:close/>
                </a:path>
                <a:path w="303529" h="303530">
                  <a:moveTo>
                    <a:pt x="303276" y="134632"/>
                  </a:moveTo>
                  <a:lnTo>
                    <a:pt x="286258" y="109689"/>
                  </a:lnTo>
                  <a:lnTo>
                    <a:pt x="286258" y="129806"/>
                  </a:lnTo>
                  <a:lnTo>
                    <a:pt x="286258" y="282194"/>
                  </a:lnTo>
                  <a:lnTo>
                    <a:pt x="282194" y="286258"/>
                  </a:lnTo>
                  <a:lnTo>
                    <a:pt x="20320" y="286258"/>
                  </a:lnTo>
                  <a:lnTo>
                    <a:pt x="16256" y="282194"/>
                  </a:lnTo>
                  <a:lnTo>
                    <a:pt x="16256" y="129806"/>
                  </a:lnTo>
                  <a:lnTo>
                    <a:pt x="20320" y="125730"/>
                  </a:lnTo>
                  <a:lnTo>
                    <a:pt x="107823" y="125730"/>
                  </a:lnTo>
                  <a:lnTo>
                    <a:pt x="111747" y="132588"/>
                  </a:lnTo>
                  <a:lnTo>
                    <a:pt x="117348" y="138239"/>
                  </a:lnTo>
                  <a:lnTo>
                    <a:pt x="124688" y="142214"/>
                  </a:lnTo>
                  <a:lnTo>
                    <a:pt x="125209" y="142214"/>
                  </a:lnTo>
                  <a:lnTo>
                    <a:pt x="132969" y="143510"/>
                  </a:lnTo>
                  <a:lnTo>
                    <a:pt x="168656" y="143510"/>
                  </a:lnTo>
                  <a:lnTo>
                    <a:pt x="176771" y="142214"/>
                  </a:lnTo>
                  <a:lnTo>
                    <a:pt x="183934" y="138582"/>
                  </a:lnTo>
                  <a:lnTo>
                    <a:pt x="189738" y="132956"/>
                  </a:lnTo>
                  <a:lnTo>
                    <a:pt x="193370" y="126492"/>
                  </a:lnTo>
                  <a:lnTo>
                    <a:pt x="193802" y="125730"/>
                  </a:lnTo>
                  <a:lnTo>
                    <a:pt x="282194" y="125730"/>
                  </a:lnTo>
                  <a:lnTo>
                    <a:pt x="286258" y="129806"/>
                  </a:lnTo>
                  <a:lnTo>
                    <a:pt x="286258" y="109689"/>
                  </a:lnTo>
                  <a:lnTo>
                    <a:pt x="277368" y="107823"/>
                  </a:lnTo>
                  <a:lnTo>
                    <a:pt x="196215" y="107823"/>
                  </a:lnTo>
                  <a:lnTo>
                    <a:pt x="196215" y="90043"/>
                  </a:lnTo>
                  <a:lnTo>
                    <a:pt x="196215" y="87630"/>
                  </a:lnTo>
                  <a:lnTo>
                    <a:pt x="203136" y="83705"/>
                  </a:lnTo>
                  <a:lnTo>
                    <a:pt x="208826" y="78105"/>
                  </a:lnTo>
                  <a:lnTo>
                    <a:pt x="211582" y="73025"/>
                  </a:lnTo>
                  <a:lnTo>
                    <a:pt x="212686" y="70993"/>
                  </a:lnTo>
                  <a:lnTo>
                    <a:pt x="214122" y="62484"/>
                  </a:lnTo>
                  <a:lnTo>
                    <a:pt x="212813" y="54356"/>
                  </a:lnTo>
                  <a:lnTo>
                    <a:pt x="209118" y="47155"/>
                  </a:lnTo>
                  <a:lnTo>
                    <a:pt x="203454" y="41376"/>
                  </a:lnTo>
                  <a:lnTo>
                    <a:pt x="196215" y="37338"/>
                  </a:lnTo>
                  <a:lnTo>
                    <a:pt x="196215" y="36449"/>
                  </a:lnTo>
                  <a:lnTo>
                    <a:pt x="196215" y="17780"/>
                  </a:lnTo>
                  <a:lnTo>
                    <a:pt x="196215" y="4064"/>
                  </a:lnTo>
                  <a:lnTo>
                    <a:pt x="194564" y="2413"/>
                  </a:lnTo>
                  <a:lnTo>
                    <a:pt x="194564" y="58420"/>
                  </a:lnTo>
                  <a:lnTo>
                    <a:pt x="194564" y="68961"/>
                  </a:lnTo>
                  <a:lnTo>
                    <a:pt x="190627" y="73025"/>
                  </a:lnTo>
                  <a:lnTo>
                    <a:pt x="177546" y="73025"/>
                  </a:lnTo>
                  <a:lnTo>
                    <a:pt x="177546" y="90043"/>
                  </a:lnTo>
                  <a:lnTo>
                    <a:pt x="177546" y="122428"/>
                  </a:lnTo>
                  <a:lnTo>
                    <a:pt x="173482" y="126492"/>
                  </a:lnTo>
                  <a:lnTo>
                    <a:pt x="128143" y="126492"/>
                  </a:lnTo>
                  <a:lnTo>
                    <a:pt x="127381" y="125730"/>
                  </a:lnTo>
                  <a:lnTo>
                    <a:pt x="124079" y="122428"/>
                  </a:lnTo>
                  <a:lnTo>
                    <a:pt x="124079" y="90043"/>
                  </a:lnTo>
                  <a:lnTo>
                    <a:pt x="177546" y="90043"/>
                  </a:lnTo>
                  <a:lnTo>
                    <a:pt x="177546" y="73025"/>
                  </a:lnTo>
                  <a:lnTo>
                    <a:pt x="109474" y="73025"/>
                  </a:lnTo>
                  <a:lnTo>
                    <a:pt x="105410" y="68961"/>
                  </a:lnTo>
                  <a:lnTo>
                    <a:pt x="105410" y="58420"/>
                  </a:lnTo>
                  <a:lnTo>
                    <a:pt x="111125" y="54356"/>
                  </a:lnTo>
                  <a:lnTo>
                    <a:pt x="190627" y="54356"/>
                  </a:lnTo>
                  <a:lnTo>
                    <a:pt x="194564" y="58420"/>
                  </a:lnTo>
                  <a:lnTo>
                    <a:pt x="194564" y="2413"/>
                  </a:lnTo>
                  <a:lnTo>
                    <a:pt x="192151" y="0"/>
                  </a:lnTo>
                  <a:lnTo>
                    <a:pt x="177546" y="0"/>
                  </a:lnTo>
                  <a:lnTo>
                    <a:pt x="177546" y="17780"/>
                  </a:lnTo>
                  <a:lnTo>
                    <a:pt x="177546" y="36449"/>
                  </a:lnTo>
                  <a:lnTo>
                    <a:pt x="124079" y="36449"/>
                  </a:lnTo>
                  <a:lnTo>
                    <a:pt x="124079" y="17780"/>
                  </a:lnTo>
                  <a:lnTo>
                    <a:pt x="177546" y="17780"/>
                  </a:lnTo>
                  <a:lnTo>
                    <a:pt x="177546" y="0"/>
                  </a:lnTo>
                  <a:lnTo>
                    <a:pt x="111125" y="0"/>
                  </a:lnTo>
                  <a:lnTo>
                    <a:pt x="107061" y="4064"/>
                  </a:lnTo>
                  <a:lnTo>
                    <a:pt x="107061" y="37338"/>
                  </a:lnTo>
                  <a:lnTo>
                    <a:pt x="99580" y="41376"/>
                  </a:lnTo>
                  <a:lnTo>
                    <a:pt x="93764" y="46863"/>
                  </a:lnTo>
                  <a:lnTo>
                    <a:pt x="89814" y="53987"/>
                  </a:lnTo>
                  <a:lnTo>
                    <a:pt x="88392" y="62484"/>
                  </a:lnTo>
                  <a:lnTo>
                    <a:pt x="89712" y="70612"/>
                  </a:lnTo>
                  <a:lnTo>
                    <a:pt x="93484" y="77774"/>
                  </a:lnTo>
                  <a:lnTo>
                    <a:pt x="99606" y="83705"/>
                  </a:lnTo>
                  <a:lnTo>
                    <a:pt x="107061" y="87630"/>
                  </a:lnTo>
                  <a:lnTo>
                    <a:pt x="107061" y="107823"/>
                  </a:lnTo>
                  <a:lnTo>
                    <a:pt x="26797" y="107823"/>
                  </a:lnTo>
                  <a:lnTo>
                    <a:pt x="16065" y="109956"/>
                  </a:lnTo>
                  <a:lnTo>
                    <a:pt x="7581" y="115747"/>
                  </a:lnTo>
                  <a:lnTo>
                    <a:pt x="2006" y="124282"/>
                  </a:lnTo>
                  <a:lnTo>
                    <a:pt x="0" y="134632"/>
                  </a:lnTo>
                  <a:lnTo>
                    <a:pt x="0" y="277368"/>
                  </a:lnTo>
                  <a:lnTo>
                    <a:pt x="2120" y="287909"/>
                  </a:lnTo>
                  <a:lnTo>
                    <a:pt x="7912" y="296087"/>
                  </a:lnTo>
                  <a:lnTo>
                    <a:pt x="16446" y="301396"/>
                  </a:lnTo>
                  <a:lnTo>
                    <a:pt x="26797" y="303276"/>
                  </a:lnTo>
                  <a:lnTo>
                    <a:pt x="277368" y="303276"/>
                  </a:lnTo>
                  <a:lnTo>
                    <a:pt x="303276" y="277368"/>
                  </a:lnTo>
                  <a:lnTo>
                    <a:pt x="303276" y="1346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44239" y="1847088"/>
              <a:ext cx="160020" cy="16001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385316" y="1775459"/>
              <a:ext cx="2292350" cy="361315"/>
            </a:xfrm>
            <a:custGeom>
              <a:avLst/>
              <a:gdLst/>
              <a:ahLst/>
              <a:cxnLst/>
              <a:rect l="l" t="t" r="r" b="b"/>
              <a:pathLst>
                <a:path w="2292350" h="361314">
                  <a:moveTo>
                    <a:pt x="71628" y="187071"/>
                  </a:moveTo>
                  <a:lnTo>
                    <a:pt x="67564" y="182880"/>
                  </a:lnTo>
                  <a:lnTo>
                    <a:pt x="44831" y="182880"/>
                  </a:lnTo>
                  <a:lnTo>
                    <a:pt x="39116" y="182880"/>
                  </a:lnTo>
                  <a:lnTo>
                    <a:pt x="35052" y="187071"/>
                  </a:lnTo>
                  <a:lnTo>
                    <a:pt x="35052" y="196977"/>
                  </a:lnTo>
                  <a:lnTo>
                    <a:pt x="39116" y="201168"/>
                  </a:lnTo>
                  <a:lnTo>
                    <a:pt x="67564" y="201168"/>
                  </a:lnTo>
                  <a:lnTo>
                    <a:pt x="71628" y="196977"/>
                  </a:lnTo>
                  <a:lnTo>
                    <a:pt x="71628" y="187071"/>
                  </a:lnTo>
                  <a:close/>
                </a:path>
                <a:path w="2292350" h="361314">
                  <a:moveTo>
                    <a:pt x="268211" y="187071"/>
                  </a:moveTo>
                  <a:lnTo>
                    <a:pt x="264160" y="182880"/>
                  </a:lnTo>
                  <a:lnTo>
                    <a:pt x="240538" y="182880"/>
                  </a:lnTo>
                  <a:lnTo>
                    <a:pt x="235712" y="182880"/>
                  </a:lnTo>
                  <a:lnTo>
                    <a:pt x="231648" y="187071"/>
                  </a:lnTo>
                  <a:lnTo>
                    <a:pt x="231648" y="196977"/>
                  </a:lnTo>
                  <a:lnTo>
                    <a:pt x="235712" y="201168"/>
                  </a:lnTo>
                  <a:lnTo>
                    <a:pt x="264160" y="201168"/>
                  </a:lnTo>
                  <a:lnTo>
                    <a:pt x="268211" y="196977"/>
                  </a:lnTo>
                  <a:lnTo>
                    <a:pt x="268211" y="187071"/>
                  </a:lnTo>
                  <a:close/>
                </a:path>
                <a:path w="2292350" h="361314">
                  <a:moveTo>
                    <a:pt x="304038" y="208280"/>
                  </a:moveTo>
                  <a:lnTo>
                    <a:pt x="300736" y="185077"/>
                  </a:lnTo>
                  <a:lnTo>
                    <a:pt x="300710" y="184886"/>
                  </a:lnTo>
                  <a:lnTo>
                    <a:pt x="290410" y="163944"/>
                  </a:lnTo>
                  <a:lnTo>
                    <a:pt x="286131" y="159385"/>
                  </a:lnTo>
                  <a:lnTo>
                    <a:pt x="286131" y="210693"/>
                  </a:lnTo>
                  <a:lnTo>
                    <a:pt x="286131" y="235839"/>
                  </a:lnTo>
                  <a:lnTo>
                    <a:pt x="188087" y="235839"/>
                  </a:lnTo>
                  <a:lnTo>
                    <a:pt x="188671" y="234950"/>
                  </a:lnTo>
                  <a:lnTo>
                    <a:pt x="189166" y="234188"/>
                  </a:lnTo>
                  <a:lnTo>
                    <a:pt x="192201" y="229603"/>
                  </a:lnTo>
                  <a:lnTo>
                    <a:pt x="194957" y="223075"/>
                  </a:lnTo>
                  <a:lnTo>
                    <a:pt x="196494" y="216268"/>
                  </a:lnTo>
                  <a:lnTo>
                    <a:pt x="196862" y="210693"/>
                  </a:lnTo>
                  <a:lnTo>
                    <a:pt x="196850" y="208280"/>
                  </a:lnTo>
                  <a:lnTo>
                    <a:pt x="195503" y="198475"/>
                  </a:lnTo>
                  <a:lnTo>
                    <a:pt x="195453" y="198145"/>
                  </a:lnTo>
                  <a:lnTo>
                    <a:pt x="195364" y="197510"/>
                  </a:lnTo>
                  <a:lnTo>
                    <a:pt x="190792" y="187083"/>
                  </a:lnTo>
                  <a:lnTo>
                    <a:pt x="187121" y="182499"/>
                  </a:lnTo>
                  <a:lnTo>
                    <a:pt x="183629" y="178168"/>
                  </a:lnTo>
                  <a:lnTo>
                    <a:pt x="179959" y="175399"/>
                  </a:lnTo>
                  <a:lnTo>
                    <a:pt x="179959" y="208280"/>
                  </a:lnTo>
                  <a:lnTo>
                    <a:pt x="177812" y="218173"/>
                  </a:lnTo>
                  <a:lnTo>
                    <a:pt x="172720" y="225323"/>
                  </a:lnTo>
                  <a:lnTo>
                    <a:pt x="172720" y="256794"/>
                  </a:lnTo>
                  <a:lnTo>
                    <a:pt x="152400" y="283591"/>
                  </a:lnTo>
                  <a:lnTo>
                    <a:pt x="143510" y="271881"/>
                  </a:lnTo>
                  <a:lnTo>
                    <a:pt x="143510" y="301371"/>
                  </a:lnTo>
                  <a:lnTo>
                    <a:pt x="143510" y="344170"/>
                  </a:lnTo>
                  <a:lnTo>
                    <a:pt x="89916" y="344170"/>
                  </a:lnTo>
                  <a:lnTo>
                    <a:pt x="89916" y="315087"/>
                  </a:lnTo>
                  <a:lnTo>
                    <a:pt x="91528" y="301371"/>
                  </a:lnTo>
                  <a:lnTo>
                    <a:pt x="91567" y="300964"/>
                  </a:lnTo>
                  <a:lnTo>
                    <a:pt x="91694" y="299948"/>
                  </a:lnTo>
                  <a:lnTo>
                    <a:pt x="96837" y="286346"/>
                  </a:lnTo>
                  <a:lnTo>
                    <a:pt x="105016" y="274574"/>
                  </a:lnTo>
                  <a:lnTo>
                    <a:pt x="115951" y="264922"/>
                  </a:lnTo>
                  <a:lnTo>
                    <a:pt x="143510" y="301371"/>
                  </a:lnTo>
                  <a:lnTo>
                    <a:pt x="143510" y="271881"/>
                  </a:lnTo>
                  <a:lnTo>
                    <a:pt x="138239" y="264922"/>
                  </a:lnTo>
                  <a:lnTo>
                    <a:pt x="132080" y="256794"/>
                  </a:lnTo>
                  <a:lnTo>
                    <a:pt x="145923" y="253619"/>
                  </a:lnTo>
                  <a:lnTo>
                    <a:pt x="159639" y="253619"/>
                  </a:lnTo>
                  <a:lnTo>
                    <a:pt x="167005" y="254381"/>
                  </a:lnTo>
                  <a:lnTo>
                    <a:pt x="172720" y="256794"/>
                  </a:lnTo>
                  <a:lnTo>
                    <a:pt x="172720" y="225323"/>
                  </a:lnTo>
                  <a:lnTo>
                    <a:pt x="171932" y="226428"/>
                  </a:lnTo>
                  <a:lnTo>
                    <a:pt x="163017" y="232194"/>
                  </a:lnTo>
                  <a:lnTo>
                    <a:pt x="162636" y="232194"/>
                  </a:lnTo>
                  <a:lnTo>
                    <a:pt x="152400" y="234188"/>
                  </a:lnTo>
                  <a:lnTo>
                    <a:pt x="142049" y="232194"/>
                  </a:lnTo>
                  <a:lnTo>
                    <a:pt x="133515" y="226720"/>
                  </a:lnTo>
                  <a:lnTo>
                    <a:pt x="127723" y="218490"/>
                  </a:lnTo>
                  <a:lnTo>
                    <a:pt x="125603" y="208280"/>
                  </a:lnTo>
                  <a:lnTo>
                    <a:pt x="127660" y="198475"/>
                  </a:lnTo>
                  <a:lnTo>
                    <a:pt x="127723" y="198145"/>
                  </a:lnTo>
                  <a:lnTo>
                    <a:pt x="133515" y="189966"/>
                  </a:lnTo>
                  <a:lnTo>
                    <a:pt x="141884" y="184607"/>
                  </a:lnTo>
                  <a:lnTo>
                    <a:pt x="141490" y="184607"/>
                  </a:lnTo>
                  <a:lnTo>
                    <a:pt x="152400" y="182499"/>
                  </a:lnTo>
                  <a:lnTo>
                    <a:pt x="163182" y="184607"/>
                  </a:lnTo>
                  <a:lnTo>
                    <a:pt x="171932" y="190246"/>
                  </a:lnTo>
                  <a:lnTo>
                    <a:pt x="177812" y="198475"/>
                  </a:lnTo>
                  <a:lnTo>
                    <a:pt x="179959" y="208280"/>
                  </a:lnTo>
                  <a:lnTo>
                    <a:pt x="179959" y="175399"/>
                  </a:lnTo>
                  <a:lnTo>
                    <a:pt x="209384" y="149212"/>
                  </a:lnTo>
                  <a:lnTo>
                    <a:pt x="223774" y="147701"/>
                  </a:lnTo>
                  <a:lnTo>
                    <a:pt x="247865" y="152679"/>
                  </a:lnTo>
                  <a:lnTo>
                    <a:pt x="267716" y="166204"/>
                  </a:lnTo>
                  <a:lnTo>
                    <a:pt x="280263" y="184886"/>
                  </a:lnTo>
                  <a:lnTo>
                    <a:pt x="281178" y="186296"/>
                  </a:lnTo>
                  <a:lnTo>
                    <a:pt x="286131" y="210693"/>
                  </a:lnTo>
                  <a:lnTo>
                    <a:pt x="286131" y="159385"/>
                  </a:lnTo>
                  <a:lnTo>
                    <a:pt x="275196" y="147701"/>
                  </a:lnTo>
                  <a:lnTo>
                    <a:pt x="274370" y="146812"/>
                  </a:lnTo>
                  <a:lnTo>
                    <a:pt x="253746" y="134747"/>
                  </a:lnTo>
                  <a:lnTo>
                    <a:pt x="267322" y="111747"/>
                  </a:lnTo>
                  <a:lnTo>
                    <a:pt x="267423" y="111429"/>
                  </a:lnTo>
                  <a:lnTo>
                    <a:pt x="268351" y="102362"/>
                  </a:lnTo>
                  <a:lnTo>
                    <a:pt x="264795" y="85191"/>
                  </a:lnTo>
                  <a:lnTo>
                    <a:pt x="258318" y="75692"/>
                  </a:lnTo>
                  <a:lnTo>
                    <a:pt x="255155" y="71043"/>
                  </a:lnTo>
                  <a:lnTo>
                    <a:pt x="251333" y="68465"/>
                  </a:lnTo>
                  <a:lnTo>
                    <a:pt x="251333" y="102362"/>
                  </a:lnTo>
                  <a:lnTo>
                    <a:pt x="249428" y="111429"/>
                  </a:lnTo>
                  <a:lnTo>
                    <a:pt x="249364" y="111747"/>
                  </a:lnTo>
                  <a:lnTo>
                    <a:pt x="249262" y="112255"/>
                  </a:lnTo>
                  <a:lnTo>
                    <a:pt x="249199" y="112572"/>
                  </a:lnTo>
                  <a:lnTo>
                    <a:pt x="243408" y="120802"/>
                  </a:lnTo>
                  <a:lnTo>
                    <a:pt x="234873" y="126276"/>
                  </a:lnTo>
                  <a:lnTo>
                    <a:pt x="224536" y="128270"/>
                  </a:lnTo>
                  <a:lnTo>
                    <a:pt x="214541" y="126276"/>
                  </a:lnTo>
                  <a:lnTo>
                    <a:pt x="214147" y="126276"/>
                  </a:lnTo>
                  <a:lnTo>
                    <a:pt x="205816" y="120510"/>
                  </a:lnTo>
                  <a:lnTo>
                    <a:pt x="200507" y="112255"/>
                  </a:lnTo>
                  <a:lnTo>
                    <a:pt x="198628" y="102362"/>
                  </a:lnTo>
                  <a:lnTo>
                    <a:pt x="199809" y="92087"/>
                  </a:lnTo>
                  <a:lnTo>
                    <a:pt x="205193" y="83604"/>
                  </a:lnTo>
                  <a:lnTo>
                    <a:pt x="213766" y="77825"/>
                  </a:lnTo>
                  <a:lnTo>
                    <a:pt x="224536" y="75692"/>
                  </a:lnTo>
                  <a:lnTo>
                    <a:pt x="235204" y="77825"/>
                  </a:lnTo>
                  <a:lnTo>
                    <a:pt x="243687" y="83604"/>
                  </a:lnTo>
                  <a:lnTo>
                    <a:pt x="249301" y="92087"/>
                  </a:lnTo>
                  <a:lnTo>
                    <a:pt x="251333" y="102362"/>
                  </a:lnTo>
                  <a:lnTo>
                    <a:pt x="251333" y="68465"/>
                  </a:lnTo>
                  <a:lnTo>
                    <a:pt x="240969" y="61455"/>
                  </a:lnTo>
                  <a:lnTo>
                    <a:pt x="223774" y="57912"/>
                  </a:lnTo>
                  <a:lnTo>
                    <a:pt x="206514" y="61455"/>
                  </a:lnTo>
                  <a:lnTo>
                    <a:pt x="192341" y="71043"/>
                  </a:lnTo>
                  <a:lnTo>
                    <a:pt x="182727" y="85191"/>
                  </a:lnTo>
                  <a:lnTo>
                    <a:pt x="179197" y="102362"/>
                  </a:lnTo>
                  <a:lnTo>
                    <a:pt x="180047" y="111429"/>
                  </a:lnTo>
                  <a:lnTo>
                    <a:pt x="180086" y="111747"/>
                  </a:lnTo>
                  <a:lnTo>
                    <a:pt x="182626" y="120078"/>
                  </a:lnTo>
                  <a:lnTo>
                    <a:pt x="182714" y="120370"/>
                  </a:lnTo>
                  <a:lnTo>
                    <a:pt x="187007" y="128079"/>
                  </a:lnTo>
                  <a:lnTo>
                    <a:pt x="192913" y="134747"/>
                  </a:lnTo>
                  <a:lnTo>
                    <a:pt x="181991" y="140030"/>
                  </a:lnTo>
                  <a:lnTo>
                    <a:pt x="172008" y="146812"/>
                  </a:lnTo>
                  <a:lnTo>
                    <a:pt x="163156" y="155003"/>
                  </a:lnTo>
                  <a:lnTo>
                    <a:pt x="155575" y="164719"/>
                  </a:lnTo>
                  <a:lnTo>
                    <a:pt x="147574" y="164719"/>
                  </a:lnTo>
                  <a:lnTo>
                    <a:pt x="140144" y="155384"/>
                  </a:lnTo>
                  <a:lnTo>
                    <a:pt x="131330" y="147027"/>
                  </a:lnTo>
                  <a:lnTo>
                    <a:pt x="131025" y="146812"/>
                  </a:lnTo>
                  <a:lnTo>
                    <a:pt x="130429" y="146405"/>
                  </a:lnTo>
                  <a:lnTo>
                    <a:pt x="130429" y="170307"/>
                  </a:lnTo>
                  <a:lnTo>
                    <a:pt x="120980" y="177406"/>
                  </a:lnTo>
                  <a:lnTo>
                    <a:pt x="113601" y="186296"/>
                  </a:lnTo>
                  <a:lnTo>
                    <a:pt x="108775" y="196697"/>
                  </a:lnTo>
                  <a:lnTo>
                    <a:pt x="107061" y="208280"/>
                  </a:lnTo>
                  <a:lnTo>
                    <a:pt x="107645" y="215557"/>
                  </a:lnTo>
                  <a:lnTo>
                    <a:pt x="109359" y="222567"/>
                  </a:lnTo>
                  <a:lnTo>
                    <a:pt x="112141" y="229108"/>
                  </a:lnTo>
                  <a:lnTo>
                    <a:pt x="115951" y="234950"/>
                  </a:lnTo>
                  <a:lnTo>
                    <a:pt x="17780" y="234950"/>
                  </a:lnTo>
                  <a:lnTo>
                    <a:pt x="17780" y="209169"/>
                  </a:lnTo>
                  <a:lnTo>
                    <a:pt x="22758" y="185077"/>
                  </a:lnTo>
                  <a:lnTo>
                    <a:pt x="36347" y="165227"/>
                  </a:lnTo>
                  <a:lnTo>
                    <a:pt x="56451" y="151777"/>
                  </a:lnTo>
                  <a:lnTo>
                    <a:pt x="81026" y="146812"/>
                  </a:lnTo>
                  <a:lnTo>
                    <a:pt x="94919" y="148450"/>
                  </a:lnTo>
                  <a:lnTo>
                    <a:pt x="108204" y="153136"/>
                  </a:lnTo>
                  <a:lnTo>
                    <a:pt x="120243" y="160540"/>
                  </a:lnTo>
                  <a:lnTo>
                    <a:pt x="130429" y="170307"/>
                  </a:lnTo>
                  <a:lnTo>
                    <a:pt x="130429" y="146405"/>
                  </a:lnTo>
                  <a:lnTo>
                    <a:pt x="121297" y="140030"/>
                  </a:lnTo>
                  <a:lnTo>
                    <a:pt x="110236" y="134747"/>
                  </a:lnTo>
                  <a:lnTo>
                    <a:pt x="115951" y="128270"/>
                  </a:lnTo>
                  <a:lnTo>
                    <a:pt x="123952" y="102362"/>
                  </a:lnTo>
                  <a:lnTo>
                    <a:pt x="120408" y="85191"/>
                  </a:lnTo>
                  <a:lnTo>
                    <a:pt x="113969" y="75692"/>
                  </a:lnTo>
                  <a:lnTo>
                    <a:pt x="110820" y="71043"/>
                  </a:lnTo>
                  <a:lnTo>
                    <a:pt x="107061" y="68503"/>
                  </a:lnTo>
                  <a:lnTo>
                    <a:pt x="107061" y="102362"/>
                  </a:lnTo>
                  <a:lnTo>
                    <a:pt x="105168" y="111429"/>
                  </a:lnTo>
                  <a:lnTo>
                    <a:pt x="105105" y="111747"/>
                  </a:lnTo>
                  <a:lnTo>
                    <a:pt x="105003" y="112255"/>
                  </a:lnTo>
                  <a:lnTo>
                    <a:pt x="104927" y="112572"/>
                  </a:lnTo>
                  <a:lnTo>
                    <a:pt x="99225" y="120802"/>
                  </a:lnTo>
                  <a:lnTo>
                    <a:pt x="90932" y="126276"/>
                  </a:lnTo>
                  <a:lnTo>
                    <a:pt x="81026" y="128270"/>
                  </a:lnTo>
                  <a:lnTo>
                    <a:pt x="71221" y="126276"/>
                  </a:lnTo>
                  <a:lnTo>
                    <a:pt x="70853" y="126276"/>
                  </a:lnTo>
                  <a:lnTo>
                    <a:pt x="62204" y="120510"/>
                  </a:lnTo>
                  <a:lnTo>
                    <a:pt x="56464" y="112255"/>
                  </a:lnTo>
                  <a:lnTo>
                    <a:pt x="54356" y="102362"/>
                  </a:lnTo>
                  <a:lnTo>
                    <a:pt x="55981" y="92087"/>
                  </a:lnTo>
                  <a:lnTo>
                    <a:pt x="61595" y="83604"/>
                  </a:lnTo>
                  <a:lnTo>
                    <a:pt x="70243" y="77825"/>
                  </a:lnTo>
                  <a:lnTo>
                    <a:pt x="81026" y="75692"/>
                  </a:lnTo>
                  <a:lnTo>
                    <a:pt x="91249" y="77825"/>
                  </a:lnTo>
                  <a:lnTo>
                    <a:pt x="99517" y="83604"/>
                  </a:lnTo>
                  <a:lnTo>
                    <a:pt x="105041" y="92087"/>
                  </a:lnTo>
                  <a:lnTo>
                    <a:pt x="107061" y="102362"/>
                  </a:lnTo>
                  <a:lnTo>
                    <a:pt x="107061" y="68503"/>
                  </a:lnTo>
                  <a:lnTo>
                    <a:pt x="96672" y="61455"/>
                  </a:lnTo>
                  <a:lnTo>
                    <a:pt x="79502" y="57912"/>
                  </a:lnTo>
                  <a:lnTo>
                    <a:pt x="62230" y="61455"/>
                  </a:lnTo>
                  <a:lnTo>
                    <a:pt x="48006" y="71043"/>
                  </a:lnTo>
                  <a:lnTo>
                    <a:pt x="38354" y="85191"/>
                  </a:lnTo>
                  <a:lnTo>
                    <a:pt x="34798" y="102362"/>
                  </a:lnTo>
                  <a:lnTo>
                    <a:pt x="35788" y="111429"/>
                  </a:lnTo>
                  <a:lnTo>
                    <a:pt x="49403" y="134747"/>
                  </a:lnTo>
                  <a:lnTo>
                    <a:pt x="29273" y="146812"/>
                  </a:lnTo>
                  <a:lnTo>
                    <a:pt x="13792" y="163614"/>
                  </a:lnTo>
                  <a:lnTo>
                    <a:pt x="4597" y="182499"/>
                  </a:lnTo>
                  <a:lnTo>
                    <a:pt x="3606" y="184607"/>
                  </a:lnTo>
                  <a:lnTo>
                    <a:pt x="0" y="208280"/>
                  </a:lnTo>
                  <a:lnTo>
                    <a:pt x="0" y="248793"/>
                  </a:lnTo>
                  <a:lnTo>
                    <a:pt x="4064" y="252857"/>
                  </a:lnTo>
                  <a:lnTo>
                    <a:pt x="101346" y="252857"/>
                  </a:lnTo>
                  <a:lnTo>
                    <a:pt x="88646" y="265557"/>
                  </a:lnTo>
                  <a:lnTo>
                    <a:pt x="78905" y="280352"/>
                  </a:lnTo>
                  <a:lnTo>
                    <a:pt x="72669" y="296976"/>
                  </a:lnTo>
                  <a:lnTo>
                    <a:pt x="70485" y="315087"/>
                  </a:lnTo>
                  <a:lnTo>
                    <a:pt x="70485" y="357124"/>
                  </a:lnTo>
                  <a:lnTo>
                    <a:pt x="74549" y="361188"/>
                  </a:lnTo>
                  <a:lnTo>
                    <a:pt x="228600" y="361188"/>
                  </a:lnTo>
                  <a:lnTo>
                    <a:pt x="232664" y="357124"/>
                  </a:lnTo>
                  <a:lnTo>
                    <a:pt x="232664" y="344170"/>
                  </a:lnTo>
                  <a:lnTo>
                    <a:pt x="232664" y="315087"/>
                  </a:lnTo>
                  <a:lnTo>
                    <a:pt x="230479" y="296976"/>
                  </a:lnTo>
                  <a:lnTo>
                    <a:pt x="224345" y="280352"/>
                  </a:lnTo>
                  <a:lnTo>
                    <a:pt x="215646" y="266776"/>
                  </a:lnTo>
                  <a:lnTo>
                    <a:pt x="215646" y="344170"/>
                  </a:lnTo>
                  <a:lnTo>
                    <a:pt x="162052" y="344170"/>
                  </a:lnTo>
                  <a:lnTo>
                    <a:pt x="162052" y="301371"/>
                  </a:lnTo>
                  <a:lnTo>
                    <a:pt x="175120" y="283591"/>
                  </a:lnTo>
                  <a:lnTo>
                    <a:pt x="188849" y="264922"/>
                  </a:lnTo>
                  <a:lnTo>
                    <a:pt x="199517" y="274815"/>
                  </a:lnTo>
                  <a:lnTo>
                    <a:pt x="208000" y="287058"/>
                  </a:lnTo>
                  <a:lnTo>
                    <a:pt x="213614" y="300964"/>
                  </a:lnTo>
                  <a:lnTo>
                    <a:pt x="215531" y="315087"/>
                  </a:lnTo>
                  <a:lnTo>
                    <a:pt x="215646" y="344170"/>
                  </a:lnTo>
                  <a:lnTo>
                    <a:pt x="215646" y="266776"/>
                  </a:lnTo>
                  <a:lnTo>
                    <a:pt x="214871" y="265557"/>
                  </a:lnTo>
                  <a:lnTo>
                    <a:pt x="214274" y="264922"/>
                  </a:lnTo>
                  <a:lnTo>
                    <a:pt x="203415" y="253619"/>
                  </a:lnTo>
                  <a:lnTo>
                    <a:pt x="202692" y="252857"/>
                  </a:lnTo>
                  <a:lnTo>
                    <a:pt x="299974" y="252857"/>
                  </a:lnTo>
                  <a:lnTo>
                    <a:pt x="304038" y="248793"/>
                  </a:lnTo>
                  <a:lnTo>
                    <a:pt x="304038" y="235839"/>
                  </a:lnTo>
                  <a:lnTo>
                    <a:pt x="304038" y="208280"/>
                  </a:lnTo>
                  <a:close/>
                </a:path>
                <a:path w="2292350" h="361314">
                  <a:moveTo>
                    <a:pt x="2292096" y="130556"/>
                  </a:moveTo>
                  <a:lnTo>
                    <a:pt x="2288794" y="126492"/>
                  </a:lnTo>
                  <a:lnTo>
                    <a:pt x="2284730" y="125603"/>
                  </a:lnTo>
                  <a:lnTo>
                    <a:pt x="2273427" y="123647"/>
                  </a:lnTo>
                  <a:lnTo>
                    <a:pt x="2273427" y="141859"/>
                  </a:lnTo>
                  <a:lnTo>
                    <a:pt x="2273427" y="162179"/>
                  </a:lnTo>
                  <a:lnTo>
                    <a:pt x="2251583" y="166116"/>
                  </a:lnTo>
                  <a:lnTo>
                    <a:pt x="2247519" y="167005"/>
                  </a:lnTo>
                  <a:lnTo>
                    <a:pt x="2245106" y="169418"/>
                  </a:lnTo>
                  <a:lnTo>
                    <a:pt x="2244344" y="173482"/>
                  </a:lnTo>
                  <a:lnTo>
                    <a:pt x="2241613" y="183261"/>
                  </a:lnTo>
                  <a:lnTo>
                    <a:pt x="2241550" y="183515"/>
                  </a:lnTo>
                  <a:lnTo>
                    <a:pt x="2238019" y="193103"/>
                  </a:lnTo>
                  <a:lnTo>
                    <a:pt x="2233587" y="202425"/>
                  </a:lnTo>
                  <a:lnTo>
                    <a:pt x="2228088" y="211582"/>
                  </a:lnTo>
                  <a:lnTo>
                    <a:pt x="2226437" y="214884"/>
                  </a:lnTo>
                  <a:lnTo>
                    <a:pt x="2226437" y="218821"/>
                  </a:lnTo>
                  <a:lnTo>
                    <a:pt x="2228088" y="222123"/>
                  </a:lnTo>
                  <a:lnTo>
                    <a:pt x="2241042" y="239903"/>
                  </a:lnTo>
                  <a:lnTo>
                    <a:pt x="2227186" y="254520"/>
                  </a:lnTo>
                  <a:lnTo>
                    <a:pt x="2208657" y="240792"/>
                  </a:lnTo>
                  <a:lnTo>
                    <a:pt x="2207387" y="239903"/>
                  </a:lnTo>
                  <a:lnTo>
                    <a:pt x="2205736" y="239522"/>
                  </a:lnTo>
                  <a:lnTo>
                    <a:pt x="2202307" y="239522"/>
                  </a:lnTo>
                  <a:lnTo>
                    <a:pt x="2200529" y="239903"/>
                  </a:lnTo>
                  <a:lnTo>
                    <a:pt x="2198878" y="240792"/>
                  </a:lnTo>
                  <a:lnTo>
                    <a:pt x="2189708" y="246405"/>
                  </a:lnTo>
                  <a:lnTo>
                    <a:pt x="2180348" y="251002"/>
                  </a:lnTo>
                  <a:lnTo>
                    <a:pt x="2170531" y="254533"/>
                  </a:lnTo>
                  <a:lnTo>
                    <a:pt x="2160016" y="256921"/>
                  </a:lnTo>
                  <a:lnTo>
                    <a:pt x="2155952" y="258572"/>
                  </a:lnTo>
                  <a:lnTo>
                    <a:pt x="2154301" y="260985"/>
                  </a:lnTo>
                  <a:lnTo>
                    <a:pt x="2153539" y="264287"/>
                  </a:lnTo>
                  <a:lnTo>
                    <a:pt x="2149475" y="286893"/>
                  </a:lnTo>
                  <a:lnTo>
                    <a:pt x="2129155" y="286893"/>
                  </a:lnTo>
                  <a:lnTo>
                    <a:pt x="2125294" y="264782"/>
                  </a:lnTo>
                  <a:lnTo>
                    <a:pt x="2125218" y="264287"/>
                  </a:lnTo>
                  <a:lnTo>
                    <a:pt x="2123567" y="260223"/>
                  </a:lnTo>
                  <a:lnTo>
                    <a:pt x="2121916" y="258572"/>
                  </a:lnTo>
                  <a:lnTo>
                    <a:pt x="2117852" y="256921"/>
                  </a:lnTo>
                  <a:lnTo>
                    <a:pt x="2107323" y="254533"/>
                  </a:lnTo>
                  <a:lnTo>
                    <a:pt x="2097506" y="251002"/>
                  </a:lnTo>
                  <a:lnTo>
                    <a:pt x="2088146" y="246405"/>
                  </a:lnTo>
                  <a:lnTo>
                    <a:pt x="2078990" y="240792"/>
                  </a:lnTo>
                  <a:lnTo>
                    <a:pt x="2077339" y="239903"/>
                  </a:lnTo>
                  <a:lnTo>
                    <a:pt x="2075688" y="239522"/>
                  </a:lnTo>
                  <a:lnTo>
                    <a:pt x="2072513" y="239522"/>
                  </a:lnTo>
                  <a:lnTo>
                    <a:pt x="2070862" y="239903"/>
                  </a:lnTo>
                  <a:lnTo>
                    <a:pt x="2069211" y="240792"/>
                  </a:lnTo>
                  <a:lnTo>
                    <a:pt x="2050656" y="254520"/>
                  </a:lnTo>
                  <a:lnTo>
                    <a:pt x="2036826" y="239903"/>
                  </a:lnTo>
                  <a:lnTo>
                    <a:pt x="2052193" y="218821"/>
                  </a:lnTo>
                  <a:lnTo>
                    <a:pt x="2052193" y="214884"/>
                  </a:lnTo>
                  <a:lnTo>
                    <a:pt x="2049780" y="211582"/>
                  </a:lnTo>
                  <a:lnTo>
                    <a:pt x="2044268" y="202425"/>
                  </a:lnTo>
                  <a:lnTo>
                    <a:pt x="2039848" y="193103"/>
                  </a:lnTo>
                  <a:lnTo>
                    <a:pt x="2036356" y="183515"/>
                  </a:lnTo>
                  <a:lnTo>
                    <a:pt x="2033651" y="173482"/>
                  </a:lnTo>
                  <a:lnTo>
                    <a:pt x="2032762" y="169418"/>
                  </a:lnTo>
                  <a:lnTo>
                    <a:pt x="2029587" y="167005"/>
                  </a:lnTo>
                  <a:lnTo>
                    <a:pt x="2026285" y="166116"/>
                  </a:lnTo>
                  <a:lnTo>
                    <a:pt x="2004441" y="162179"/>
                  </a:lnTo>
                  <a:lnTo>
                    <a:pt x="2004441" y="141859"/>
                  </a:lnTo>
                  <a:lnTo>
                    <a:pt x="2030349" y="137033"/>
                  </a:lnTo>
                  <a:lnTo>
                    <a:pt x="2032762" y="134620"/>
                  </a:lnTo>
                  <a:lnTo>
                    <a:pt x="2033651" y="130556"/>
                  </a:lnTo>
                  <a:lnTo>
                    <a:pt x="2036279" y="120459"/>
                  </a:lnTo>
                  <a:lnTo>
                    <a:pt x="2036356" y="120142"/>
                  </a:lnTo>
                  <a:lnTo>
                    <a:pt x="2039747" y="110845"/>
                  </a:lnTo>
                  <a:lnTo>
                    <a:pt x="2039848" y="110553"/>
                  </a:lnTo>
                  <a:lnTo>
                    <a:pt x="2044217" y="101561"/>
                  </a:lnTo>
                  <a:lnTo>
                    <a:pt x="2049780" y="92456"/>
                  </a:lnTo>
                  <a:lnTo>
                    <a:pt x="2052193" y="89154"/>
                  </a:lnTo>
                  <a:lnTo>
                    <a:pt x="2052193" y="85090"/>
                  </a:lnTo>
                  <a:lnTo>
                    <a:pt x="2049780" y="81915"/>
                  </a:lnTo>
                  <a:lnTo>
                    <a:pt x="2036826" y="64008"/>
                  </a:lnTo>
                  <a:lnTo>
                    <a:pt x="2050669" y="49530"/>
                  </a:lnTo>
                  <a:lnTo>
                    <a:pt x="2070862" y="63627"/>
                  </a:lnTo>
                  <a:lnTo>
                    <a:pt x="2072513" y="64262"/>
                  </a:lnTo>
                  <a:lnTo>
                    <a:pt x="2075688" y="64262"/>
                  </a:lnTo>
                  <a:lnTo>
                    <a:pt x="2077339" y="63627"/>
                  </a:lnTo>
                  <a:lnTo>
                    <a:pt x="2078990" y="62496"/>
                  </a:lnTo>
                  <a:lnTo>
                    <a:pt x="2088146" y="56984"/>
                  </a:lnTo>
                  <a:lnTo>
                    <a:pt x="2121916" y="45466"/>
                  </a:lnTo>
                  <a:lnTo>
                    <a:pt x="2122360" y="44577"/>
                  </a:lnTo>
                  <a:lnTo>
                    <a:pt x="2123567" y="42164"/>
                  </a:lnTo>
                  <a:lnTo>
                    <a:pt x="2125218" y="38989"/>
                  </a:lnTo>
                  <a:lnTo>
                    <a:pt x="2129155" y="17018"/>
                  </a:lnTo>
                  <a:lnTo>
                    <a:pt x="2149475" y="17018"/>
                  </a:lnTo>
                  <a:lnTo>
                    <a:pt x="2153539" y="38989"/>
                  </a:lnTo>
                  <a:lnTo>
                    <a:pt x="2154301" y="43815"/>
                  </a:lnTo>
                  <a:lnTo>
                    <a:pt x="2155952" y="45466"/>
                  </a:lnTo>
                  <a:lnTo>
                    <a:pt x="2198878" y="62496"/>
                  </a:lnTo>
                  <a:lnTo>
                    <a:pt x="2200529" y="63627"/>
                  </a:lnTo>
                  <a:lnTo>
                    <a:pt x="2202307" y="64262"/>
                  </a:lnTo>
                  <a:lnTo>
                    <a:pt x="2205736" y="64262"/>
                  </a:lnTo>
                  <a:lnTo>
                    <a:pt x="2207387" y="63627"/>
                  </a:lnTo>
                  <a:lnTo>
                    <a:pt x="2208657" y="62496"/>
                  </a:lnTo>
                  <a:lnTo>
                    <a:pt x="2227199" y="49530"/>
                  </a:lnTo>
                  <a:lnTo>
                    <a:pt x="2241042" y="64008"/>
                  </a:lnTo>
                  <a:lnTo>
                    <a:pt x="2228088" y="81915"/>
                  </a:lnTo>
                  <a:lnTo>
                    <a:pt x="2226437" y="85090"/>
                  </a:lnTo>
                  <a:lnTo>
                    <a:pt x="2226437" y="89154"/>
                  </a:lnTo>
                  <a:lnTo>
                    <a:pt x="2228088" y="92456"/>
                  </a:lnTo>
                  <a:lnTo>
                    <a:pt x="2233587" y="101561"/>
                  </a:lnTo>
                  <a:lnTo>
                    <a:pt x="2238019" y="110845"/>
                  </a:lnTo>
                  <a:lnTo>
                    <a:pt x="2241435" y="120142"/>
                  </a:lnTo>
                  <a:lnTo>
                    <a:pt x="2241550" y="120459"/>
                  </a:lnTo>
                  <a:lnTo>
                    <a:pt x="2244344" y="130556"/>
                  </a:lnTo>
                  <a:lnTo>
                    <a:pt x="2245106" y="134620"/>
                  </a:lnTo>
                  <a:lnTo>
                    <a:pt x="2248408" y="136144"/>
                  </a:lnTo>
                  <a:lnTo>
                    <a:pt x="2251583" y="137795"/>
                  </a:lnTo>
                  <a:lnTo>
                    <a:pt x="2273427" y="141859"/>
                  </a:lnTo>
                  <a:lnTo>
                    <a:pt x="2273427" y="123647"/>
                  </a:lnTo>
                  <a:lnTo>
                    <a:pt x="2261362" y="121539"/>
                  </a:lnTo>
                  <a:lnTo>
                    <a:pt x="2258923" y="112636"/>
                  </a:lnTo>
                  <a:lnTo>
                    <a:pt x="2255672" y="104063"/>
                  </a:lnTo>
                  <a:lnTo>
                    <a:pt x="2251735" y="95580"/>
                  </a:lnTo>
                  <a:lnTo>
                    <a:pt x="2247519" y="87503"/>
                  </a:lnTo>
                  <a:lnTo>
                    <a:pt x="2260473" y="68973"/>
                  </a:lnTo>
                  <a:lnTo>
                    <a:pt x="2263775" y="65671"/>
                  </a:lnTo>
                  <a:lnTo>
                    <a:pt x="2262886" y="60833"/>
                  </a:lnTo>
                  <a:lnTo>
                    <a:pt x="2259711" y="57531"/>
                  </a:lnTo>
                  <a:lnTo>
                    <a:pt x="2251710" y="49530"/>
                  </a:lnTo>
                  <a:lnTo>
                    <a:pt x="2246744" y="44577"/>
                  </a:lnTo>
                  <a:lnTo>
                    <a:pt x="2234565" y="32385"/>
                  </a:lnTo>
                  <a:lnTo>
                    <a:pt x="2232787" y="30734"/>
                  </a:lnTo>
                  <a:lnTo>
                    <a:pt x="2230628" y="29845"/>
                  </a:lnTo>
                  <a:lnTo>
                    <a:pt x="2226564" y="29845"/>
                  </a:lnTo>
                  <a:lnTo>
                    <a:pt x="2224278" y="30607"/>
                  </a:lnTo>
                  <a:lnTo>
                    <a:pt x="2224494" y="30607"/>
                  </a:lnTo>
                  <a:lnTo>
                    <a:pt x="2223262" y="31623"/>
                  </a:lnTo>
                  <a:lnTo>
                    <a:pt x="2203831" y="44577"/>
                  </a:lnTo>
                  <a:lnTo>
                    <a:pt x="2196211" y="40030"/>
                  </a:lnTo>
                  <a:lnTo>
                    <a:pt x="2188095" y="36093"/>
                  </a:lnTo>
                  <a:lnTo>
                    <a:pt x="2179523" y="32740"/>
                  </a:lnTo>
                  <a:lnTo>
                    <a:pt x="2170557" y="29972"/>
                  </a:lnTo>
                  <a:lnTo>
                    <a:pt x="2167788" y="17018"/>
                  </a:lnTo>
                  <a:lnTo>
                    <a:pt x="2165731" y="7366"/>
                  </a:lnTo>
                  <a:lnTo>
                    <a:pt x="2164080" y="3302"/>
                  </a:lnTo>
                  <a:lnTo>
                    <a:pt x="2161667" y="0"/>
                  </a:lnTo>
                  <a:lnTo>
                    <a:pt x="2116201" y="0"/>
                  </a:lnTo>
                  <a:lnTo>
                    <a:pt x="2112264" y="3302"/>
                  </a:lnTo>
                  <a:lnTo>
                    <a:pt x="2111375" y="7366"/>
                  </a:lnTo>
                  <a:lnTo>
                    <a:pt x="2107374" y="29591"/>
                  </a:lnTo>
                  <a:lnTo>
                    <a:pt x="2107311" y="29972"/>
                  </a:lnTo>
                  <a:lnTo>
                    <a:pt x="2098395" y="32740"/>
                  </a:lnTo>
                  <a:lnTo>
                    <a:pt x="2089823" y="36093"/>
                  </a:lnTo>
                  <a:lnTo>
                    <a:pt x="2081707" y="40030"/>
                  </a:lnTo>
                  <a:lnTo>
                    <a:pt x="2074164" y="44577"/>
                  </a:lnTo>
                  <a:lnTo>
                    <a:pt x="2054733" y="31623"/>
                  </a:lnTo>
                  <a:lnTo>
                    <a:pt x="2052955" y="30226"/>
                  </a:lnTo>
                  <a:lnTo>
                    <a:pt x="2051177" y="29591"/>
                  </a:lnTo>
                  <a:lnTo>
                    <a:pt x="2047240" y="29591"/>
                  </a:lnTo>
                  <a:lnTo>
                    <a:pt x="2045208" y="30607"/>
                  </a:lnTo>
                  <a:lnTo>
                    <a:pt x="2043303" y="32385"/>
                  </a:lnTo>
                  <a:lnTo>
                    <a:pt x="2018157" y="57531"/>
                  </a:lnTo>
                  <a:lnTo>
                    <a:pt x="2014982" y="60833"/>
                  </a:lnTo>
                  <a:lnTo>
                    <a:pt x="2014982" y="65671"/>
                  </a:lnTo>
                  <a:lnTo>
                    <a:pt x="2017395" y="68973"/>
                  </a:lnTo>
                  <a:lnTo>
                    <a:pt x="2030349" y="88392"/>
                  </a:lnTo>
                  <a:lnTo>
                    <a:pt x="2026234" y="95948"/>
                  </a:lnTo>
                  <a:lnTo>
                    <a:pt x="2022538" y="104063"/>
                  </a:lnTo>
                  <a:lnTo>
                    <a:pt x="2019300" y="112636"/>
                  </a:lnTo>
                  <a:lnTo>
                    <a:pt x="2016633" y="121539"/>
                  </a:lnTo>
                  <a:lnTo>
                    <a:pt x="1993138" y="125603"/>
                  </a:lnTo>
                  <a:lnTo>
                    <a:pt x="1989074" y="126492"/>
                  </a:lnTo>
                  <a:lnTo>
                    <a:pt x="1985772" y="129667"/>
                  </a:lnTo>
                  <a:lnTo>
                    <a:pt x="1985772" y="170180"/>
                  </a:lnTo>
                  <a:lnTo>
                    <a:pt x="1987423" y="174244"/>
                  </a:lnTo>
                  <a:lnTo>
                    <a:pt x="1989836" y="178308"/>
                  </a:lnTo>
                  <a:lnTo>
                    <a:pt x="1993900" y="179197"/>
                  </a:lnTo>
                  <a:lnTo>
                    <a:pt x="2017395" y="183261"/>
                  </a:lnTo>
                  <a:lnTo>
                    <a:pt x="2020150" y="192176"/>
                  </a:lnTo>
                  <a:lnTo>
                    <a:pt x="2023503" y="200748"/>
                  </a:lnTo>
                  <a:lnTo>
                    <a:pt x="2027440" y="208864"/>
                  </a:lnTo>
                  <a:lnTo>
                    <a:pt x="2032000" y="216408"/>
                  </a:lnTo>
                  <a:lnTo>
                    <a:pt x="2018157" y="235839"/>
                  </a:lnTo>
                  <a:lnTo>
                    <a:pt x="2015744" y="239141"/>
                  </a:lnTo>
                  <a:lnTo>
                    <a:pt x="2016633" y="243967"/>
                  </a:lnTo>
                  <a:lnTo>
                    <a:pt x="2019808" y="247269"/>
                  </a:lnTo>
                  <a:lnTo>
                    <a:pt x="2044954" y="272415"/>
                  </a:lnTo>
                  <a:lnTo>
                    <a:pt x="2046859" y="274193"/>
                  </a:lnTo>
                  <a:lnTo>
                    <a:pt x="2047036" y="274193"/>
                  </a:lnTo>
                  <a:lnTo>
                    <a:pt x="2048891" y="274955"/>
                  </a:lnTo>
                  <a:lnTo>
                    <a:pt x="2052701" y="274955"/>
                  </a:lnTo>
                  <a:lnTo>
                    <a:pt x="2054352" y="274320"/>
                  </a:lnTo>
                  <a:lnTo>
                    <a:pt x="2055495" y="273177"/>
                  </a:lnTo>
                  <a:lnTo>
                    <a:pt x="2074926" y="260223"/>
                  </a:lnTo>
                  <a:lnTo>
                    <a:pt x="2082863" y="264782"/>
                  </a:lnTo>
                  <a:lnTo>
                    <a:pt x="2091029" y="268719"/>
                  </a:lnTo>
                  <a:lnTo>
                    <a:pt x="2099652" y="272072"/>
                  </a:lnTo>
                  <a:lnTo>
                    <a:pt x="2109381" y="274955"/>
                  </a:lnTo>
                  <a:lnTo>
                    <a:pt x="2108974" y="274955"/>
                  </a:lnTo>
                  <a:lnTo>
                    <a:pt x="2113026" y="297434"/>
                  </a:lnTo>
                  <a:lnTo>
                    <a:pt x="2113788" y="301498"/>
                  </a:lnTo>
                  <a:lnTo>
                    <a:pt x="2117090" y="304800"/>
                  </a:lnTo>
                  <a:lnTo>
                    <a:pt x="2161667" y="304800"/>
                  </a:lnTo>
                  <a:lnTo>
                    <a:pt x="2165731" y="301498"/>
                  </a:lnTo>
                  <a:lnTo>
                    <a:pt x="2166493" y="297434"/>
                  </a:lnTo>
                  <a:lnTo>
                    <a:pt x="2168385" y="286893"/>
                  </a:lnTo>
                  <a:lnTo>
                    <a:pt x="2170480" y="275209"/>
                  </a:lnTo>
                  <a:lnTo>
                    <a:pt x="2170531" y="274955"/>
                  </a:lnTo>
                  <a:lnTo>
                    <a:pt x="2170138" y="274955"/>
                  </a:lnTo>
                  <a:lnTo>
                    <a:pt x="2179523" y="272072"/>
                  </a:lnTo>
                  <a:lnTo>
                    <a:pt x="2188095" y="268719"/>
                  </a:lnTo>
                  <a:lnTo>
                    <a:pt x="2196211" y="264782"/>
                  </a:lnTo>
                  <a:lnTo>
                    <a:pt x="2203831" y="260223"/>
                  </a:lnTo>
                  <a:lnTo>
                    <a:pt x="2223262" y="273177"/>
                  </a:lnTo>
                  <a:lnTo>
                    <a:pt x="2225040" y="274574"/>
                  </a:lnTo>
                  <a:lnTo>
                    <a:pt x="2226818" y="275209"/>
                  </a:lnTo>
                  <a:lnTo>
                    <a:pt x="2230628" y="275209"/>
                  </a:lnTo>
                  <a:lnTo>
                    <a:pt x="2232787" y="274193"/>
                  </a:lnTo>
                  <a:lnTo>
                    <a:pt x="2246757" y="260223"/>
                  </a:lnTo>
                  <a:lnTo>
                    <a:pt x="2252446" y="254533"/>
                  </a:lnTo>
                  <a:lnTo>
                    <a:pt x="2259711" y="247269"/>
                  </a:lnTo>
                  <a:lnTo>
                    <a:pt x="2262886" y="243967"/>
                  </a:lnTo>
                  <a:lnTo>
                    <a:pt x="2262886" y="239141"/>
                  </a:lnTo>
                  <a:lnTo>
                    <a:pt x="2260473" y="235839"/>
                  </a:lnTo>
                  <a:lnTo>
                    <a:pt x="2247519" y="216408"/>
                  </a:lnTo>
                  <a:lnTo>
                    <a:pt x="2251735" y="208864"/>
                  </a:lnTo>
                  <a:lnTo>
                    <a:pt x="2255621" y="200748"/>
                  </a:lnTo>
                  <a:lnTo>
                    <a:pt x="2258923" y="192176"/>
                  </a:lnTo>
                  <a:lnTo>
                    <a:pt x="2261285" y="183515"/>
                  </a:lnTo>
                  <a:lnTo>
                    <a:pt x="2261362" y="183261"/>
                  </a:lnTo>
                  <a:lnTo>
                    <a:pt x="2284730" y="179197"/>
                  </a:lnTo>
                  <a:lnTo>
                    <a:pt x="2288794" y="178308"/>
                  </a:lnTo>
                  <a:lnTo>
                    <a:pt x="2292096" y="175133"/>
                  </a:lnTo>
                  <a:lnTo>
                    <a:pt x="2292096" y="1305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79805" y="3227273"/>
            <a:ext cx="16846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800" b="1" spc="-85" dirty="0">
                <a:solidFill>
                  <a:srgbClr val="D9D9D9"/>
                </a:solidFill>
                <a:latin typeface="Trebuchet MS"/>
                <a:cs typeface="Trebuchet MS"/>
              </a:rPr>
              <a:t>$2.70</a:t>
            </a:r>
            <a:r>
              <a:rPr sz="18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130" dirty="0">
                <a:solidFill>
                  <a:srgbClr val="D9D9D9"/>
                </a:solidFill>
                <a:latin typeface="Trebuchet MS"/>
                <a:cs typeface="Trebuchet MS"/>
              </a:rPr>
              <a:t>/</a:t>
            </a:r>
            <a:r>
              <a:rPr sz="1800" b="1" spc="-1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80" dirty="0">
                <a:solidFill>
                  <a:srgbClr val="D9D9D9"/>
                </a:solidFill>
                <a:latin typeface="Trebuchet MS"/>
                <a:cs typeface="Trebuchet MS"/>
              </a:rPr>
              <a:t>Credit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60650" y="3219957"/>
            <a:ext cx="1369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8450" algn="l"/>
              </a:tabLst>
            </a:pPr>
            <a:r>
              <a:rPr sz="1800" b="1" spc="-50" dirty="0">
                <a:solidFill>
                  <a:srgbClr val="D9D9D9"/>
                </a:solidFill>
                <a:latin typeface="Trebuchet MS"/>
                <a:cs typeface="Trebuchet MS"/>
              </a:rPr>
              <a:t>$4</a:t>
            </a:r>
            <a:r>
              <a:rPr sz="1800" b="1" spc="-1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130" dirty="0">
                <a:solidFill>
                  <a:srgbClr val="D9D9D9"/>
                </a:solidFill>
                <a:latin typeface="Trebuchet MS"/>
                <a:cs typeface="Trebuchet MS"/>
              </a:rPr>
              <a:t>/</a:t>
            </a:r>
            <a:r>
              <a:rPr sz="1800" b="1" spc="-14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85" dirty="0">
                <a:solidFill>
                  <a:srgbClr val="D9D9D9"/>
                </a:solidFill>
                <a:latin typeface="Trebuchet MS"/>
                <a:cs typeface="Trebuchet MS"/>
              </a:rPr>
              <a:t>Credit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41850" y="3219957"/>
            <a:ext cx="16846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8450" algn="l"/>
              </a:tabLst>
            </a:pPr>
            <a:r>
              <a:rPr sz="1800" b="1" spc="-85" dirty="0">
                <a:solidFill>
                  <a:srgbClr val="D9D9D9"/>
                </a:solidFill>
                <a:latin typeface="Trebuchet MS"/>
                <a:cs typeface="Trebuchet MS"/>
              </a:rPr>
              <a:t>$5.40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130" dirty="0">
                <a:solidFill>
                  <a:srgbClr val="D9D9D9"/>
                </a:solidFill>
                <a:latin typeface="Trebuchet MS"/>
                <a:cs typeface="Trebuchet MS"/>
              </a:rPr>
              <a:t>/</a:t>
            </a:r>
            <a:r>
              <a:rPr sz="1800" b="1" spc="-1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80" dirty="0">
                <a:solidFill>
                  <a:srgbClr val="D9D9D9"/>
                </a:solidFill>
                <a:latin typeface="Trebuchet MS"/>
                <a:cs typeface="Trebuchet MS"/>
              </a:rPr>
              <a:t>Credit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91045" y="3226434"/>
            <a:ext cx="19564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600" b="1" spc="-80" dirty="0">
                <a:solidFill>
                  <a:srgbClr val="D9D9D9"/>
                </a:solidFill>
                <a:latin typeface="Trebuchet MS"/>
                <a:cs typeface="Trebuchet MS"/>
              </a:rPr>
              <a:t>Contact</a:t>
            </a:r>
            <a:r>
              <a:rPr sz="16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35" dirty="0">
                <a:solidFill>
                  <a:srgbClr val="D9D9D9"/>
                </a:solidFill>
                <a:latin typeface="Trebuchet MS"/>
                <a:cs typeface="Trebuchet MS"/>
              </a:rPr>
              <a:t>Snowflake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80970" y="4323689"/>
            <a:ext cx="1748789" cy="599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5" dirty="0">
                <a:solidFill>
                  <a:srgbClr val="00C3FF"/>
                </a:solidFill>
                <a:latin typeface="Trebuchet MS"/>
                <a:cs typeface="Trebuchet MS"/>
              </a:rPr>
              <a:t>Region:</a:t>
            </a:r>
            <a:r>
              <a:rPr sz="1400" b="1" spc="-100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00C3FF"/>
                </a:solidFill>
                <a:latin typeface="Trebuchet MS"/>
                <a:cs typeface="Trebuchet MS"/>
              </a:rPr>
              <a:t>EU</a:t>
            </a:r>
            <a:r>
              <a:rPr sz="1400" b="1" spc="-95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00C3FF"/>
                </a:solidFill>
                <a:latin typeface="Trebuchet MS"/>
                <a:cs typeface="Trebuchet MS"/>
              </a:rPr>
              <a:t>(Frankfurt)</a:t>
            </a:r>
            <a:endParaRPr sz="1400">
              <a:latin typeface="Trebuchet MS"/>
              <a:cs typeface="Trebuchet MS"/>
            </a:endParaRPr>
          </a:p>
          <a:p>
            <a:pPr marL="26670">
              <a:lnSpc>
                <a:spcPct val="100000"/>
              </a:lnSpc>
              <a:spcBef>
                <a:spcPts val="1155"/>
              </a:spcBef>
            </a:pPr>
            <a:r>
              <a:rPr sz="1400" b="1" spc="-55" dirty="0">
                <a:solidFill>
                  <a:srgbClr val="00C3FF"/>
                </a:solidFill>
                <a:latin typeface="Trebuchet MS"/>
                <a:cs typeface="Trebuchet MS"/>
              </a:rPr>
              <a:t>Platform:</a:t>
            </a:r>
            <a:r>
              <a:rPr sz="1400" b="1" spc="-90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400" b="1" spc="-25" dirty="0">
                <a:solidFill>
                  <a:srgbClr val="00C3FF"/>
                </a:solidFill>
                <a:latin typeface="Trebuchet MS"/>
                <a:cs typeface="Trebuchet MS"/>
              </a:rPr>
              <a:t>AWS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50875">
              <a:lnSpc>
                <a:spcPct val="100000"/>
              </a:lnSpc>
              <a:spcBef>
                <a:spcPts val="105"/>
              </a:spcBef>
            </a:pPr>
            <a:r>
              <a:rPr dirty="0"/>
              <a:t>Virtual</a:t>
            </a:r>
            <a:r>
              <a:rPr spc="-30" dirty="0"/>
              <a:t> </a:t>
            </a:r>
            <a:r>
              <a:rPr dirty="0"/>
              <a:t>Warehouse</a:t>
            </a:r>
            <a:r>
              <a:rPr spc="-35" dirty="0"/>
              <a:t> </a:t>
            </a:r>
            <a:r>
              <a:rPr spc="-10" dirty="0"/>
              <a:t>Sizes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85670" y="2183333"/>
            <a:ext cx="2520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solidFill>
                  <a:srgbClr val="00C3FF"/>
                </a:solidFill>
                <a:latin typeface="Trebuchet MS"/>
                <a:cs typeface="Trebuchet MS"/>
              </a:rPr>
              <a:t>XS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0822" y="2817698"/>
            <a:ext cx="1358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5" dirty="0">
                <a:solidFill>
                  <a:srgbClr val="00C3FF"/>
                </a:solidFill>
                <a:latin typeface="Trebuchet MS"/>
                <a:cs typeface="Trebuchet MS"/>
              </a:rPr>
              <a:t>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37486" y="3425190"/>
            <a:ext cx="1993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25" dirty="0">
                <a:solidFill>
                  <a:srgbClr val="00C3FF"/>
                </a:solidFill>
                <a:latin typeface="Trebuchet MS"/>
                <a:cs typeface="Trebuchet MS"/>
              </a:rPr>
              <a:t>M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055876" y="2045169"/>
            <a:ext cx="1902460" cy="2022475"/>
            <a:chOff x="2055876" y="2045169"/>
            <a:chExt cx="1902460" cy="20224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5876" y="2045169"/>
              <a:ext cx="749807" cy="78489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4862" y="2189226"/>
              <a:ext cx="230124" cy="2667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324862" y="2189226"/>
              <a:ext cx="230504" cy="266700"/>
            </a:xfrm>
            <a:custGeom>
              <a:avLst/>
              <a:gdLst/>
              <a:ahLst/>
              <a:cxnLst/>
              <a:rect l="l" t="t" r="r" b="b"/>
              <a:pathLst>
                <a:path w="230505" h="266700">
                  <a:moveTo>
                    <a:pt x="115062" y="266700"/>
                  </a:moveTo>
                  <a:lnTo>
                    <a:pt x="0" y="200025"/>
                  </a:lnTo>
                  <a:lnTo>
                    <a:pt x="0" y="66675"/>
                  </a:lnTo>
                  <a:lnTo>
                    <a:pt x="115062" y="0"/>
                  </a:lnTo>
                  <a:lnTo>
                    <a:pt x="230124" y="66675"/>
                  </a:lnTo>
                  <a:lnTo>
                    <a:pt x="230124" y="200025"/>
                  </a:lnTo>
                  <a:lnTo>
                    <a:pt x="115062" y="26670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5876" y="3282696"/>
              <a:ext cx="749807" cy="78489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4862" y="3426713"/>
              <a:ext cx="230124" cy="2667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324862" y="3426713"/>
              <a:ext cx="230504" cy="266700"/>
            </a:xfrm>
            <a:custGeom>
              <a:avLst/>
              <a:gdLst/>
              <a:ahLst/>
              <a:cxnLst/>
              <a:rect l="l" t="t" r="r" b="b"/>
              <a:pathLst>
                <a:path w="230505" h="266700">
                  <a:moveTo>
                    <a:pt x="115062" y="266700"/>
                  </a:moveTo>
                  <a:lnTo>
                    <a:pt x="0" y="200025"/>
                  </a:lnTo>
                  <a:lnTo>
                    <a:pt x="0" y="66675"/>
                  </a:lnTo>
                  <a:lnTo>
                    <a:pt x="115062" y="0"/>
                  </a:lnTo>
                  <a:lnTo>
                    <a:pt x="230124" y="66675"/>
                  </a:lnTo>
                  <a:lnTo>
                    <a:pt x="230124" y="200025"/>
                  </a:lnTo>
                  <a:lnTo>
                    <a:pt x="115062" y="26670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9924" y="3282696"/>
              <a:ext cx="749807" cy="78489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8910" y="3426713"/>
              <a:ext cx="230123" cy="26670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708910" y="3426713"/>
              <a:ext cx="230504" cy="266700"/>
            </a:xfrm>
            <a:custGeom>
              <a:avLst/>
              <a:gdLst/>
              <a:ahLst/>
              <a:cxnLst/>
              <a:rect l="l" t="t" r="r" b="b"/>
              <a:pathLst>
                <a:path w="230505" h="266700">
                  <a:moveTo>
                    <a:pt x="115062" y="266700"/>
                  </a:moveTo>
                  <a:lnTo>
                    <a:pt x="0" y="200025"/>
                  </a:lnTo>
                  <a:lnTo>
                    <a:pt x="0" y="66675"/>
                  </a:lnTo>
                  <a:lnTo>
                    <a:pt x="115062" y="0"/>
                  </a:lnTo>
                  <a:lnTo>
                    <a:pt x="230123" y="66675"/>
                  </a:lnTo>
                  <a:lnTo>
                    <a:pt x="230123" y="200025"/>
                  </a:lnTo>
                  <a:lnTo>
                    <a:pt x="115062" y="26670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23972" y="3282696"/>
              <a:ext cx="749808" cy="78489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2958" y="3426713"/>
              <a:ext cx="230124" cy="2667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092958" y="3426713"/>
              <a:ext cx="230504" cy="266700"/>
            </a:xfrm>
            <a:custGeom>
              <a:avLst/>
              <a:gdLst/>
              <a:ahLst/>
              <a:cxnLst/>
              <a:rect l="l" t="t" r="r" b="b"/>
              <a:pathLst>
                <a:path w="230504" h="266700">
                  <a:moveTo>
                    <a:pt x="115062" y="266700"/>
                  </a:moveTo>
                  <a:lnTo>
                    <a:pt x="0" y="200025"/>
                  </a:lnTo>
                  <a:lnTo>
                    <a:pt x="0" y="66675"/>
                  </a:lnTo>
                  <a:lnTo>
                    <a:pt x="115062" y="0"/>
                  </a:lnTo>
                  <a:lnTo>
                    <a:pt x="230124" y="66675"/>
                  </a:lnTo>
                  <a:lnTo>
                    <a:pt x="230124" y="200025"/>
                  </a:lnTo>
                  <a:lnTo>
                    <a:pt x="115062" y="26670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8020" y="3282696"/>
              <a:ext cx="749807" cy="78489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77006" y="3426713"/>
              <a:ext cx="230124" cy="2667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477006" y="3426713"/>
              <a:ext cx="230504" cy="266700"/>
            </a:xfrm>
            <a:custGeom>
              <a:avLst/>
              <a:gdLst/>
              <a:ahLst/>
              <a:cxnLst/>
              <a:rect l="l" t="t" r="r" b="b"/>
              <a:pathLst>
                <a:path w="230504" h="266700">
                  <a:moveTo>
                    <a:pt x="115062" y="266700"/>
                  </a:moveTo>
                  <a:lnTo>
                    <a:pt x="0" y="200025"/>
                  </a:lnTo>
                  <a:lnTo>
                    <a:pt x="0" y="66675"/>
                  </a:lnTo>
                  <a:lnTo>
                    <a:pt x="115062" y="0"/>
                  </a:lnTo>
                  <a:lnTo>
                    <a:pt x="230124" y="66675"/>
                  </a:lnTo>
                  <a:lnTo>
                    <a:pt x="230124" y="200025"/>
                  </a:lnTo>
                  <a:lnTo>
                    <a:pt x="115062" y="26670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55876" y="2653347"/>
              <a:ext cx="749807" cy="78339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24862" y="2797302"/>
              <a:ext cx="230124" cy="26517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324862" y="2797302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5" h="265430">
                  <a:moveTo>
                    <a:pt x="115062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2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00300" y="2659443"/>
              <a:ext cx="749807" cy="78339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69286" y="2803398"/>
              <a:ext cx="230124" cy="26517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669286" y="2803398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5" h="265430">
                  <a:moveTo>
                    <a:pt x="115062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2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4828032" y="1927923"/>
            <a:ext cx="3423285" cy="1917700"/>
            <a:chOff x="4828032" y="1927923"/>
            <a:chExt cx="3423285" cy="1917700"/>
          </a:xfrm>
        </p:grpSpPr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37176" y="1927923"/>
              <a:ext cx="749808" cy="78339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6162" y="2071877"/>
              <a:ext cx="230124" cy="26517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106162" y="2071877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6"/>
                  </a:moveTo>
                  <a:lnTo>
                    <a:pt x="0" y="198882"/>
                  </a:lnTo>
                  <a:lnTo>
                    <a:pt x="0" y="66294"/>
                  </a:lnTo>
                  <a:lnTo>
                    <a:pt x="115062" y="0"/>
                  </a:lnTo>
                  <a:lnTo>
                    <a:pt x="230124" y="66294"/>
                  </a:lnTo>
                  <a:lnTo>
                    <a:pt x="230124" y="198882"/>
                  </a:lnTo>
                  <a:lnTo>
                    <a:pt x="115062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21224" y="1927923"/>
              <a:ext cx="749808" cy="78339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90210" y="2071877"/>
              <a:ext cx="230124" cy="26517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490210" y="2071877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6"/>
                  </a:moveTo>
                  <a:lnTo>
                    <a:pt x="0" y="198882"/>
                  </a:lnTo>
                  <a:lnTo>
                    <a:pt x="0" y="66294"/>
                  </a:lnTo>
                  <a:lnTo>
                    <a:pt x="115062" y="0"/>
                  </a:lnTo>
                  <a:lnTo>
                    <a:pt x="230124" y="66294"/>
                  </a:lnTo>
                  <a:lnTo>
                    <a:pt x="230124" y="198882"/>
                  </a:lnTo>
                  <a:lnTo>
                    <a:pt x="115062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05272" y="1927923"/>
              <a:ext cx="749808" cy="78339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74258" y="2071877"/>
              <a:ext cx="230124" cy="26517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874258" y="2071877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6"/>
                  </a:moveTo>
                  <a:lnTo>
                    <a:pt x="0" y="198882"/>
                  </a:lnTo>
                  <a:lnTo>
                    <a:pt x="0" y="66294"/>
                  </a:lnTo>
                  <a:lnTo>
                    <a:pt x="115062" y="0"/>
                  </a:lnTo>
                  <a:lnTo>
                    <a:pt x="230124" y="66294"/>
                  </a:lnTo>
                  <a:lnTo>
                    <a:pt x="230124" y="198882"/>
                  </a:lnTo>
                  <a:lnTo>
                    <a:pt x="115062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90844" y="1927923"/>
              <a:ext cx="749807" cy="78339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259830" y="2071877"/>
              <a:ext cx="230124" cy="26517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259830" y="2071877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6"/>
                  </a:moveTo>
                  <a:lnTo>
                    <a:pt x="0" y="198882"/>
                  </a:lnTo>
                  <a:lnTo>
                    <a:pt x="0" y="66294"/>
                  </a:lnTo>
                  <a:lnTo>
                    <a:pt x="115062" y="0"/>
                  </a:lnTo>
                  <a:lnTo>
                    <a:pt x="230124" y="66294"/>
                  </a:lnTo>
                  <a:lnTo>
                    <a:pt x="230124" y="198882"/>
                  </a:lnTo>
                  <a:lnTo>
                    <a:pt x="115062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37176" y="2241867"/>
              <a:ext cx="749808" cy="78339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06162" y="2385821"/>
              <a:ext cx="230124" cy="265175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106162" y="2385821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2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21224" y="2241867"/>
              <a:ext cx="749808" cy="78339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90210" y="2385821"/>
              <a:ext cx="230124" cy="265175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5490210" y="2385821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2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05272" y="2241867"/>
              <a:ext cx="749808" cy="78339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74258" y="2385821"/>
              <a:ext cx="230124" cy="265175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5874258" y="2385821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2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90844" y="2241867"/>
              <a:ext cx="749807" cy="78339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59830" y="2385821"/>
              <a:ext cx="230124" cy="265175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259830" y="2385821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2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28032" y="2749359"/>
              <a:ext cx="749808" cy="783399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97018" y="2893313"/>
              <a:ext cx="230124" cy="265175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5097018" y="289331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2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13604" y="2749359"/>
              <a:ext cx="749808" cy="783399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82590" y="2893313"/>
              <a:ext cx="230124" cy="265175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5482590" y="289331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2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7652" y="2749359"/>
              <a:ext cx="749808" cy="783399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66638" y="2893313"/>
              <a:ext cx="230124" cy="265175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5866638" y="289331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2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81700" y="2749359"/>
              <a:ext cx="749807" cy="783399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50686" y="2893313"/>
              <a:ext cx="230124" cy="265175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6250686" y="289331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2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2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43272" y="3061779"/>
              <a:ext cx="749808" cy="783399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12258" y="3205733"/>
              <a:ext cx="230124" cy="265176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5112258" y="320573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29">
                  <a:moveTo>
                    <a:pt x="115062" y="265176"/>
                  </a:moveTo>
                  <a:lnTo>
                    <a:pt x="0" y="198882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2"/>
                  </a:lnTo>
                  <a:lnTo>
                    <a:pt x="115062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8" name="object 6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28844" y="3061779"/>
              <a:ext cx="749808" cy="783399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97830" y="3205733"/>
              <a:ext cx="230124" cy="265176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5497830" y="320573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29">
                  <a:moveTo>
                    <a:pt x="115062" y="265176"/>
                  </a:moveTo>
                  <a:lnTo>
                    <a:pt x="0" y="198882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2"/>
                  </a:lnTo>
                  <a:lnTo>
                    <a:pt x="115062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7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12892" y="3061779"/>
              <a:ext cx="749808" cy="783399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81878" y="3205733"/>
              <a:ext cx="230124" cy="265176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5881878" y="320573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29">
                  <a:moveTo>
                    <a:pt x="115062" y="265176"/>
                  </a:moveTo>
                  <a:lnTo>
                    <a:pt x="0" y="198882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2"/>
                  </a:lnTo>
                  <a:lnTo>
                    <a:pt x="115062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96940" y="3061779"/>
              <a:ext cx="749808" cy="783399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65926" y="3205733"/>
              <a:ext cx="230124" cy="265176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6265926" y="320573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29">
                  <a:moveTo>
                    <a:pt x="115062" y="265176"/>
                  </a:moveTo>
                  <a:lnTo>
                    <a:pt x="0" y="198882"/>
                  </a:lnTo>
                  <a:lnTo>
                    <a:pt x="0" y="66293"/>
                  </a:lnTo>
                  <a:lnTo>
                    <a:pt x="115062" y="0"/>
                  </a:lnTo>
                  <a:lnTo>
                    <a:pt x="230124" y="66293"/>
                  </a:lnTo>
                  <a:lnTo>
                    <a:pt x="230124" y="198882"/>
                  </a:lnTo>
                  <a:lnTo>
                    <a:pt x="115062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47460" y="2749359"/>
              <a:ext cx="749808" cy="783399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16446" y="2893313"/>
              <a:ext cx="230124" cy="265175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6616446" y="289331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1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1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1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0" name="object 8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31508" y="2749359"/>
              <a:ext cx="749807" cy="783399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000494" y="2893313"/>
              <a:ext cx="230124" cy="265175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7000494" y="289331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1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1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1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15555" y="2749359"/>
              <a:ext cx="749807" cy="783399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84542" y="2893313"/>
              <a:ext cx="230124" cy="265175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7384542" y="289331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1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1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1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01127" y="2749359"/>
              <a:ext cx="749807" cy="783399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770114" y="2893313"/>
              <a:ext cx="230124" cy="265175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7770114" y="289331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30">
                  <a:moveTo>
                    <a:pt x="115061" y="265175"/>
                  </a:moveTo>
                  <a:lnTo>
                    <a:pt x="0" y="198881"/>
                  </a:lnTo>
                  <a:lnTo>
                    <a:pt x="0" y="66293"/>
                  </a:lnTo>
                  <a:lnTo>
                    <a:pt x="115061" y="0"/>
                  </a:lnTo>
                  <a:lnTo>
                    <a:pt x="230124" y="66293"/>
                  </a:lnTo>
                  <a:lnTo>
                    <a:pt x="230124" y="198881"/>
                  </a:lnTo>
                  <a:lnTo>
                    <a:pt x="115061" y="265175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47460" y="3061779"/>
              <a:ext cx="749808" cy="783399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16446" y="3205733"/>
              <a:ext cx="230124" cy="265176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6616446" y="320573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29">
                  <a:moveTo>
                    <a:pt x="115061" y="265176"/>
                  </a:moveTo>
                  <a:lnTo>
                    <a:pt x="0" y="198882"/>
                  </a:lnTo>
                  <a:lnTo>
                    <a:pt x="0" y="66293"/>
                  </a:lnTo>
                  <a:lnTo>
                    <a:pt x="115061" y="0"/>
                  </a:lnTo>
                  <a:lnTo>
                    <a:pt x="230124" y="66293"/>
                  </a:lnTo>
                  <a:lnTo>
                    <a:pt x="230124" y="198882"/>
                  </a:lnTo>
                  <a:lnTo>
                    <a:pt x="115061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31508" y="3061779"/>
              <a:ext cx="749807" cy="783399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000494" y="3205733"/>
              <a:ext cx="230124" cy="265176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7000494" y="320573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29">
                  <a:moveTo>
                    <a:pt x="115061" y="265176"/>
                  </a:moveTo>
                  <a:lnTo>
                    <a:pt x="0" y="198882"/>
                  </a:lnTo>
                  <a:lnTo>
                    <a:pt x="0" y="66293"/>
                  </a:lnTo>
                  <a:lnTo>
                    <a:pt x="115061" y="0"/>
                  </a:lnTo>
                  <a:lnTo>
                    <a:pt x="230124" y="66293"/>
                  </a:lnTo>
                  <a:lnTo>
                    <a:pt x="230124" y="198882"/>
                  </a:lnTo>
                  <a:lnTo>
                    <a:pt x="115061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15555" y="3061779"/>
              <a:ext cx="749807" cy="783399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84542" y="3205733"/>
              <a:ext cx="230124" cy="265176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7384542" y="320573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29">
                  <a:moveTo>
                    <a:pt x="115061" y="265176"/>
                  </a:moveTo>
                  <a:lnTo>
                    <a:pt x="0" y="198882"/>
                  </a:lnTo>
                  <a:lnTo>
                    <a:pt x="0" y="66293"/>
                  </a:lnTo>
                  <a:lnTo>
                    <a:pt x="115061" y="0"/>
                  </a:lnTo>
                  <a:lnTo>
                    <a:pt x="230124" y="66293"/>
                  </a:lnTo>
                  <a:lnTo>
                    <a:pt x="230124" y="198882"/>
                  </a:lnTo>
                  <a:lnTo>
                    <a:pt x="115061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8" name="object 9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01127" y="3061779"/>
              <a:ext cx="749807" cy="783399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70114" y="3205733"/>
              <a:ext cx="230124" cy="265176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7770114" y="3205733"/>
              <a:ext cx="230504" cy="265430"/>
            </a:xfrm>
            <a:custGeom>
              <a:avLst/>
              <a:gdLst/>
              <a:ahLst/>
              <a:cxnLst/>
              <a:rect l="l" t="t" r="r" b="b"/>
              <a:pathLst>
                <a:path w="230504" h="265429">
                  <a:moveTo>
                    <a:pt x="115061" y="265176"/>
                  </a:moveTo>
                  <a:lnTo>
                    <a:pt x="0" y="198882"/>
                  </a:lnTo>
                  <a:lnTo>
                    <a:pt x="0" y="66293"/>
                  </a:lnTo>
                  <a:lnTo>
                    <a:pt x="115061" y="0"/>
                  </a:lnTo>
                  <a:lnTo>
                    <a:pt x="230124" y="66293"/>
                  </a:lnTo>
                  <a:lnTo>
                    <a:pt x="230124" y="198882"/>
                  </a:lnTo>
                  <a:lnTo>
                    <a:pt x="115061" y="26517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4672710" y="2183333"/>
            <a:ext cx="1212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90" dirty="0">
                <a:solidFill>
                  <a:srgbClr val="00C3FF"/>
                </a:solidFill>
                <a:latin typeface="Trebuchet MS"/>
                <a:cs typeface="Trebuchet MS"/>
              </a:rPr>
              <a:t>L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2954527" y="2171826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0" dirty="0">
                <a:solidFill>
                  <a:srgbClr val="00C3FF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3229101" y="2790266"/>
            <a:ext cx="1397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0" dirty="0">
                <a:solidFill>
                  <a:srgbClr val="00C3FF"/>
                </a:solidFill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3972814" y="3421507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0" dirty="0">
                <a:solidFill>
                  <a:srgbClr val="00C3FF"/>
                </a:solidFill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6932168" y="2218689"/>
            <a:ext cx="1390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50" dirty="0">
                <a:solidFill>
                  <a:srgbClr val="00C3FF"/>
                </a:solidFill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8119364" y="3033522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25" dirty="0">
                <a:solidFill>
                  <a:srgbClr val="00C3FF"/>
                </a:solidFill>
                <a:latin typeface="Arial"/>
                <a:cs typeface="Arial"/>
              </a:rPr>
              <a:t>16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4566665" y="3000247"/>
            <a:ext cx="2374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solidFill>
                  <a:srgbClr val="00C3FF"/>
                </a:solidFill>
                <a:latin typeface="Trebuchet MS"/>
                <a:cs typeface="Trebuchet MS"/>
              </a:rPr>
              <a:t>XL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4517897" y="3813759"/>
            <a:ext cx="3492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70" dirty="0">
                <a:solidFill>
                  <a:srgbClr val="00C3FF"/>
                </a:solidFill>
                <a:latin typeface="Trebuchet MS"/>
                <a:cs typeface="Trebuchet MS"/>
              </a:rPr>
              <a:t>4XL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5683122" y="3813759"/>
            <a:ext cx="363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25" dirty="0">
                <a:solidFill>
                  <a:srgbClr val="00C3FF"/>
                </a:solidFill>
                <a:latin typeface="Arial"/>
                <a:cs typeface="Arial"/>
              </a:rPr>
              <a:t>128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91895">
              <a:lnSpc>
                <a:spcPct val="100000"/>
              </a:lnSpc>
              <a:spcBef>
                <a:spcPts val="105"/>
              </a:spcBef>
            </a:pPr>
            <a:r>
              <a:rPr dirty="0"/>
              <a:t>Snowflake</a:t>
            </a:r>
            <a:r>
              <a:rPr spc="-10" dirty="0"/>
              <a:t> Pricing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02791" y="1274063"/>
            <a:ext cx="2505075" cy="1650364"/>
            <a:chOff x="1002791" y="1274063"/>
            <a:chExt cx="2505075" cy="165036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2791" y="1274063"/>
              <a:ext cx="2504567" cy="164998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9689" y="1428750"/>
              <a:ext cx="1871472" cy="10180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29689" y="1428750"/>
              <a:ext cx="1871980" cy="1018540"/>
            </a:xfrm>
            <a:custGeom>
              <a:avLst/>
              <a:gdLst/>
              <a:ahLst/>
              <a:cxnLst/>
              <a:rect l="l" t="t" r="r" b="b"/>
              <a:pathLst>
                <a:path w="1871980" h="1018539">
                  <a:moveTo>
                    <a:pt x="0" y="509016"/>
                  </a:moveTo>
                  <a:lnTo>
                    <a:pt x="254507" y="0"/>
                  </a:lnTo>
                  <a:lnTo>
                    <a:pt x="1616964" y="0"/>
                  </a:lnTo>
                  <a:lnTo>
                    <a:pt x="1871472" y="509016"/>
                  </a:lnTo>
                  <a:lnTo>
                    <a:pt x="1616964" y="1018032"/>
                  </a:lnTo>
                  <a:lnTo>
                    <a:pt x="254507" y="1018032"/>
                  </a:lnTo>
                  <a:lnTo>
                    <a:pt x="0" y="50901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40535" y="1867357"/>
            <a:ext cx="10464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90" dirty="0">
                <a:solidFill>
                  <a:srgbClr val="00C3FF"/>
                </a:solidFill>
                <a:latin typeface="Trebuchet MS"/>
                <a:cs typeface="Trebuchet MS"/>
              </a:rPr>
              <a:t>On</a:t>
            </a:r>
            <a:r>
              <a:rPr sz="1600" b="1" spc="-120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30" dirty="0">
                <a:solidFill>
                  <a:srgbClr val="00C3FF"/>
                </a:solidFill>
                <a:latin typeface="Trebuchet MS"/>
                <a:cs typeface="Trebuchet MS"/>
              </a:rPr>
              <a:t>Demand</a:t>
            </a:r>
            <a:endParaRPr sz="1600">
              <a:latin typeface="Trebuchet MS"/>
              <a:cs typeface="Trebuchet MS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Storage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3755" y="1544809"/>
            <a:ext cx="339865" cy="357196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388864" y="1275587"/>
            <a:ext cx="2505075" cy="1648460"/>
            <a:chOff x="5388864" y="1275587"/>
            <a:chExt cx="2505075" cy="164846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88864" y="1275587"/>
              <a:ext cx="2504567" cy="16484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15762" y="1430273"/>
              <a:ext cx="1871471" cy="101650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715762" y="1430273"/>
              <a:ext cx="1871980" cy="1016635"/>
            </a:xfrm>
            <a:custGeom>
              <a:avLst/>
              <a:gdLst/>
              <a:ahLst/>
              <a:cxnLst/>
              <a:rect l="l" t="t" r="r" b="b"/>
              <a:pathLst>
                <a:path w="1871979" h="1016635">
                  <a:moveTo>
                    <a:pt x="0" y="508253"/>
                  </a:moveTo>
                  <a:lnTo>
                    <a:pt x="254126" y="0"/>
                  </a:lnTo>
                  <a:lnTo>
                    <a:pt x="1617344" y="0"/>
                  </a:lnTo>
                  <a:lnTo>
                    <a:pt x="1871471" y="508253"/>
                  </a:lnTo>
                  <a:lnTo>
                    <a:pt x="1617344" y="1016507"/>
                  </a:lnTo>
                  <a:lnTo>
                    <a:pt x="254126" y="1016507"/>
                  </a:lnTo>
                  <a:lnTo>
                    <a:pt x="0" y="508253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282944" y="1867357"/>
            <a:ext cx="7689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70" dirty="0">
                <a:solidFill>
                  <a:srgbClr val="00C3FF"/>
                </a:solidFill>
                <a:latin typeface="Trebuchet MS"/>
                <a:cs typeface="Trebuchet MS"/>
              </a:rPr>
              <a:t>Capacity</a:t>
            </a:r>
            <a:endParaRPr sz="1600">
              <a:latin typeface="Trebuchet MS"/>
              <a:cs typeface="Trebuchet MS"/>
            </a:endParaRPr>
          </a:p>
          <a:p>
            <a:pPr marL="64135">
              <a:lnSpc>
                <a:spcPct val="100000"/>
              </a:lnSpc>
              <a:spcBef>
                <a:spcPts val="5"/>
              </a:spcBef>
            </a:pPr>
            <a:r>
              <a:rPr sz="1600" b="1" spc="-25" dirty="0">
                <a:solidFill>
                  <a:srgbClr val="00C3FF"/>
                </a:solidFill>
                <a:latin typeface="Trebuchet MS"/>
                <a:cs typeface="Trebuchet MS"/>
              </a:rPr>
              <a:t>Storage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97223" y="982980"/>
            <a:ext cx="3093720" cy="1134110"/>
            <a:chOff x="3697223" y="982980"/>
            <a:chExt cx="3093720" cy="1134110"/>
          </a:xfrm>
        </p:grpSpPr>
        <p:sp>
          <p:nvSpPr>
            <p:cNvPr id="15" name="object 15"/>
            <p:cNvSpPr/>
            <p:nvPr/>
          </p:nvSpPr>
          <p:spPr>
            <a:xfrm>
              <a:off x="6561048" y="1505203"/>
              <a:ext cx="229870" cy="360680"/>
            </a:xfrm>
            <a:custGeom>
              <a:avLst/>
              <a:gdLst/>
              <a:ahLst/>
              <a:cxnLst/>
              <a:rect l="l" t="t" r="r" b="b"/>
              <a:pathLst>
                <a:path w="229870" h="360680">
                  <a:moveTo>
                    <a:pt x="81978" y="5486"/>
                  </a:moveTo>
                  <a:lnTo>
                    <a:pt x="76504" y="0"/>
                  </a:lnTo>
                  <a:lnTo>
                    <a:pt x="62992" y="0"/>
                  </a:lnTo>
                  <a:lnTo>
                    <a:pt x="57505" y="5486"/>
                  </a:lnTo>
                  <a:lnTo>
                    <a:pt x="57505" y="19037"/>
                  </a:lnTo>
                  <a:lnTo>
                    <a:pt x="62992" y="24561"/>
                  </a:lnTo>
                  <a:lnTo>
                    <a:pt x="76504" y="24561"/>
                  </a:lnTo>
                  <a:lnTo>
                    <a:pt x="81978" y="19037"/>
                  </a:lnTo>
                  <a:lnTo>
                    <a:pt x="81978" y="12280"/>
                  </a:lnTo>
                  <a:lnTo>
                    <a:pt x="81978" y="5486"/>
                  </a:lnTo>
                  <a:close/>
                </a:path>
                <a:path w="229870" h="360680">
                  <a:moveTo>
                    <a:pt x="106451" y="73685"/>
                  </a:moveTo>
                  <a:lnTo>
                    <a:pt x="104533" y="64122"/>
                  </a:lnTo>
                  <a:lnTo>
                    <a:pt x="99288" y="56311"/>
                  </a:lnTo>
                  <a:lnTo>
                    <a:pt x="91503" y="51054"/>
                  </a:lnTo>
                  <a:lnTo>
                    <a:pt x="81978" y="49123"/>
                  </a:lnTo>
                  <a:lnTo>
                    <a:pt x="72453" y="51054"/>
                  </a:lnTo>
                  <a:lnTo>
                    <a:pt x="64681" y="56311"/>
                  </a:lnTo>
                  <a:lnTo>
                    <a:pt x="59436" y="64122"/>
                  </a:lnTo>
                  <a:lnTo>
                    <a:pt x="57505" y="73685"/>
                  </a:lnTo>
                  <a:lnTo>
                    <a:pt x="59436" y="83248"/>
                  </a:lnTo>
                  <a:lnTo>
                    <a:pt x="64681" y="91059"/>
                  </a:lnTo>
                  <a:lnTo>
                    <a:pt x="72453" y="96316"/>
                  </a:lnTo>
                  <a:lnTo>
                    <a:pt x="81978" y="98247"/>
                  </a:lnTo>
                  <a:lnTo>
                    <a:pt x="91503" y="96316"/>
                  </a:lnTo>
                  <a:lnTo>
                    <a:pt x="99288" y="91059"/>
                  </a:lnTo>
                  <a:lnTo>
                    <a:pt x="104533" y="83248"/>
                  </a:lnTo>
                  <a:lnTo>
                    <a:pt x="106451" y="73685"/>
                  </a:lnTo>
                  <a:close/>
                </a:path>
                <a:path w="229870" h="360680">
                  <a:moveTo>
                    <a:pt x="151320" y="79184"/>
                  </a:moveTo>
                  <a:lnTo>
                    <a:pt x="145846" y="73685"/>
                  </a:lnTo>
                  <a:lnTo>
                    <a:pt x="132321" y="73685"/>
                  </a:lnTo>
                  <a:lnTo>
                    <a:pt x="126847" y="79184"/>
                  </a:lnTo>
                  <a:lnTo>
                    <a:pt x="126847" y="92748"/>
                  </a:lnTo>
                  <a:lnTo>
                    <a:pt x="132321" y="98247"/>
                  </a:lnTo>
                  <a:lnTo>
                    <a:pt x="145846" y="98247"/>
                  </a:lnTo>
                  <a:lnTo>
                    <a:pt x="151320" y="92748"/>
                  </a:lnTo>
                  <a:lnTo>
                    <a:pt x="151320" y="85966"/>
                  </a:lnTo>
                  <a:lnTo>
                    <a:pt x="151320" y="79184"/>
                  </a:lnTo>
                  <a:close/>
                </a:path>
                <a:path w="229870" h="360680">
                  <a:moveTo>
                    <a:pt x="163550" y="23710"/>
                  </a:moveTo>
                  <a:lnTo>
                    <a:pt x="156248" y="16370"/>
                  </a:lnTo>
                  <a:lnTo>
                    <a:pt x="138226" y="16370"/>
                  </a:lnTo>
                  <a:lnTo>
                    <a:pt x="130924" y="23710"/>
                  </a:lnTo>
                  <a:lnTo>
                    <a:pt x="130924" y="41783"/>
                  </a:lnTo>
                  <a:lnTo>
                    <a:pt x="138226" y="49123"/>
                  </a:lnTo>
                  <a:lnTo>
                    <a:pt x="156248" y="49123"/>
                  </a:lnTo>
                  <a:lnTo>
                    <a:pt x="163550" y="41783"/>
                  </a:lnTo>
                  <a:lnTo>
                    <a:pt x="163550" y="32753"/>
                  </a:lnTo>
                  <a:lnTo>
                    <a:pt x="163550" y="23710"/>
                  </a:lnTo>
                  <a:close/>
                </a:path>
                <a:path w="229870" h="360680">
                  <a:moveTo>
                    <a:pt x="229628" y="120357"/>
                  </a:moveTo>
                  <a:lnTo>
                    <a:pt x="228409" y="116674"/>
                  </a:lnTo>
                  <a:lnTo>
                    <a:pt x="227584" y="112991"/>
                  </a:lnTo>
                  <a:lnTo>
                    <a:pt x="224320" y="110540"/>
                  </a:lnTo>
                  <a:lnTo>
                    <a:pt x="201485" y="110540"/>
                  </a:lnTo>
                  <a:lnTo>
                    <a:pt x="201485" y="126911"/>
                  </a:lnTo>
                  <a:lnTo>
                    <a:pt x="198628" y="132232"/>
                  </a:lnTo>
                  <a:lnTo>
                    <a:pt x="196176" y="139192"/>
                  </a:lnTo>
                  <a:lnTo>
                    <a:pt x="196176" y="155168"/>
                  </a:lnTo>
                  <a:lnTo>
                    <a:pt x="185369" y="151231"/>
                  </a:lnTo>
                  <a:lnTo>
                    <a:pt x="172427" y="147383"/>
                  </a:lnTo>
                  <a:lnTo>
                    <a:pt x="171716" y="147243"/>
                  </a:lnTo>
                  <a:lnTo>
                    <a:pt x="171716" y="180136"/>
                  </a:lnTo>
                  <a:lnTo>
                    <a:pt x="171716" y="196519"/>
                  </a:lnTo>
                  <a:lnTo>
                    <a:pt x="171716" y="327545"/>
                  </a:lnTo>
                  <a:lnTo>
                    <a:pt x="122770" y="327545"/>
                  </a:lnTo>
                  <a:lnTo>
                    <a:pt x="122770" y="311162"/>
                  </a:lnTo>
                  <a:lnTo>
                    <a:pt x="171716" y="311162"/>
                  </a:lnTo>
                  <a:lnTo>
                    <a:pt x="171716" y="294792"/>
                  </a:lnTo>
                  <a:lnTo>
                    <a:pt x="122770" y="294792"/>
                  </a:lnTo>
                  <a:lnTo>
                    <a:pt x="122770" y="278409"/>
                  </a:lnTo>
                  <a:lnTo>
                    <a:pt x="171716" y="278409"/>
                  </a:lnTo>
                  <a:lnTo>
                    <a:pt x="171716" y="262026"/>
                  </a:lnTo>
                  <a:lnTo>
                    <a:pt x="122770" y="262026"/>
                  </a:lnTo>
                  <a:lnTo>
                    <a:pt x="122770" y="245656"/>
                  </a:lnTo>
                  <a:lnTo>
                    <a:pt x="171716" y="245656"/>
                  </a:lnTo>
                  <a:lnTo>
                    <a:pt x="171716" y="229273"/>
                  </a:lnTo>
                  <a:lnTo>
                    <a:pt x="122770" y="229273"/>
                  </a:lnTo>
                  <a:lnTo>
                    <a:pt x="122770" y="212902"/>
                  </a:lnTo>
                  <a:lnTo>
                    <a:pt x="171716" y="212902"/>
                  </a:lnTo>
                  <a:lnTo>
                    <a:pt x="171716" y="196519"/>
                  </a:lnTo>
                  <a:lnTo>
                    <a:pt x="122770" y="196519"/>
                  </a:lnTo>
                  <a:lnTo>
                    <a:pt x="122770" y="180136"/>
                  </a:lnTo>
                  <a:lnTo>
                    <a:pt x="171716" y="180136"/>
                  </a:lnTo>
                  <a:lnTo>
                    <a:pt x="171716" y="147243"/>
                  </a:lnTo>
                  <a:lnTo>
                    <a:pt x="158102" y="144449"/>
                  </a:lnTo>
                  <a:lnTo>
                    <a:pt x="143154" y="143294"/>
                  </a:lnTo>
                  <a:lnTo>
                    <a:pt x="128104" y="143929"/>
                  </a:lnTo>
                  <a:lnTo>
                    <a:pt x="115430" y="145592"/>
                  </a:lnTo>
                  <a:lnTo>
                    <a:pt x="104267" y="147955"/>
                  </a:lnTo>
                  <a:lnTo>
                    <a:pt x="82130" y="153682"/>
                  </a:lnTo>
                  <a:lnTo>
                    <a:pt x="68922" y="156387"/>
                  </a:lnTo>
                  <a:lnTo>
                    <a:pt x="52971" y="158496"/>
                  </a:lnTo>
                  <a:lnTo>
                    <a:pt x="33032" y="159664"/>
                  </a:lnTo>
                  <a:lnTo>
                    <a:pt x="33032" y="139192"/>
                  </a:lnTo>
                  <a:lnTo>
                    <a:pt x="30594" y="132232"/>
                  </a:lnTo>
                  <a:lnTo>
                    <a:pt x="27736" y="126911"/>
                  </a:lnTo>
                  <a:lnTo>
                    <a:pt x="201485" y="126911"/>
                  </a:lnTo>
                  <a:lnTo>
                    <a:pt x="201485" y="110540"/>
                  </a:lnTo>
                  <a:lnTo>
                    <a:pt x="4889" y="110540"/>
                  </a:lnTo>
                  <a:lnTo>
                    <a:pt x="1625" y="112991"/>
                  </a:lnTo>
                  <a:lnTo>
                    <a:pt x="0" y="120357"/>
                  </a:lnTo>
                  <a:lnTo>
                    <a:pt x="1625" y="124040"/>
                  </a:lnTo>
                  <a:lnTo>
                    <a:pt x="4889" y="125679"/>
                  </a:lnTo>
                  <a:lnTo>
                    <a:pt x="17132" y="132651"/>
                  </a:lnTo>
                  <a:lnTo>
                    <a:pt x="17132" y="335737"/>
                  </a:lnTo>
                  <a:lnTo>
                    <a:pt x="19062" y="345274"/>
                  </a:lnTo>
                  <a:lnTo>
                    <a:pt x="24320" y="353085"/>
                  </a:lnTo>
                  <a:lnTo>
                    <a:pt x="32105" y="358368"/>
                  </a:lnTo>
                  <a:lnTo>
                    <a:pt x="41605" y="360299"/>
                  </a:lnTo>
                  <a:lnTo>
                    <a:pt x="188429" y="360299"/>
                  </a:lnTo>
                  <a:lnTo>
                    <a:pt x="197929" y="358368"/>
                  </a:lnTo>
                  <a:lnTo>
                    <a:pt x="205714" y="353085"/>
                  </a:lnTo>
                  <a:lnTo>
                    <a:pt x="210972" y="345274"/>
                  </a:lnTo>
                  <a:lnTo>
                    <a:pt x="212902" y="335737"/>
                  </a:lnTo>
                  <a:lnTo>
                    <a:pt x="212902" y="327545"/>
                  </a:lnTo>
                  <a:lnTo>
                    <a:pt x="212902" y="311162"/>
                  </a:lnTo>
                  <a:lnTo>
                    <a:pt x="212902" y="132651"/>
                  </a:lnTo>
                  <a:lnTo>
                    <a:pt x="222897" y="126911"/>
                  </a:lnTo>
                  <a:lnTo>
                    <a:pt x="224320" y="126098"/>
                  </a:lnTo>
                  <a:lnTo>
                    <a:pt x="224739" y="126098"/>
                  </a:lnTo>
                  <a:lnTo>
                    <a:pt x="227584" y="124040"/>
                  </a:lnTo>
                  <a:lnTo>
                    <a:pt x="229628" y="12035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97223" y="982980"/>
              <a:ext cx="1712976" cy="1133856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337686" y="2197100"/>
            <a:ext cx="233553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20" dirty="0">
                <a:solidFill>
                  <a:srgbClr val="D9D9D9"/>
                </a:solidFill>
                <a:latin typeface="Trebuchet MS"/>
                <a:cs typeface="Trebuchet MS"/>
              </a:rPr>
              <a:t>We</a:t>
            </a:r>
            <a:r>
              <a:rPr sz="11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think</a:t>
            </a:r>
            <a:r>
              <a:rPr sz="11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we</a:t>
            </a: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65" dirty="0">
                <a:solidFill>
                  <a:srgbClr val="D9D9D9"/>
                </a:solidFill>
                <a:latin typeface="Trebuchet MS"/>
                <a:cs typeface="Trebuchet MS"/>
              </a:rPr>
              <a:t>need</a:t>
            </a:r>
            <a:r>
              <a:rPr sz="11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1</a:t>
            </a:r>
            <a:r>
              <a:rPr sz="11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TB</a:t>
            </a: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1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0" dirty="0">
                <a:solidFill>
                  <a:srgbClr val="D9D9D9"/>
                </a:solidFill>
                <a:latin typeface="Trebuchet MS"/>
                <a:cs typeface="Trebuchet MS"/>
              </a:rPr>
              <a:t>storage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81757" y="4451400"/>
            <a:ext cx="2148205" cy="552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>
              <a:lnSpc>
                <a:spcPct val="157100"/>
              </a:lnSpc>
              <a:spcBef>
                <a:spcPts val="100"/>
              </a:spcBef>
            </a:pPr>
            <a:r>
              <a:rPr sz="1100" b="1" spc="-50" dirty="0">
                <a:solidFill>
                  <a:srgbClr val="00C3FF"/>
                </a:solidFill>
                <a:latin typeface="Trebuchet MS"/>
                <a:cs typeface="Trebuchet MS"/>
              </a:rPr>
              <a:t>Region:</a:t>
            </a:r>
            <a:r>
              <a:rPr sz="1100" b="1" spc="-45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00C3FF"/>
                </a:solidFill>
                <a:latin typeface="Trebuchet MS"/>
                <a:cs typeface="Trebuchet MS"/>
              </a:rPr>
              <a:t>US</a:t>
            </a:r>
            <a:r>
              <a:rPr sz="1100" b="1" spc="-50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100" b="1" spc="-20" dirty="0">
                <a:solidFill>
                  <a:srgbClr val="00C3FF"/>
                </a:solidFill>
                <a:latin typeface="Trebuchet MS"/>
                <a:cs typeface="Trebuchet MS"/>
              </a:rPr>
              <a:t>East</a:t>
            </a:r>
            <a:r>
              <a:rPr sz="1100" b="1" spc="-45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100" b="1" spc="-55" dirty="0">
                <a:solidFill>
                  <a:srgbClr val="00C3FF"/>
                </a:solidFill>
                <a:latin typeface="Trebuchet MS"/>
                <a:cs typeface="Trebuchet MS"/>
              </a:rPr>
              <a:t>(Northern</a:t>
            </a:r>
            <a:r>
              <a:rPr sz="1100" b="1" spc="-45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100" b="1" spc="-35" dirty="0">
                <a:solidFill>
                  <a:srgbClr val="00C3FF"/>
                </a:solidFill>
                <a:latin typeface="Trebuchet MS"/>
                <a:cs typeface="Trebuchet MS"/>
              </a:rPr>
              <a:t>Virginia) </a:t>
            </a:r>
            <a:r>
              <a:rPr sz="1100" b="1" spc="-50" dirty="0">
                <a:solidFill>
                  <a:srgbClr val="00C3FF"/>
                </a:solidFill>
                <a:latin typeface="Trebuchet MS"/>
                <a:cs typeface="Trebuchet MS"/>
              </a:rPr>
              <a:t>Platform:</a:t>
            </a:r>
            <a:r>
              <a:rPr sz="1100" b="1" spc="-40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00C3FF"/>
                </a:solidFill>
                <a:latin typeface="Trebuchet MS"/>
                <a:cs typeface="Trebuchet MS"/>
              </a:rPr>
              <a:t>AWS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45844" y="2639034"/>
            <a:ext cx="2381885" cy="53149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770"/>
              </a:spcBef>
              <a:buClr>
                <a:srgbClr val="99D3FF"/>
              </a:buClr>
              <a:buFont typeface="Wingdings"/>
              <a:buChar char=""/>
              <a:tabLst>
                <a:tab pos="299085" algn="l"/>
              </a:tabLst>
            </a:pP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Scenario</a:t>
            </a:r>
            <a:r>
              <a:rPr sz="11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85" dirty="0">
                <a:solidFill>
                  <a:srgbClr val="D9D9D9"/>
                </a:solidFill>
                <a:latin typeface="Trebuchet MS"/>
                <a:cs typeface="Trebuchet MS"/>
              </a:rPr>
              <a:t>1:</a:t>
            </a:r>
            <a:r>
              <a:rPr sz="11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100GB</a:t>
            </a:r>
            <a:r>
              <a:rPr sz="11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storage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0" dirty="0">
                <a:solidFill>
                  <a:srgbClr val="D9D9D9"/>
                </a:solidFill>
                <a:latin typeface="Trebuchet MS"/>
                <a:cs typeface="Trebuchet MS"/>
              </a:rPr>
              <a:t>used</a:t>
            </a:r>
            <a:endParaRPr sz="1100">
              <a:latin typeface="Trebuchet MS"/>
              <a:cs typeface="Trebuchet MS"/>
            </a:endParaRPr>
          </a:p>
          <a:p>
            <a:pPr marL="926465">
              <a:lnSpc>
                <a:spcPct val="100000"/>
              </a:lnSpc>
              <a:spcBef>
                <a:spcPts val="670"/>
              </a:spcBef>
            </a:pP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0.1</a:t>
            </a:r>
            <a:r>
              <a:rPr sz="11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TB</a:t>
            </a:r>
            <a:r>
              <a:rPr sz="11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100" dirty="0">
                <a:solidFill>
                  <a:srgbClr val="D9D9D9"/>
                </a:solidFill>
                <a:latin typeface="Trebuchet MS"/>
                <a:cs typeface="Trebuchet MS"/>
              </a:rPr>
              <a:t>x</a:t>
            </a:r>
            <a:r>
              <a:rPr sz="11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$40</a:t>
            </a:r>
            <a:r>
              <a:rPr sz="11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=</a:t>
            </a:r>
            <a:r>
              <a:rPr sz="11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$4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61228" y="2639034"/>
            <a:ext cx="2381885" cy="53149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770"/>
              </a:spcBef>
              <a:buClr>
                <a:srgbClr val="99D3FF"/>
              </a:buClr>
              <a:buFont typeface="Wingdings"/>
              <a:buChar char=""/>
              <a:tabLst>
                <a:tab pos="299085" algn="l"/>
              </a:tabLst>
            </a:pP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Scenario</a:t>
            </a:r>
            <a:r>
              <a:rPr sz="11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85" dirty="0">
                <a:solidFill>
                  <a:srgbClr val="D9D9D9"/>
                </a:solidFill>
                <a:latin typeface="Trebuchet MS"/>
                <a:cs typeface="Trebuchet MS"/>
              </a:rPr>
              <a:t>1:</a:t>
            </a:r>
            <a:r>
              <a:rPr sz="11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100GB</a:t>
            </a:r>
            <a:r>
              <a:rPr sz="11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storage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0" dirty="0">
                <a:solidFill>
                  <a:srgbClr val="D9D9D9"/>
                </a:solidFill>
                <a:latin typeface="Trebuchet MS"/>
                <a:cs typeface="Trebuchet MS"/>
              </a:rPr>
              <a:t>used</a:t>
            </a:r>
            <a:endParaRPr sz="11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670"/>
              </a:spcBef>
            </a:pP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1</a:t>
            </a:r>
            <a:r>
              <a:rPr sz="11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TB</a:t>
            </a:r>
            <a:r>
              <a:rPr sz="11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100" dirty="0">
                <a:solidFill>
                  <a:srgbClr val="D9D9D9"/>
                </a:solidFill>
                <a:latin typeface="Trebuchet MS"/>
                <a:cs typeface="Trebuchet MS"/>
              </a:rPr>
              <a:t>x</a:t>
            </a:r>
            <a:r>
              <a:rPr sz="11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$23</a:t>
            </a:r>
            <a:r>
              <a:rPr sz="11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=</a:t>
            </a:r>
            <a:r>
              <a:rPr sz="11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$23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45844" y="3288337"/>
            <a:ext cx="2381885" cy="53276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775"/>
              </a:spcBef>
              <a:buClr>
                <a:srgbClr val="99D3FF"/>
              </a:buClr>
              <a:buFont typeface="Wingdings"/>
              <a:buChar char=""/>
              <a:tabLst>
                <a:tab pos="299085" algn="l"/>
              </a:tabLst>
            </a:pP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Scenario</a:t>
            </a:r>
            <a:r>
              <a:rPr sz="11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85" dirty="0">
                <a:solidFill>
                  <a:srgbClr val="D9D9D9"/>
                </a:solidFill>
                <a:latin typeface="Trebuchet MS"/>
                <a:cs typeface="Trebuchet MS"/>
              </a:rPr>
              <a:t>2:</a:t>
            </a: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800GB</a:t>
            </a:r>
            <a:r>
              <a:rPr sz="11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storage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0" dirty="0">
                <a:solidFill>
                  <a:srgbClr val="D9D9D9"/>
                </a:solidFill>
                <a:latin typeface="Trebuchet MS"/>
                <a:cs typeface="Trebuchet MS"/>
              </a:rPr>
              <a:t>used</a:t>
            </a:r>
            <a:endParaRPr sz="1100">
              <a:latin typeface="Trebuchet MS"/>
              <a:cs typeface="Trebuchet MS"/>
            </a:endParaRPr>
          </a:p>
          <a:p>
            <a:pPr marL="926465">
              <a:lnSpc>
                <a:spcPct val="100000"/>
              </a:lnSpc>
              <a:spcBef>
                <a:spcPts val="675"/>
              </a:spcBef>
            </a:pP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0.8</a:t>
            </a:r>
            <a:r>
              <a:rPr sz="11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TB</a:t>
            </a:r>
            <a:r>
              <a:rPr sz="11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100" dirty="0">
                <a:solidFill>
                  <a:srgbClr val="D9D9D9"/>
                </a:solidFill>
                <a:latin typeface="Trebuchet MS"/>
                <a:cs typeface="Trebuchet MS"/>
              </a:rPr>
              <a:t>x</a:t>
            </a:r>
            <a:r>
              <a:rPr sz="11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$40</a:t>
            </a:r>
            <a:r>
              <a:rPr sz="11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=</a:t>
            </a:r>
            <a:r>
              <a:rPr sz="11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$32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61228" y="3300684"/>
            <a:ext cx="2381885" cy="53149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765"/>
              </a:spcBef>
              <a:buClr>
                <a:srgbClr val="99D3FF"/>
              </a:buClr>
              <a:buFont typeface="Wingdings"/>
              <a:buChar char=""/>
              <a:tabLst>
                <a:tab pos="299085" algn="l"/>
              </a:tabLst>
            </a:pP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Scenario</a:t>
            </a:r>
            <a:r>
              <a:rPr sz="11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85" dirty="0">
                <a:solidFill>
                  <a:srgbClr val="D9D9D9"/>
                </a:solidFill>
                <a:latin typeface="Trebuchet MS"/>
                <a:cs typeface="Trebuchet MS"/>
              </a:rPr>
              <a:t>2:</a:t>
            </a:r>
            <a:r>
              <a:rPr sz="11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800GB</a:t>
            </a:r>
            <a:r>
              <a:rPr sz="11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storage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0" dirty="0">
                <a:solidFill>
                  <a:srgbClr val="D9D9D9"/>
                </a:solidFill>
                <a:latin typeface="Trebuchet MS"/>
                <a:cs typeface="Trebuchet MS"/>
              </a:rPr>
              <a:t>used</a:t>
            </a:r>
            <a:endParaRPr sz="1100">
              <a:latin typeface="Trebuchet MS"/>
              <a:cs typeface="Trebuchet MS"/>
            </a:endParaRPr>
          </a:p>
          <a:p>
            <a:pPr marL="927100">
              <a:lnSpc>
                <a:spcPct val="100000"/>
              </a:lnSpc>
              <a:spcBef>
                <a:spcPts val="675"/>
              </a:spcBef>
            </a:pP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0.8</a:t>
            </a:r>
            <a:r>
              <a:rPr sz="11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TB</a:t>
            </a:r>
            <a:r>
              <a:rPr sz="11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100" dirty="0">
                <a:solidFill>
                  <a:srgbClr val="D9D9D9"/>
                </a:solidFill>
                <a:latin typeface="Trebuchet MS"/>
                <a:cs typeface="Trebuchet MS"/>
              </a:rPr>
              <a:t>x</a:t>
            </a:r>
            <a:r>
              <a:rPr sz="11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$40</a:t>
            </a:r>
            <a:r>
              <a:rPr sz="11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=</a:t>
            </a:r>
            <a:r>
              <a:rPr sz="11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$23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91895">
              <a:lnSpc>
                <a:spcPct val="100000"/>
              </a:lnSpc>
              <a:spcBef>
                <a:spcPts val="105"/>
              </a:spcBef>
            </a:pPr>
            <a:r>
              <a:rPr dirty="0"/>
              <a:t>Snowflake</a:t>
            </a:r>
            <a:r>
              <a:rPr spc="-10" dirty="0"/>
              <a:t> Pricing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02791" y="1274063"/>
            <a:ext cx="2505075" cy="1650364"/>
            <a:chOff x="1002791" y="1274063"/>
            <a:chExt cx="2505075" cy="165036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2791" y="1274063"/>
              <a:ext cx="2504567" cy="164998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9689" y="1428750"/>
              <a:ext cx="1871472" cy="10180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29689" y="1428750"/>
              <a:ext cx="1871980" cy="1018540"/>
            </a:xfrm>
            <a:custGeom>
              <a:avLst/>
              <a:gdLst/>
              <a:ahLst/>
              <a:cxnLst/>
              <a:rect l="l" t="t" r="r" b="b"/>
              <a:pathLst>
                <a:path w="1871980" h="1018539">
                  <a:moveTo>
                    <a:pt x="0" y="509016"/>
                  </a:moveTo>
                  <a:lnTo>
                    <a:pt x="254507" y="0"/>
                  </a:lnTo>
                  <a:lnTo>
                    <a:pt x="1616964" y="0"/>
                  </a:lnTo>
                  <a:lnTo>
                    <a:pt x="1871472" y="509016"/>
                  </a:lnTo>
                  <a:lnTo>
                    <a:pt x="1616964" y="1018032"/>
                  </a:lnTo>
                  <a:lnTo>
                    <a:pt x="254507" y="1018032"/>
                  </a:lnTo>
                  <a:lnTo>
                    <a:pt x="0" y="50901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40535" y="1867357"/>
            <a:ext cx="104648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90" dirty="0">
                <a:solidFill>
                  <a:srgbClr val="00C3FF"/>
                </a:solidFill>
                <a:latin typeface="Trebuchet MS"/>
                <a:cs typeface="Trebuchet MS"/>
              </a:rPr>
              <a:t>On</a:t>
            </a:r>
            <a:r>
              <a:rPr sz="1600" b="1" spc="-120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30" dirty="0">
                <a:solidFill>
                  <a:srgbClr val="00C3FF"/>
                </a:solidFill>
                <a:latin typeface="Trebuchet MS"/>
                <a:cs typeface="Trebuchet MS"/>
              </a:rPr>
              <a:t>Demand</a:t>
            </a:r>
            <a:endParaRPr sz="1600">
              <a:latin typeface="Trebuchet MS"/>
              <a:cs typeface="Trebuchet MS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Storage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3755" y="1544809"/>
            <a:ext cx="339865" cy="357196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388864" y="1275587"/>
            <a:ext cx="2505075" cy="1648460"/>
            <a:chOff x="5388864" y="1275587"/>
            <a:chExt cx="2505075" cy="164846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88864" y="1275587"/>
              <a:ext cx="2504567" cy="16484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15762" y="1430273"/>
              <a:ext cx="1871471" cy="101650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715762" y="1430273"/>
              <a:ext cx="1871980" cy="1016635"/>
            </a:xfrm>
            <a:custGeom>
              <a:avLst/>
              <a:gdLst/>
              <a:ahLst/>
              <a:cxnLst/>
              <a:rect l="l" t="t" r="r" b="b"/>
              <a:pathLst>
                <a:path w="1871979" h="1016635">
                  <a:moveTo>
                    <a:pt x="0" y="508253"/>
                  </a:moveTo>
                  <a:lnTo>
                    <a:pt x="254126" y="0"/>
                  </a:lnTo>
                  <a:lnTo>
                    <a:pt x="1617344" y="0"/>
                  </a:lnTo>
                  <a:lnTo>
                    <a:pt x="1871471" y="508253"/>
                  </a:lnTo>
                  <a:lnTo>
                    <a:pt x="1617344" y="1016507"/>
                  </a:lnTo>
                  <a:lnTo>
                    <a:pt x="254126" y="1016507"/>
                  </a:lnTo>
                  <a:lnTo>
                    <a:pt x="0" y="508253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282944" y="1867357"/>
            <a:ext cx="76898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70" dirty="0">
                <a:solidFill>
                  <a:srgbClr val="00C3FF"/>
                </a:solidFill>
                <a:latin typeface="Trebuchet MS"/>
                <a:cs typeface="Trebuchet MS"/>
              </a:rPr>
              <a:t>Capacity</a:t>
            </a:r>
            <a:endParaRPr sz="1600">
              <a:latin typeface="Trebuchet MS"/>
              <a:cs typeface="Trebuchet MS"/>
            </a:endParaRPr>
          </a:p>
          <a:p>
            <a:pPr marL="64135">
              <a:lnSpc>
                <a:spcPct val="100000"/>
              </a:lnSpc>
              <a:spcBef>
                <a:spcPts val="5"/>
              </a:spcBef>
            </a:pPr>
            <a:r>
              <a:rPr sz="1600" b="1" spc="-25" dirty="0">
                <a:solidFill>
                  <a:srgbClr val="00C3FF"/>
                </a:solidFill>
                <a:latin typeface="Trebuchet MS"/>
                <a:cs typeface="Trebuchet MS"/>
              </a:rPr>
              <a:t>Storage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97223" y="982980"/>
            <a:ext cx="3093720" cy="1134110"/>
            <a:chOff x="3697223" y="982980"/>
            <a:chExt cx="3093720" cy="1134110"/>
          </a:xfrm>
        </p:grpSpPr>
        <p:sp>
          <p:nvSpPr>
            <p:cNvPr id="15" name="object 15"/>
            <p:cNvSpPr/>
            <p:nvPr/>
          </p:nvSpPr>
          <p:spPr>
            <a:xfrm>
              <a:off x="6561048" y="1505203"/>
              <a:ext cx="229870" cy="360680"/>
            </a:xfrm>
            <a:custGeom>
              <a:avLst/>
              <a:gdLst/>
              <a:ahLst/>
              <a:cxnLst/>
              <a:rect l="l" t="t" r="r" b="b"/>
              <a:pathLst>
                <a:path w="229870" h="360680">
                  <a:moveTo>
                    <a:pt x="81978" y="5486"/>
                  </a:moveTo>
                  <a:lnTo>
                    <a:pt x="76504" y="0"/>
                  </a:lnTo>
                  <a:lnTo>
                    <a:pt x="62992" y="0"/>
                  </a:lnTo>
                  <a:lnTo>
                    <a:pt x="57505" y="5486"/>
                  </a:lnTo>
                  <a:lnTo>
                    <a:pt x="57505" y="19037"/>
                  </a:lnTo>
                  <a:lnTo>
                    <a:pt x="62992" y="24561"/>
                  </a:lnTo>
                  <a:lnTo>
                    <a:pt x="76504" y="24561"/>
                  </a:lnTo>
                  <a:lnTo>
                    <a:pt x="81978" y="19037"/>
                  </a:lnTo>
                  <a:lnTo>
                    <a:pt x="81978" y="12280"/>
                  </a:lnTo>
                  <a:lnTo>
                    <a:pt x="81978" y="5486"/>
                  </a:lnTo>
                  <a:close/>
                </a:path>
                <a:path w="229870" h="360680">
                  <a:moveTo>
                    <a:pt x="106451" y="73685"/>
                  </a:moveTo>
                  <a:lnTo>
                    <a:pt x="104533" y="64122"/>
                  </a:lnTo>
                  <a:lnTo>
                    <a:pt x="99288" y="56311"/>
                  </a:lnTo>
                  <a:lnTo>
                    <a:pt x="91503" y="51054"/>
                  </a:lnTo>
                  <a:lnTo>
                    <a:pt x="81978" y="49123"/>
                  </a:lnTo>
                  <a:lnTo>
                    <a:pt x="72453" y="51054"/>
                  </a:lnTo>
                  <a:lnTo>
                    <a:pt x="64681" y="56311"/>
                  </a:lnTo>
                  <a:lnTo>
                    <a:pt x="59436" y="64122"/>
                  </a:lnTo>
                  <a:lnTo>
                    <a:pt x="57505" y="73685"/>
                  </a:lnTo>
                  <a:lnTo>
                    <a:pt x="59436" y="83248"/>
                  </a:lnTo>
                  <a:lnTo>
                    <a:pt x="64681" y="91059"/>
                  </a:lnTo>
                  <a:lnTo>
                    <a:pt x="72453" y="96316"/>
                  </a:lnTo>
                  <a:lnTo>
                    <a:pt x="81978" y="98247"/>
                  </a:lnTo>
                  <a:lnTo>
                    <a:pt x="91503" y="96316"/>
                  </a:lnTo>
                  <a:lnTo>
                    <a:pt x="99288" y="91059"/>
                  </a:lnTo>
                  <a:lnTo>
                    <a:pt x="104533" y="83248"/>
                  </a:lnTo>
                  <a:lnTo>
                    <a:pt x="106451" y="73685"/>
                  </a:lnTo>
                  <a:close/>
                </a:path>
                <a:path w="229870" h="360680">
                  <a:moveTo>
                    <a:pt x="151320" y="79184"/>
                  </a:moveTo>
                  <a:lnTo>
                    <a:pt x="145846" y="73685"/>
                  </a:lnTo>
                  <a:lnTo>
                    <a:pt x="132321" y="73685"/>
                  </a:lnTo>
                  <a:lnTo>
                    <a:pt x="126847" y="79184"/>
                  </a:lnTo>
                  <a:lnTo>
                    <a:pt x="126847" y="92748"/>
                  </a:lnTo>
                  <a:lnTo>
                    <a:pt x="132321" y="98247"/>
                  </a:lnTo>
                  <a:lnTo>
                    <a:pt x="145846" y="98247"/>
                  </a:lnTo>
                  <a:lnTo>
                    <a:pt x="151320" y="92748"/>
                  </a:lnTo>
                  <a:lnTo>
                    <a:pt x="151320" y="85966"/>
                  </a:lnTo>
                  <a:lnTo>
                    <a:pt x="151320" y="79184"/>
                  </a:lnTo>
                  <a:close/>
                </a:path>
                <a:path w="229870" h="360680">
                  <a:moveTo>
                    <a:pt x="163550" y="23710"/>
                  </a:moveTo>
                  <a:lnTo>
                    <a:pt x="156248" y="16370"/>
                  </a:lnTo>
                  <a:lnTo>
                    <a:pt x="138226" y="16370"/>
                  </a:lnTo>
                  <a:lnTo>
                    <a:pt x="130924" y="23710"/>
                  </a:lnTo>
                  <a:lnTo>
                    <a:pt x="130924" y="41783"/>
                  </a:lnTo>
                  <a:lnTo>
                    <a:pt x="138226" y="49123"/>
                  </a:lnTo>
                  <a:lnTo>
                    <a:pt x="156248" y="49123"/>
                  </a:lnTo>
                  <a:lnTo>
                    <a:pt x="163550" y="41783"/>
                  </a:lnTo>
                  <a:lnTo>
                    <a:pt x="163550" y="32753"/>
                  </a:lnTo>
                  <a:lnTo>
                    <a:pt x="163550" y="23710"/>
                  </a:lnTo>
                  <a:close/>
                </a:path>
                <a:path w="229870" h="360680">
                  <a:moveTo>
                    <a:pt x="229628" y="120357"/>
                  </a:moveTo>
                  <a:lnTo>
                    <a:pt x="228409" y="116674"/>
                  </a:lnTo>
                  <a:lnTo>
                    <a:pt x="227584" y="112991"/>
                  </a:lnTo>
                  <a:lnTo>
                    <a:pt x="224320" y="110540"/>
                  </a:lnTo>
                  <a:lnTo>
                    <a:pt x="201485" y="110540"/>
                  </a:lnTo>
                  <a:lnTo>
                    <a:pt x="201485" y="126911"/>
                  </a:lnTo>
                  <a:lnTo>
                    <a:pt x="198628" y="132232"/>
                  </a:lnTo>
                  <a:lnTo>
                    <a:pt x="196176" y="139192"/>
                  </a:lnTo>
                  <a:lnTo>
                    <a:pt x="196176" y="155168"/>
                  </a:lnTo>
                  <a:lnTo>
                    <a:pt x="185369" y="151231"/>
                  </a:lnTo>
                  <a:lnTo>
                    <a:pt x="172427" y="147383"/>
                  </a:lnTo>
                  <a:lnTo>
                    <a:pt x="171716" y="147243"/>
                  </a:lnTo>
                  <a:lnTo>
                    <a:pt x="171716" y="180136"/>
                  </a:lnTo>
                  <a:lnTo>
                    <a:pt x="171716" y="196519"/>
                  </a:lnTo>
                  <a:lnTo>
                    <a:pt x="171716" y="327545"/>
                  </a:lnTo>
                  <a:lnTo>
                    <a:pt x="122770" y="327545"/>
                  </a:lnTo>
                  <a:lnTo>
                    <a:pt x="122770" y="311162"/>
                  </a:lnTo>
                  <a:lnTo>
                    <a:pt x="171716" y="311162"/>
                  </a:lnTo>
                  <a:lnTo>
                    <a:pt x="171716" y="294792"/>
                  </a:lnTo>
                  <a:lnTo>
                    <a:pt x="122770" y="294792"/>
                  </a:lnTo>
                  <a:lnTo>
                    <a:pt x="122770" y="278409"/>
                  </a:lnTo>
                  <a:lnTo>
                    <a:pt x="171716" y="278409"/>
                  </a:lnTo>
                  <a:lnTo>
                    <a:pt x="171716" y="262026"/>
                  </a:lnTo>
                  <a:lnTo>
                    <a:pt x="122770" y="262026"/>
                  </a:lnTo>
                  <a:lnTo>
                    <a:pt x="122770" y="245656"/>
                  </a:lnTo>
                  <a:lnTo>
                    <a:pt x="171716" y="245656"/>
                  </a:lnTo>
                  <a:lnTo>
                    <a:pt x="171716" y="229273"/>
                  </a:lnTo>
                  <a:lnTo>
                    <a:pt x="122770" y="229273"/>
                  </a:lnTo>
                  <a:lnTo>
                    <a:pt x="122770" y="212902"/>
                  </a:lnTo>
                  <a:lnTo>
                    <a:pt x="171716" y="212902"/>
                  </a:lnTo>
                  <a:lnTo>
                    <a:pt x="171716" y="196519"/>
                  </a:lnTo>
                  <a:lnTo>
                    <a:pt x="122770" y="196519"/>
                  </a:lnTo>
                  <a:lnTo>
                    <a:pt x="122770" y="180136"/>
                  </a:lnTo>
                  <a:lnTo>
                    <a:pt x="171716" y="180136"/>
                  </a:lnTo>
                  <a:lnTo>
                    <a:pt x="171716" y="147243"/>
                  </a:lnTo>
                  <a:lnTo>
                    <a:pt x="158102" y="144449"/>
                  </a:lnTo>
                  <a:lnTo>
                    <a:pt x="143154" y="143294"/>
                  </a:lnTo>
                  <a:lnTo>
                    <a:pt x="128104" y="143929"/>
                  </a:lnTo>
                  <a:lnTo>
                    <a:pt x="115430" y="145592"/>
                  </a:lnTo>
                  <a:lnTo>
                    <a:pt x="104267" y="147955"/>
                  </a:lnTo>
                  <a:lnTo>
                    <a:pt x="82130" y="153682"/>
                  </a:lnTo>
                  <a:lnTo>
                    <a:pt x="68922" y="156387"/>
                  </a:lnTo>
                  <a:lnTo>
                    <a:pt x="52971" y="158496"/>
                  </a:lnTo>
                  <a:lnTo>
                    <a:pt x="33032" y="159664"/>
                  </a:lnTo>
                  <a:lnTo>
                    <a:pt x="33032" y="139192"/>
                  </a:lnTo>
                  <a:lnTo>
                    <a:pt x="30594" y="132232"/>
                  </a:lnTo>
                  <a:lnTo>
                    <a:pt x="27736" y="126911"/>
                  </a:lnTo>
                  <a:lnTo>
                    <a:pt x="201485" y="126911"/>
                  </a:lnTo>
                  <a:lnTo>
                    <a:pt x="201485" y="110540"/>
                  </a:lnTo>
                  <a:lnTo>
                    <a:pt x="4889" y="110540"/>
                  </a:lnTo>
                  <a:lnTo>
                    <a:pt x="1625" y="112991"/>
                  </a:lnTo>
                  <a:lnTo>
                    <a:pt x="0" y="120357"/>
                  </a:lnTo>
                  <a:lnTo>
                    <a:pt x="1625" y="124040"/>
                  </a:lnTo>
                  <a:lnTo>
                    <a:pt x="4889" y="125679"/>
                  </a:lnTo>
                  <a:lnTo>
                    <a:pt x="17132" y="132651"/>
                  </a:lnTo>
                  <a:lnTo>
                    <a:pt x="17132" y="335737"/>
                  </a:lnTo>
                  <a:lnTo>
                    <a:pt x="19062" y="345274"/>
                  </a:lnTo>
                  <a:lnTo>
                    <a:pt x="24320" y="353085"/>
                  </a:lnTo>
                  <a:lnTo>
                    <a:pt x="32105" y="358368"/>
                  </a:lnTo>
                  <a:lnTo>
                    <a:pt x="41605" y="360299"/>
                  </a:lnTo>
                  <a:lnTo>
                    <a:pt x="188429" y="360299"/>
                  </a:lnTo>
                  <a:lnTo>
                    <a:pt x="197929" y="358368"/>
                  </a:lnTo>
                  <a:lnTo>
                    <a:pt x="205714" y="353085"/>
                  </a:lnTo>
                  <a:lnTo>
                    <a:pt x="210972" y="345274"/>
                  </a:lnTo>
                  <a:lnTo>
                    <a:pt x="212902" y="335737"/>
                  </a:lnTo>
                  <a:lnTo>
                    <a:pt x="212902" y="327545"/>
                  </a:lnTo>
                  <a:lnTo>
                    <a:pt x="212902" y="311162"/>
                  </a:lnTo>
                  <a:lnTo>
                    <a:pt x="212902" y="132651"/>
                  </a:lnTo>
                  <a:lnTo>
                    <a:pt x="222897" y="126911"/>
                  </a:lnTo>
                  <a:lnTo>
                    <a:pt x="224320" y="126098"/>
                  </a:lnTo>
                  <a:lnTo>
                    <a:pt x="224739" y="126098"/>
                  </a:lnTo>
                  <a:lnTo>
                    <a:pt x="227584" y="124040"/>
                  </a:lnTo>
                  <a:lnTo>
                    <a:pt x="229628" y="120357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97223" y="982980"/>
              <a:ext cx="1712976" cy="1133856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3067050" y="2815564"/>
            <a:ext cx="3370579" cy="98742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4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Start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with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On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Demand</a:t>
            </a:r>
            <a:endParaRPr sz="1400">
              <a:latin typeface="Trebuchet MS"/>
              <a:cs typeface="Trebuchet MS"/>
            </a:endParaRPr>
          </a:p>
          <a:p>
            <a:pPr marL="299085" marR="5080" indent="-287020">
              <a:lnSpc>
                <a:spcPts val="2530"/>
              </a:lnSpc>
              <a:spcBef>
                <a:spcPts val="9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Once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you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are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sure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about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your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usage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5" dirty="0">
                <a:solidFill>
                  <a:srgbClr val="D9D9D9"/>
                </a:solidFill>
                <a:latin typeface="Trebuchet MS"/>
                <a:cs typeface="Trebuchet MS"/>
              </a:rPr>
              <a:t>use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Capacity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storage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6655" y="2339086"/>
            <a:ext cx="271462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Snowflake</a:t>
            </a:r>
            <a:r>
              <a:rPr spc="-10" dirty="0"/>
              <a:t> Roles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04925">
              <a:lnSpc>
                <a:spcPct val="100000"/>
              </a:lnSpc>
              <a:spcBef>
                <a:spcPts val="105"/>
              </a:spcBef>
            </a:pPr>
            <a:r>
              <a:rPr dirty="0"/>
              <a:t>Snowflake</a:t>
            </a:r>
            <a:r>
              <a:rPr spc="-10" dirty="0"/>
              <a:t> Roles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79064" y="1199388"/>
            <a:ext cx="2581275" cy="1104265"/>
            <a:chOff x="3179064" y="1199388"/>
            <a:chExt cx="2581275" cy="11042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9064" y="1199388"/>
              <a:ext cx="2580766" cy="11038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05962" y="1354074"/>
              <a:ext cx="1947672" cy="47243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05962" y="1354074"/>
              <a:ext cx="1948180" cy="472440"/>
            </a:xfrm>
            <a:custGeom>
              <a:avLst/>
              <a:gdLst/>
              <a:ahLst/>
              <a:cxnLst/>
              <a:rect l="l" t="t" r="r" b="b"/>
              <a:pathLst>
                <a:path w="1948179" h="472439">
                  <a:moveTo>
                    <a:pt x="0" y="236220"/>
                  </a:moveTo>
                  <a:lnTo>
                    <a:pt x="118110" y="0"/>
                  </a:lnTo>
                  <a:lnTo>
                    <a:pt x="1829562" y="0"/>
                  </a:lnTo>
                  <a:lnTo>
                    <a:pt x="1947672" y="236220"/>
                  </a:lnTo>
                  <a:lnTo>
                    <a:pt x="1829562" y="472439"/>
                  </a:lnTo>
                  <a:lnTo>
                    <a:pt x="118110" y="472439"/>
                  </a:lnTo>
                  <a:lnTo>
                    <a:pt x="0" y="236220"/>
                  </a:lnTo>
                  <a:close/>
                </a:path>
              </a:pathLst>
            </a:custGeom>
            <a:ln w="19049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737609" y="1439925"/>
            <a:ext cx="15024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30" dirty="0">
                <a:solidFill>
                  <a:srgbClr val="00C3FF"/>
                </a:solidFill>
                <a:latin typeface="Trebuchet MS"/>
                <a:cs typeface="Trebuchet MS"/>
              </a:rPr>
              <a:t>ACCOUNTADMIN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807464" y="1944649"/>
            <a:ext cx="2581275" cy="1105535"/>
            <a:chOff x="1807464" y="1944649"/>
            <a:chExt cx="2581275" cy="110553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07464" y="1944649"/>
              <a:ext cx="2580766" cy="110538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4362" y="2099309"/>
              <a:ext cx="1947672" cy="47396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4362" y="2099309"/>
              <a:ext cx="1948180" cy="474345"/>
            </a:xfrm>
            <a:custGeom>
              <a:avLst/>
              <a:gdLst/>
              <a:ahLst/>
              <a:cxnLst/>
              <a:rect l="l" t="t" r="r" b="b"/>
              <a:pathLst>
                <a:path w="1948179" h="474344">
                  <a:moveTo>
                    <a:pt x="0" y="236981"/>
                  </a:moveTo>
                  <a:lnTo>
                    <a:pt x="118490" y="0"/>
                  </a:lnTo>
                  <a:lnTo>
                    <a:pt x="1829180" y="0"/>
                  </a:lnTo>
                  <a:lnTo>
                    <a:pt x="1947672" y="236981"/>
                  </a:lnTo>
                  <a:lnTo>
                    <a:pt x="1829180" y="473963"/>
                  </a:lnTo>
                  <a:lnTo>
                    <a:pt x="118490" y="473963"/>
                  </a:lnTo>
                  <a:lnTo>
                    <a:pt x="0" y="23698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359532" y="2185238"/>
            <a:ext cx="15170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SECURITYADMIN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99432" y="1944649"/>
            <a:ext cx="2582545" cy="1105535"/>
            <a:chOff x="4599432" y="1944649"/>
            <a:chExt cx="2582545" cy="110553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99432" y="1944649"/>
              <a:ext cx="2582291" cy="110538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26330" y="2099309"/>
              <a:ext cx="1949196" cy="47396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926330" y="2099309"/>
              <a:ext cx="1949450" cy="474345"/>
            </a:xfrm>
            <a:custGeom>
              <a:avLst/>
              <a:gdLst/>
              <a:ahLst/>
              <a:cxnLst/>
              <a:rect l="l" t="t" r="r" b="b"/>
              <a:pathLst>
                <a:path w="1949450" h="474344">
                  <a:moveTo>
                    <a:pt x="0" y="236981"/>
                  </a:moveTo>
                  <a:lnTo>
                    <a:pt x="118491" y="0"/>
                  </a:lnTo>
                  <a:lnTo>
                    <a:pt x="1830704" y="0"/>
                  </a:lnTo>
                  <a:lnTo>
                    <a:pt x="1949196" y="236981"/>
                  </a:lnTo>
                  <a:lnTo>
                    <a:pt x="1830704" y="473963"/>
                  </a:lnTo>
                  <a:lnTo>
                    <a:pt x="118491" y="473963"/>
                  </a:lnTo>
                  <a:lnTo>
                    <a:pt x="0" y="23698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419471" y="2185238"/>
            <a:ext cx="98234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SYSADMIN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819655" y="1551432"/>
            <a:ext cx="4025265" cy="2149475"/>
            <a:chOff x="1819655" y="1551432"/>
            <a:chExt cx="4025265" cy="2149475"/>
          </a:xfrm>
        </p:grpSpPr>
        <p:sp>
          <p:nvSpPr>
            <p:cNvPr id="19" name="object 19"/>
            <p:cNvSpPr/>
            <p:nvPr/>
          </p:nvSpPr>
          <p:spPr>
            <a:xfrm>
              <a:off x="3113278" y="1551431"/>
              <a:ext cx="2731770" cy="546735"/>
            </a:xfrm>
            <a:custGeom>
              <a:avLst/>
              <a:gdLst/>
              <a:ahLst/>
              <a:cxnLst/>
              <a:rect l="l" t="t" r="r" b="b"/>
              <a:pathLst>
                <a:path w="2731770" h="546735">
                  <a:moveTo>
                    <a:pt x="391668" y="38100"/>
                  </a:moveTo>
                  <a:lnTo>
                    <a:pt x="378968" y="31750"/>
                  </a:lnTo>
                  <a:lnTo>
                    <a:pt x="315468" y="0"/>
                  </a:lnTo>
                  <a:lnTo>
                    <a:pt x="315468" y="31750"/>
                  </a:lnTo>
                  <a:lnTo>
                    <a:pt x="2794" y="31750"/>
                  </a:lnTo>
                  <a:lnTo>
                    <a:pt x="0" y="34544"/>
                  </a:lnTo>
                  <a:lnTo>
                    <a:pt x="0" y="546481"/>
                  </a:lnTo>
                  <a:lnTo>
                    <a:pt x="12700" y="546481"/>
                  </a:lnTo>
                  <a:lnTo>
                    <a:pt x="12700" y="44450"/>
                  </a:lnTo>
                  <a:lnTo>
                    <a:pt x="315468" y="44450"/>
                  </a:lnTo>
                  <a:lnTo>
                    <a:pt x="315468" y="76200"/>
                  </a:lnTo>
                  <a:lnTo>
                    <a:pt x="378968" y="44450"/>
                  </a:lnTo>
                  <a:lnTo>
                    <a:pt x="391668" y="38100"/>
                  </a:lnTo>
                  <a:close/>
                </a:path>
                <a:path w="2731770" h="546735">
                  <a:moveTo>
                    <a:pt x="2731262" y="34544"/>
                  </a:moveTo>
                  <a:lnTo>
                    <a:pt x="2728341" y="31750"/>
                  </a:lnTo>
                  <a:lnTo>
                    <a:pt x="2415794" y="31750"/>
                  </a:lnTo>
                  <a:lnTo>
                    <a:pt x="2415794" y="0"/>
                  </a:lnTo>
                  <a:lnTo>
                    <a:pt x="2339594" y="38100"/>
                  </a:lnTo>
                  <a:lnTo>
                    <a:pt x="2415794" y="76200"/>
                  </a:lnTo>
                  <a:lnTo>
                    <a:pt x="2415794" y="44450"/>
                  </a:lnTo>
                  <a:lnTo>
                    <a:pt x="2718562" y="44450"/>
                  </a:lnTo>
                  <a:lnTo>
                    <a:pt x="2718562" y="546481"/>
                  </a:lnTo>
                  <a:lnTo>
                    <a:pt x="2731262" y="546481"/>
                  </a:lnTo>
                  <a:lnTo>
                    <a:pt x="2731262" y="44450"/>
                  </a:lnTo>
                  <a:lnTo>
                    <a:pt x="2731262" y="38100"/>
                  </a:lnTo>
                  <a:lnTo>
                    <a:pt x="2731262" y="34544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19655" y="2595397"/>
              <a:ext cx="2580767" cy="110538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46553" y="2750058"/>
              <a:ext cx="1947671" cy="47396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146553" y="2750058"/>
              <a:ext cx="1948180" cy="474345"/>
            </a:xfrm>
            <a:custGeom>
              <a:avLst/>
              <a:gdLst/>
              <a:ahLst/>
              <a:cxnLst/>
              <a:rect l="l" t="t" r="r" b="b"/>
              <a:pathLst>
                <a:path w="1948179" h="474344">
                  <a:moveTo>
                    <a:pt x="0" y="236981"/>
                  </a:moveTo>
                  <a:lnTo>
                    <a:pt x="118490" y="0"/>
                  </a:lnTo>
                  <a:lnTo>
                    <a:pt x="1829181" y="0"/>
                  </a:lnTo>
                  <a:lnTo>
                    <a:pt x="1947671" y="236981"/>
                  </a:lnTo>
                  <a:lnTo>
                    <a:pt x="1829181" y="473964"/>
                  </a:lnTo>
                  <a:lnTo>
                    <a:pt x="118490" y="473964"/>
                  </a:lnTo>
                  <a:lnTo>
                    <a:pt x="0" y="23698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565273" y="2837433"/>
            <a:ext cx="11296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USERADMIN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179064" y="3713988"/>
            <a:ext cx="2581275" cy="1104265"/>
            <a:chOff x="3179064" y="3713988"/>
            <a:chExt cx="2581275" cy="1104265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9064" y="3713988"/>
              <a:ext cx="2580766" cy="110388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05962" y="3868674"/>
              <a:ext cx="1947672" cy="47243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505962" y="3868674"/>
              <a:ext cx="1948180" cy="472440"/>
            </a:xfrm>
            <a:custGeom>
              <a:avLst/>
              <a:gdLst/>
              <a:ahLst/>
              <a:cxnLst/>
              <a:rect l="l" t="t" r="r" b="b"/>
              <a:pathLst>
                <a:path w="1948179" h="472439">
                  <a:moveTo>
                    <a:pt x="0" y="236219"/>
                  </a:moveTo>
                  <a:lnTo>
                    <a:pt x="118110" y="0"/>
                  </a:lnTo>
                  <a:lnTo>
                    <a:pt x="1829562" y="0"/>
                  </a:lnTo>
                  <a:lnTo>
                    <a:pt x="1947672" y="236219"/>
                  </a:lnTo>
                  <a:lnTo>
                    <a:pt x="1829562" y="472439"/>
                  </a:lnTo>
                  <a:lnTo>
                    <a:pt x="118110" y="472439"/>
                  </a:lnTo>
                  <a:lnTo>
                    <a:pt x="0" y="236219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156709" y="3955491"/>
            <a:ext cx="6648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0" dirty="0">
                <a:solidFill>
                  <a:srgbClr val="00C3FF"/>
                </a:solidFill>
                <a:latin typeface="Trebuchet MS"/>
                <a:cs typeface="Trebuchet MS"/>
              </a:rPr>
              <a:t>PUBLIC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086100" y="2572511"/>
            <a:ext cx="4082415" cy="1539240"/>
            <a:chOff x="3086100" y="2572511"/>
            <a:chExt cx="4082415" cy="1539240"/>
          </a:xfrm>
        </p:grpSpPr>
        <p:sp>
          <p:nvSpPr>
            <p:cNvPr id="30" name="object 30"/>
            <p:cNvSpPr/>
            <p:nvPr/>
          </p:nvSpPr>
          <p:spPr>
            <a:xfrm>
              <a:off x="3090672" y="3334511"/>
              <a:ext cx="414655" cy="777240"/>
            </a:xfrm>
            <a:custGeom>
              <a:avLst/>
              <a:gdLst/>
              <a:ahLst/>
              <a:cxnLst/>
              <a:rect l="l" t="t" r="r" b="b"/>
              <a:pathLst>
                <a:path w="414654" h="777239">
                  <a:moveTo>
                    <a:pt x="44450" y="63500"/>
                  </a:moveTo>
                  <a:lnTo>
                    <a:pt x="31750" y="63500"/>
                  </a:lnTo>
                  <a:lnTo>
                    <a:pt x="31750" y="773823"/>
                  </a:lnTo>
                  <a:lnTo>
                    <a:pt x="34543" y="776668"/>
                  </a:lnTo>
                  <a:lnTo>
                    <a:pt x="414274" y="776668"/>
                  </a:lnTo>
                  <a:lnTo>
                    <a:pt x="414274" y="770318"/>
                  </a:lnTo>
                  <a:lnTo>
                    <a:pt x="44450" y="770318"/>
                  </a:lnTo>
                  <a:lnTo>
                    <a:pt x="38100" y="763968"/>
                  </a:lnTo>
                  <a:lnTo>
                    <a:pt x="44450" y="763968"/>
                  </a:lnTo>
                  <a:lnTo>
                    <a:pt x="44450" y="63500"/>
                  </a:lnTo>
                  <a:close/>
                </a:path>
                <a:path w="414654" h="777239">
                  <a:moveTo>
                    <a:pt x="44450" y="763968"/>
                  </a:moveTo>
                  <a:lnTo>
                    <a:pt x="38100" y="763968"/>
                  </a:lnTo>
                  <a:lnTo>
                    <a:pt x="44450" y="770318"/>
                  </a:lnTo>
                  <a:lnTo>
                    <a:pt x="44450" y="763968"/>
                  </a:lnTo>
                  <a:close/>
                </a:path>
                <a:path w="414654" h="777239">
                  <a:moveTo>
                    <a:pt x="414274" y="763968"/>
                  </a:moveTo>
                  <a:lnTo>
                    <a:pt x="44450" y="763968"/>
                  </a:lnTo>
                  <a:lnTo>
                    <a:pt x="44450" y="770318"/>
                  </a:lnTo>
                  <a:lnTo>
                    <a:pt x="414274" y="770318"/>
                  </a:lnTo>
                  <a:lnTo>
                    <a:pt x="414274" y="763968"/>
                  </a:lnTo>
                  <a:close/>
                </a:path>
                <a:path w="414654" h="777239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414654" h="777239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86100" y="2572511"/>
              <a:ext cx="76200" cy="1778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60264" y="2724950"/>
              <a:ext cx="2007742" cy="968463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487161" y="2879597"/>
              <a:ext cx="1374775" cy="337185"/>
            </a:xfrm>
            <a:custGeom>
              <a:avLst/>
              <a:gdLst/>
              <a:ahLst/>
              <a:cxnLst/>
              <a:rect l="l" t="t" r="r" b="b"/>
              <a:pathLst>
                <a:path w="1374775" h="337185">
                  <a:moveTo>
                    <a:pt x="1290446" y="0"/>
                  </a:moveTo>
                  <a:lnTo>
                    <a:pt x="84200" y="0"/>
                  </a:lnTo>
                  <a:lnTo>
                    <a:pt x="0" y="168401"/>
                  </a:lnTo>
                  <a:lnTo>
                    <a:pt x="84200" y="336803"/>
                  </a:lnTo>
                  <a:lnTo>
                    <a:pt x="1290446" y="336803"/>
                  </a:lnTo>
                  <a:lnTo>
                    <a:pt x="1374647" y="168401"/>
                  </a:lnTo>
                  <a:lnTo>
                    <a:pt x="1290446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87161" y="2879597"/>
              <a:ext cx="1374775" cy="337185"/>
            </a:xfrm>
            <a:custGeom>
              <a:avLst/>
              <a:gdLst/>
              <a:ahLst/>
              <a:cxnLst/>
              <a:rect l="l" t="t" r="r" b="b"/>
              <a:pathLst>
                <a:path w="1374775" h="337185">
                  <a:moveTo>
                    <a:pt x="0" y="168401"/>
                  </a:moveTo>
                  <a:lnTo>
                    <a:pt x="84200" y="0"/>
                  </a:lnTo>
                  <a:lnTo>
                    <a:pt x="1290446" y="0"/>
                  </a:lnTo>
                  <a:lnTo>
                    <a:pt x="1374647" y="168401"/>
                  </a:lnTo>
                  <a:lnTo>
                    <a:pt x="1290446" y="336803"/>
                  </a:lnTo>
                  <a:lnTo>
                    <a:pt x="84200" y="336803"/>
                  </a:lnTo>
                  <a:lnTo>
                    <a:pt x="0" y="168401"/>
                  </a:lnTo>
                  <a:close/>
                </a:path>
              </a:pathLst>
            </a:custGeom>
            <a:ln w="19050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685535" y="2940811"/>
            <a:ext cx="959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607E"/>
                </a:solidFill>
                <a:latin typeface="Lucida Sans Unicode"/>
                <a:cs typeface="Lucida Sans Unicode"/>
              </a:rPr>
              <a:t>Custom</a:t>
            </a:r>
            <a:r>
              <a:rPr sz="1200" spc="-75" dirty="0">
                <a:solidFill>
                  <a:srgbClr val="00607E"/>
                </a:solidFill>
                <a:latin typeface="Lucida Sans Unicode"/>
                <a:cs typeface="Lucida Sans Unicode"/>
              </a:rPr>
              <a:t> Role</a:t>
            </a:r>
            <a:r>
              <a:rPr sz="1200" spc="-9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50" dirty="0">
                <a:solidFill>
                  <a:srgbClr val="00607E"/>
                </a:solidFill>
                <a:latin typeface="Lucida Sans Unicode"/>
                <a:cs typeface="Lucida Sans Unicode"/>
              </a:rPr>
              <a:t>1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829300" y="2572511"/>
            <a:ext cx="2814320" cy="1121410"/>
            <a:chOff x="5829300" y="2572511"/>
            <a:chExt cx="2814320" cy="1121410"/>
          </a:xfrm>
        </p:grpSpPr>
        <p:sp>
          <p:nvSpPr>
            <p:cNvPr id="37" name="object 37"/>
            <p:cNvSpPr/>
            <p:nvPr/>
          </p:nvSpPr>
          <p:spPr>
            <a:xfrm>
              <a:off x="5829300" y="2572511"/>
              <a:ext cx="76200" cy="310515"/>
            </a:xfrm>
            <a:custGeom>
              <a:avLst/>
              <a:gdLst/>
              <a:ahLst/>
              <a:cxnLst/>
              <a:rect l="l" t="t" r="r" b="b"/>
              <a:pathLst>
                <a:path w="76200" h="31051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10261"/>
                  </a:lnTo>
                  <a:lnTo>
                    <a:pt x="44450" y="310261"/>
                  </a:lnTo>
                  <a:lnTo>
                    <a:pt x="44450" y="63500"/>
                  </a:lnTo>
                  <a:close/>
                </a:path>
                <a:path w="76200" h="31051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051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37019" y="2724950"/>
              <a:ext cx="2006219" cy="96846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963917" y="2879597"/>
              <a:ext cx="1373505" cy="337185"/>
            </a:xfrm>
            <a:custGeom>
              <a:avLst/>
              <a:gdLst/>
              <a:ahLst/>
              <a:cxnLst/>
              <a:rect l="l" t="t" r="r" b="b"/>
              <a:pathLst>
                <a:path w="1373504" h="337185">
                  <a:moveTo>
                    <a:pt x="1288923" y="0"/>
                  </a:moveTo>
                  <a:lnTo>
                    <a:pt x="84200" y="0"/>
                  </a:lnTo>
                  <a:lnTo>
                    <a:pt x="0" y="168401"/>
                  </a:lnTo>
                  <a:lnTo>
                    <a:pt x="84200" y="336803"/>
                  </a:lnTo>
                  <a:lnTo>
                    <a:pt x="1288923" y="336803"/>
                  </a:lnTo>
                  <a:lnTo>
                    <a:pt x="1373124" y="168401"/>
                  </a:lnTo>
                  <a:lnTo>
                    <a:pt x="1288923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963917" y="2879597"/>
              <a:ext cx="1373505" cy="337185"/>
            </a:xfrm>
            <a:custGeom>
              <a:avLst/>
              <a:gdLst/>
              <a:ahLst/>
              <a:cxnLst/>
              <a:rect l="l" t="t" r="r" b="b"/>
              <a:pathLst>
                <a:path w="1373504" h="337185">
                  <a:moveTo>
                    <a:pt x="0" y="168401"/>
                  </a:moveTo>
                  <a:lnTo>
                    <a:pt x="84200" y="0"/>
                  </a:lnTo>
                  <a:lnTo>
                    <a:pt x="1288923" y="0"/>
                  </a:lnTo>
                  <a:lnTo>
                    <a:pt x="1373124" y="168401"/>
                  </a:lnTo>
                  <a:lnTo>
                    <a:pt x="1288923" y="336803"/>
                  </a:lnTo>
                  <a:lnTo>
                    <a:pt x="84200" y="336803"/>
                  </a:lnTo>
                  <a:lnTo>
                    <a:pt x="0" y="168401"/>
                  </a:lnTo>
                  <a:close/>
                </a:path>
              </a:pathLst>
            </a:custGeom>
            <a:ln w="19050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161656" y="2940811"/>
            <a:ext cx="959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607E"/>
                </a:solidFill>
                <a:latin typeface="Lucida Sans Unicode"/>
                <a:cs typeface="Lucida Sans Unicode"/>
              </a:rPr>
              <a:t>Custom</a:t>
            </a:r>
            <a:r>
              <a:rPr sz="1200" spc="-75" dirty="0">
                <a:solidFill>
                  <a:srgbClr val="00607E"/>
                </a:solidFill>
                <a:latin typeface="Lucida Sans Unicode"/>
                <a:cs typeface="Lucida Sans Unicode"/>
              </a:rPr>
              <a:t> Role</a:t>
            </a:r>
            <a:r>
              <a:rPr sz="1200" spc="-9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50" dirty="0">
                <a:solidFill>
                  <a:srgbClr val="00607E"/>
                </a:solidFill>
                <a:latin typeface="Lucida Sans Unicode"/>
                <a:cs typeface="Lucida Sans Unicode"/>
              </a:rPr>
              <a:t>2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681216" y="2279904"/>
            <a:ext cx="2007870" cy="2047875"/>
            <a:chOff x="6681216" y="2279904"/>
            <a:chExt cx="2007870" cy="2047875"/>
          </a:xfrm>
        </p:grpSpPr>
        <p:sp>
          <p:nvSpPr>
            <p:cNvPr id="43" name="object 43"/>
            <p:cNvSpPr/>
            <p:nvPr/>
          </p:nvSpPr>
          <p:spPr>
            <a:xfrm>
              <a:off x="6897624" y="2279904"/>
              <a:ext cx="749300" cy="598805"/>
            </a:xfrm>
            <a:custGeom>
              <a:avLst/>
              <a:gdLst/>
              <a:ahLst/>
              <a:cxnLst/>
              <a:rect l="l" t="t" r="r" b="b"/>
              <a:pathLst>
                <a:path w="749300" h="598805">
                  <a:moveTo>
                    <a:pt x="736092" y="38100"/>
                  </a:moveTo>
                  <a:lnTo>
                    <a:pt x="736092" y="598677"/>
                  </a:lnTo>
                  <a:lnTo>
                    <a:pt x="748792" y="598677"/>
                  </a:lnTo>
                  <a:lnTo>
                    <a:pt x="748792" y="44450"/>
                  </a:lnTo>
                  <a:lnTo>
                    <a:pt x="742442" y="44450"/>
                  </a:lnTo>
                  <a:lnTo>
                    <a:pt x="736092" y="38100"/>
                  </a:lnTo>
                  <a:close/>
                </a:path>
                <a:path w="749300" h="598805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749300" h="598805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749300" h="598805">
                  <a:moveTo>
                    <a:pt x="745998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736092" y="44450"/>
                  </a:lnTo>
                  <a:lnTo>
                    <a:pt x="736092" y="38100"/>
                  </a:lnTo>
                  <a:lnTo>
                    <a:pt x="748792" y="38100"/>
                  </a:lnTo>
                  <a:lnTo>
                    <a:pt x="748792" y="34543"/>
                  </a:lnTo>
                  <a:lnTo>
                    <a:pt x="745998" y="31750"/>
                  </a:lnTo>
                  <a:close/>
                </a:path>
                <a:path w="749300" h="598805">
                  <a:moveTo>
                    <a:pt x="748792" y="38100"/>
                  </a:moveTo>
                  <a:lnTo>
                    <a:pt x="736092" y="38100"/>
                  </a:lnTo>
                  <a:lnTo>
                    <a:pt x="742442" y="44450"/>
                  </a:lnTo>
                  <a:lnTo>
                    <a:pt x="748792" y="44450"/>
                  </a:lnTo>
                  <a:lnTo>
                    <a:pt x="748792" y="381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81216" y="3357372"/>
              <a:ext cx="2007743" cy="969962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008114" y="3512058"/>
              <a:ext cx="1374775" cy="338455"/>
            </a:xfrm>
            <a:custGeom>
              <a:avLst/>
              <a:gdLst/>
              <a:ahLst/>
              <a:cxnLst/>
              <a:rect l="l" t="t" r="r" b="b"/>
              <a:pathLst>
                <a:path w="1374775" h="338454">
                  <a:moveTo>
                    <a:pt x="1290065" y="0"/>
                  </a:moveTo>
                  <a:lnTo>
                    <a:pt x="84581" y="0"/>
                  </a:lnTo>
                  <a:lnTo>
                    <a:pt x="0" y="169164"/>
                  </a:lnTo>
                  <a:lnTo>
                    <a:pt x="84581" y="338328"/>
                  </a:lnTo>
                  <a:lnTo>
                    <a:pt x="1290065" y="338328"/>
                  </a:lnTo>
                  <a:lnTo>
                    <a:pt x="1374647" y="169164"/>
                  </a:lnTo>
                  <a:lnTo>
                    <a:pt x="1290065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008114" y="3512058"/>
              <a:ext cx="1374775" cy="338455"/>
            </a:xfrm>
            <a:custGeom>
              <a:avLst/>
              <a:gdLst/>
              <a:ahLst/>
              <a:cxnLst/>
              <a:rect l="l" t="t" r="r" b="b"/>
              <a:pathLst>
                <a:path w="1374775" h="338454">
                  <a:moveTo>
                    <a:pt x="0" y="169164"/>
                  </a:moveTo>
                  <a:lnTo>
                    <a:pt x="84581" y="0"/>
                  </a:lnTo>
                  <a:lnTo>
                    <a:pt x="1290065" y="0"/>
                  </a:lnTo>
                  <a:lnTo>
                    <a:pt x="1374647" y="169164"/>
                  </a:lnTo>
                  <a:lnTo>
                    <a:pt x="1290065" y="338328"/>
                  </a:lnTo>
                  <a:lnTo>
                    <a:pt x="84581" y="338328"/>
                  </a:lnTo>
                  <a:lnTo>
                    <a:pt x="0" y="169164"/>
                  </a:lnTo>
                  <a:close/>
                </a:path>
              </a:pathLst>
            </a:custGeom>
            <a:ln w="19049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581900" y="3204972"/>
              <a:ext cx="76200" cy="310515"/>
            </a:xfrm>
            <a:custGeom>
              <a:avLst/>
              <a:gdLst/>
              <a:ahLst/>
              <a:cxnLst/>
              <a:rect l="l" t="t" r="r" b="b"/>
              <a:pathLst>
                <a:path w="76200" h="31051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10260"/>
                  </a:lnTo>
                  <a:lnTo>
                    <a:pt x="44450" y="310260"/>
                  </a:lnTo>
                  <a:lnTo>
                    <a:pt x="44450" y="63500"/>
                  </a:lnTo>
                  <a:close/>
                </a:path>
                <a:path w="76200" h="31051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051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7215885" y="3562858"/>
            <a:ext cx="959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607E"/>
                </a:solidFill>
                <a:latin typeface="Lucida Sans Unicode"/>
                <a:cs typeface="Lucida Sans Unicode"/>
              </a:rPr>
              <a:t>Custom</a:t>
            </a:r>
            <a:r>
              <a:rPr sz="1200" spc="-75" dirty="0">
                <a:solidFill>
                  <a:srgbClr val="00607E"/>
                </a:solidFill>
                <a:latin typeface="Lucida Sans Unicode"/>
                <a:cs typeface="Lucida Sans Unicode"/>
              </a:rPr>
              <a:t> Role</a:t>
            </a:r>
            <a:r>
              <a:rPr sz="1200" spc="-9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50" dirty="0">
                <a:solidFill>
                  <a:srgbClr val="00607E"/>
                </a:solidFill>
                <a:latin typeface="Lucida Sans Unicode"/>
                <a:cs typeface="Lucida Sans Unicode"/>
              </a:rPr>
              <a:t>3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04925">
              <a:lnSpc>
                <a:spcPct val="100000"/>
              </a:lnSpc>
              <a:spcBef>
                <a:spcPts val="105"/>
              </a:spcBef>
            </a:pPr>
            <a:r>
              <a:rPr dirty="0"/>
              <a:t>Snowflake</a:t>
            </a:r>
            <a:r>
              <a:rPr spc="-10" dirty="0"/>
              <a:t> Roles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1199388"/>
            <a:ext cx="2245995" cy="1104265"/>
            <a:chOff x="0" y="1199388"/>
            <a:chExt cx="2245995" cy="11042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99388"/>
              <a:ext cx="2245613" cy="11038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650" y="1354074"/>
              <a:ext cx="1691639" cy="47243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47650" y="1354074"/>
              <a:ext cx="1691639" cy="472440"/>
            </a:xfrm>
            <a:custGeom>
              <a:avLst/>
              <a:gdLst/>
              <a:ahLst/>
              <a:cxnLst/>
              <a:rect l="l" t="t" r="r" b="b"/>
              <a:pathLst>
                <a:path w="1691639" h="472439">
                  <a:moveTo>
                    <a:pt x="0" y="236220"/>
                  </a:moveTo>
                  <a:lnTo>
                    <a:pt x="118110" y="0"/>
                  </a:lnTo>
                  <a:lnTo>
                    <a:pt x="1573530" y="0"/>
                  </a:lnTo>
                  <a:lnTo>
                    <a:pt x="1691639" y="236220"/>
                  </a:lnTo>
                  <a:lnTo>
                    <a:pt x="1573530" y="472439"/>
                  </a:lnTo>
                  <a:lnTo>
                    <a:pt x="118110" y="472439"/>
                  </a:lnTo>
                  <a:lnTo>
                    <a:pt x="0" y="23622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0868" y="1439925"/>
            <a:ext cx="15024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30" dirty="0">
                <a:solidFill>
                  <a:srgbClr val="00C3FF"/>
                </a:solidFill>
                <a:latin typeface="Trebuchet MS"/>
                <a:cs typeface="Trebuchet MS"/>
              </a:rPr>
              <a:t>ACCOUNTADMIN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73351" y="1199388"/>
            <a:ext cx="2325370" cy="1104265"/>
            <a:chOff x="1673351" y="1199388"/>
            <a:chExt cx="2325370" cy="110426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3351" y="1199388"/>
              <a:ext cx="2324862" cy="110388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0249" y="1354074"/>
              <a:ext cx="1691639" cy="47243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000249" y="1354074"/>
              <a:ext cx="1691639" cy="472440"/>
            </a:xfrm>
            <a:custGeom>
              <a:avLst/>
              <a:gdLst/>
              <a:ahLst/>
              <a:cxnLst/>
              <a:rect l="l" t="t" r="r" b="b"/>
              <a:pathLst>
                <a:path w="1691639" h="472439">
                  <a:moveTo>
                    <a:pt x="0" y="236220"/>
                  </a:moveTo>
                  <a:lnTo>
                    <a:pt x="118110" y="0"/>
                  </a:lnTo>
                  <a:lnTo>
                    <a:pt x="1573529" y="0"/>
                  </a:lnTo>
                  <a:lnTo>
                    <a:pt x="1691639" y="236220"/>
                  </a:lnTo>
                  <a:lnTo>
                    <a:pt x="1573529" y="472439"/>
                  </a:lnTo>
                  <a:lnTo>
                    <a:pt x="118110" y="472439"/>
                  </a:lnTo>
                  <a:lnTo>
                    <a:pt x="0" y="23622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88642" y="1439925"/>
            <a:ext cx="15170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SECURITYADMIN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427476" y="1203985"/>
            <a:ext cx="2090420" cy="1105535"/>
            <a:chOff x="3427476" y="1203985"/>
            <a:chExt cx="2090420" cy="110553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27476" y="1203985"/>
              <a:ext cx="2090039" cy="110538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54374" y="1358646"/>
              <a:ext cx="1456943" cy="47396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754374" y="1358646"/>
              <a:ext cx="1457325" cy="474345"/>
            </a:xfrm>
            <a:custGeom>
              <a:avLst/>
              <a:gdLst/>
              <a:ahLst/>
              <a:cxnLst/>
              <a:rect l="l" t="t" r="r" b="b"/>
              <a:pathLst>
                <a:path w="1457325" h="474344">
                  <a:moveTo>
                    <a:pt x="0" y="236981"/>
                  </a:moveTo>
                  <a:lnTo>
                    <a:pt x="118490" y="0"/>
                  </a:lnTo>
                  <a:lnTo>
                    <a:pt x="1338452" y="0"/>
                  </a:lnTo>
                  <a:lnTo>
                    <a:pt x="1456943" y="236981"/>
                  </a:lnTo>
                  <a:lnTo>
                    <a:pt x="1338452" y="473963"/>
                  </a:lnTo>
                  <a:lnTo>
                    <a:pt x="118490" y="473963"/>
                  </a:lnTo>
                  <a:lnTo>
                    <a:pt x="0" y="23698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013072" y="1444828"/>
            <a:ext cx="98234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SYSADMIN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946903" y="1199388"/>
            <a:ext cx="2325370" cy="1104265"/>
            <a:chOff x="4946903" y="1199388"/>
            <a:chExt cx="2325370" cy="110426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46903" y="1199388"/>
              <a:ext cx="2324861" cy="110388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73801" y="1354074"/>
              <a:ext cx="1691640" cy="47243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273801" y="1354074"/>
              <a:ext cx="1691639" cy="472440"/>
            </a:xfrm>
            <a:custGeom>
              <a:avLst/>
              <a:gdLst/>
              <a:ahLst/>
              <a:cxnLst/>
              <a:rect l="l" t="t" r="r" b="b"/>
              <a:pathLst>
                <a:path w="1691640" h="472439">
                  <a:moveTo>
                    <a:pt x="0" y="236220"/>
                  </a:moveTo>
                  <a:lnTo>
                    <a:pt x="118110" y="0"/>
                  </a:lnTo>
                  <a:lnTo>
                    <a:pt x="1573529" y="0"/>
                  </a:lnTo>
                  <a:lnTo>
                    <a:pt x="1691640" y="236220"/>
                  </a:lnTo>
                  <a:lnTo>
                    <a:pt x="1573529" y="472439"/>
                  </a:lnTo>
                  <a:lnTo>
                    <a:pt x="118110" y="472439"/>
                  </a:lnTo>
                  <a:lnTo>
                    <a:pt x="0" y="236220"/>
                  </a:lnTo>
                  <a:close/>
                </a:path>
              </a:pathLst>
            </a:custGeom>
            <a:ln w="19049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555996" y="1439925"/>
            <a:ext cx="11296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USERADMIN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701028" y="1199388"/>
            <a:ext cx="2090420" cy="1104265"/>
            <a:chOff x="6701028" y="1199388"/>
            <a:chExt cx="2090420" cy="1104265"/>
          </a:xfrm>
        </p:grpSpPr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01028" y="1199388"/>
              <a:ext cx="2090039" cy="110388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27926" y="1354074"/>
              <a:ext cx="1456944" cy="47243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027926" y="1354074"/>
              <a:ext cx="1457325" cy="472440"/>
            </a:xfrm>
            <a:custGeom>
              <a:avLst/>
              <a:gdLst/>
              <a:ahLst/>
              <a:cxnLst/>
              <a:rect l="l" t="t" r="r" b="b"/>
              <a:pathLst>
                <a:path w="1457325" h="472439">
                  <a:moveTo>
                    <a:pt x="0" y="236220"/>
                  </a:moveTo>
                  <a:lnTo>
                    <a:pt x="118109" y="0"/>
                  </a:lnTo>
                  <a:lnTo>
                    <a:pt x="1338833" y="0"/>
                  </a:lnTo>
                  <a:lnTo>
                    <a:pt x="1456944" y="236220"/>
                  </a:lnTo>
                  <a:lnTo>
                    <a:pt x="1338833" y="472439"/>
                  </a:lnTo>
                  <a:lnTo>
                    <a:pt x="118109" y="472439"/>
                  </a:lnTo>
                  <a:lnTo>
                    <a:pt x="0" y="23622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462773" y="1441449"/>
            <a:ext cx="6648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0" dirty="0">
                <a:solidFill>
                  <a:srgbClr val="00C3FF"/>
                </a:solidFill>
                <a:latin typeface="Trebuchet MS"/>
                <a:cs typeface="Trebuchet MS"/>
              </a:rPr>
              <a:t>PUBLIC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5627" y="2188565"/>
            <a:ext cx="1695450" cy="1786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357505" indent="-287020">
              <a:lnSpc>
                <a:spcPct val="15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dirty="0">
                <a:solidFill>
                  <a:srgbClr val="D9D9D9"/>
                </a:solidFill>
                <a:latin typeface="Trebuchet MS"/>
                <a:cs typeface="Trebuchet MS"/>
              </a:rPr>
              <a:t>SYSADMIN</a:t>
            </a: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and </a:t>
            </a:r>
            <a:r>
              <a:rPr sz="1100" b="1" spc="-20" dirty="0">
                <a:solidFill>
                  <a:srgbClr val="D9D9D9"/>
                </a:solidFill>
                <a:latin typeface="Trebuchet MS"/>
                <a:cs typeface="Trebuchet MS"/>
              </a:rPr>
              <a:t>SECURITYADMIN</a:t>
            </a:r>
            <a:endParaRPr sz="11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66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top-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level</a:t>
            </a:r>
            <a:r>
              <a:rPr sz="11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role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in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endParaRPr sz="11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660"/>
              </a:spcBef>
            </a:pP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system</a:t>
            </a:r>
            <a:endParaRPr sz="1100">
              <a:latin typeface="Trebuchet MS"/>
              <a:cs typeface="Trebuchet MS"/>
            </a:endParaRPr>
          </a:p>
          <a:p>
            <a:pPr marL="297815" marR="5080" indent="-285750" algn="just">
              <a:lnSpc>
                <a:spcPct val="15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30" dirty="0">
                <a:solidFill>
                  <a:srgbClr val="D9D9D9"/>
                </a:solidFill>
                <a:latin typeface="Trebuchet MS"/>
                <a:cs typeface="Trebuchet MS"/>
              </a:rPr>
              <a:t>should</a:t>
            </a:r>
            <a:r>
              <a:rPr sz="11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be</a:t>
            </a:r>
            <a:r>
              <a:rPr sz="11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granted</a:t>
            </a:r>
            <a:r>
              <a:rPr sz="11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only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 	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1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a</a:t>
            </a:r>
            <a:r>
              <a:rPr sz="11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limited</a:t>
            </a:r>
            <a:r>
              <a:rPr sz="11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number</a:t>
            </a:r>
            <a:r>
              <a:rPr sz="11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 	users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78482" y="2213688"/>
            <a:ext cx="1552575" cy="1787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81915" indent="-287020">
              <a:lnSpc>
                <a:spcPct val="150100"/>
              </a:lnSpc>
              <a:spcBef>
                <a:spcPts val="9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dirty="0">
                <a:solidFill>
                  <a:srgbClr val="D9D9D9"/>
                </a:solidFill>
                <a:latin typeface="Trebuchet MS"/>
                <a:cs typeface="Trebuchet MS"/>
              </a:rPr>
              <a:t>USERADMIN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role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is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granted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to </a:t>
            </a: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SECURITYADMIN</a:t>
            </a:r>
            <a:endParaRPr sz="1100">
              <a:latin typeface="Trebuchet MS"/>
              <a:cs typeface="Trebuchet MS"/>
            </a:endParaRPr>
          </a:p>
          <a:p>
            <a:pPr marL="299085" marR="142240" indent="-287020">
              <a:lnSpc>
                <a:spcPct val="15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Can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manage</a:t>
            </a: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users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and</a:t>
            </a:r>
            <a:r>
              <a:rPr sz="11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roles</a:t>
            </a:r>
            <a:endParaRPr sz="1100">
              <a:latin typeface="Trebuchet MS"/>
              <a:cs typeface="Trebuchet MS"/>
            </a:endParaRPr>
          </a:p>
          <a:p>
            <a:pPr marL="299085" marR="5080" indent="-287020">
              <a:lnSpc>
                <a:spcPts val="1989"/>
              </a:lnSpc>
              <a:spcBef>
                <a:spcPts val="9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Can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manage</a:t>
            </a: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any </a:t>
            </a:r>
            <a:r>
              <a:rPr sz="1100" b="1" spc="-75" dirty="0">
                <a:solidFill>
                  <a:srgbClr val="D9D9D9"/>
                </a:solidFill>
                <a:latin typeface="Trebuchet MS"/>
                <a:cs typeface="Trebuchet MS"/>
              </a:rPr>
              <a:t>object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grant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0" dirty="0">
                <a:solidFill>
                  <a:srgbClr val="D9D9D9"/>
                </a:solidFill>
                <a:latin typeface="Trebuchet MS"/>
                <a:cs typeface="Trebuchet MS"/>
              </a:rPr>
              <a:t>globally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15258" y="2218029"/>
            <a:ext cx="1497965" cy="1536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13335" indent="-285750" algn="just">
              <a:lnSpc>
                <a:spcPct val="1501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80" dirty="0">
                <a:solidFill>
                  <a:srgbClr val="D9D9D9"/>
                </a:solidFill>
                <a:latin typeface="Trebuchet MS"/>
                <a:cs typeface="Trebuchet MS"/>
              </a:rPr>
              <a:t>Create</a:t>
            </a:r>
            <a:r>
              <a:rPr sz="1100" b="1" spc="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warehouses 	</a:t>
            </a:r>
            <a:r>
              <a:rPr sz="1100" b="1" spc="-65" dirty="0">
                <a:solidFill>
                  <a:srgbClr val="D9D9D9"/>
                </a:solidFill>
                <a:latin typeface="Trebuchet MS"/>
                <a:cs typeface="Trebuchet MS"/>
              </a:rPr>
              <a:t>and</a:t>
            </a:r>
            <a:r>
              <a:rPr sz="1100" b="1" spc="-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0" dirty="0">
                <a:solidFill>
                  <a:srgbClr val="D9D9D9"/>
                </a:solidFill>
                <a:latin typeface="Trebuchet MS"/>
                <a:cs typeface="Trebuchet MS"/>
              </a:rPr>
              <a:t>databases</a:t>
            </a:r>
            <a:r>
              <a:rPr sz="1100" b="1" spc="-1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(and 	</a:t>
            </a:r>
            <a:r>
              <a:rPr sz="1100" b="1" spc="-65" dirty="0">
                <a:solidFill>
                  <a:srgbClr val="D9D9D9"/>
                </a:solidFill>
                <a:latin typeface="Trebuchet MS"/>
                <a:cs typeface="Trebuchet MS"/>
              </a:rPr>
              <a:t>more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objects)</a:t>
            </a:r>
            <a:endParaRPr sz="1100">
              <a:latin typeface="Trebuchet MS"/>
              <a:cs typeface="Trebuchet MS"/>
            </a:endParaRPr>
          </a:p>
          <a:p>
            <a:pPr marL="297815" marR="5080" indent="-285750" algn="just">
              <a:lnSpc>
                <a:spcPct val="15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Recommended</a:t>
            </a:r>
            <a:r>
              <a:rPr sz="1100" b="1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0" dirty="0">
                <a:solidFill>
                  <a:srgbClr val="D9D9D9"/>
                </a:solidFill>
                <a:latin typeface="Trebuchet MS"/>
                <a:cs typeface="Trebuchet MS"/>
              </a:rPr>
              <a:t>that 	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all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custom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roles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are</a:t>
            </a:r>
            <a:endParaRPr sz="11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670"/>
              </a:spcBef>
            </a:pP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assigned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37428" y="2188565"/>
            <a:ext cx="1569085" cy="1284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168910" indent="-287020">
              <a:lnSpc>
                <a:spcPct val="15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Dedicated</a:t>
            </a:r>
            <a:r>
              <a:rPr sz="11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0" dirty="0">
                <a:solidFill>
                  <a:srgbClr val="D9D9D9"/>
                </a:solidFill>
                <a:latin typeface="Trebuchet MS"/>
                <a:cs typeface="Trebuchet MS"/>
              </a:rPr>
              <a:t>user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and</a:t>
            </a:r>
            <a:r>
              <a:rPr sz="11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0" dirty="0">
                <a:solidFill>
                  <a:srgbClr val="D9D9D9"/>
                </a:solidFill>
                <a:latin typeface="Trebuchet MS"/>
                <a:cs typeface="Trebuchet MS"/>
              </a:rPr>
              <a:t>role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management</a:t>
            </a:r>
            <a:r>
              <a:rPr sz="1100" b="1" spc="-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only</a:t>
            </a:r>
            <a:endParaRPr sz="11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66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Can </a:t>
            </a: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create </a:t>
            </a:r>
            <a:r>
              <a:rPr sz="1100" b="1" spc="-30" dirty="0">
                <a:solidFill>
                  <a:srgbClr val="D9D9D9"/>
                </a:solidFill>
                <a:latin typeface="Trebuchet MS"/>
                <a:cs typeface="Trebuchet MS"/>
              </a:rPr>
              <a:t>users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and</a:t>
            </a:r>
            <a:endParaRPr sz="11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670"/>
              </a:spcBef>
            </a:pP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roles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974205" y="2206853"/>
            <a:ext cx="1525905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220979" indent="-287020">
              <a:lnSpc>
                <a:spcPct val="15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Automatically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granted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every </a:t>
            </a:r>
            <a:r>
              <a:rPr sz="1100" b="1" spc="-20" dirty="0">
                <a:solidFill>
                  <a:srgbClr val="D9D9D9"/>
                </a:solidFill>
                <a:latin typeface="Trebuchet MS"/>
                <a:cs typeface="Trebuchet MS"/>
              </a:rPr>
              <a:t>user</a:t>
            </a:r>
            <a:endParaRPr sz="1100">
              <a:latin typeface="Trebuchet MS"/>
              <a:cs typeface="Trebuchet MS"/>
            </a:endParaRPr>
          </a:p>
          <a:p>
            <a:pPr marL="299085" marR="5080" indent="-287020">
              <a:lnSpc>
                <a:spcPct val="1501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Can</a:t>
            </a:r>
            <a:r>
              <a:rPr sz="1100" b="1" spc="-65" dirty="0">
                <a:solidFill>
                  <a:srgbClr val="D9D9D9"/>
                </a:solidFill>
                <a:latin typeface="Trebuchet MS"/>
                <a:cs typeface="Trebuchet MS"/>
              </a:rPr>
              <a:t> create</a:t>
            </a:r>
            <a:r>
              <a:rPr sz="11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own 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objects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like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every 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other role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 (available 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65" dirty="0">
                <a:solidFill>
                  <a:srgbClr val="D9D9D9"/>
                </a:solidFill>
                <a:latin typeface="Trebuchet MS"/>
                <a:cs typeface="Trebuchet MS"/>
              </a:rPr>
              <a:t>every</a:t>
            </a: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0" dirty="0">
                <a:solidFill>
                  <a:srgbClr val="D9D9D9"/>
                </a:solidFill>
                <a:latin typeface="Trebuchet MS"/>
                <a:cs typeface="Trebuchet MS"/>
              </a:rPr>
              <a:t>other </a:t>
            </a: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user/role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8784" y="2339086"/>
            <a:ext cx="21894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Loading</a:t>
            </a:r>
            <a:r>
              <a:rPr spc="-95" dirty="0"/>
              <a:t> </a:t>
            </a:r>
            <a:r>
              <a:rPr spc="-20" dirty="0"/>
              <a:t>Data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67180">
              <a:lnSpc>
                <a:spcPct val="100000"/>
              </a:lnSpc>
              <a:spcBef>
                <a:spcPts val="105"/>
              </a:spcBef>
            </a:pPr>
            <a:r>
              <a:rPr dirty="0"/>
              <a:t>Loading</a:t>
            </a:r>
            <a:r>
              <a:rPr spc="-95" dirty="0"/>
              <a:t> </a:t>
            </a:r>
            <a:r>
              <a:rPr spc="-20" dirty="0"/>
              <a:t>Data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78863" y="1732788"/>
            <a:ext cx="2581275" cy="1332865"/>
            <a:chOff x="1578863" y="1732788"/>
            <a:chExt cx="2581275" cy="13328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8863" y="1732788"/>
              <a:ext cx="2580766" cy="13328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761" y="1887474"/>
              <a:ext cx="1947672" cy="70103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05761" y="1887474"/>
              <a:ext cx="1948180" cy="701040"/>
            </a:xfrm>
            <a:custGeom>
              <a:avLst/>
              <a:gdLst/>
              <a:ahLst/>
              <a:cxnLst/>
              <a:rect l="l" t="t" r="r" b="b"/>
              <a:pathLst>
                <a:path w="1948179" h="701039">
                  <a:moveTo>
                    <a:pt x="0" y="350519"/>
                  </a:moveTo>
                  <a:lnTo>
                    <a:pt x="175260" y="0"/>
                  </a:lnTo>
                  <a:lnTo>
                    <a:pt x="1772412" y="0"/>
                  </a:lnTo>
                  <a:lnTo>
                    <a:pt x="1947672" y="350519"/>
                  </a:lnTo>
                  <a:lnTo>
                    <a:pt x="1772412" y="701039"/>
                  </a:lnTo>
                  <a:lnTo>
                    <a:pt x="175260" y="701039"/>
                  </a:lnTo>
                  <a:lnTo>
                    <a:pt x="0" y="350519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475357" y="1973706"/>
            <a:ext cx="82804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64465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DEDEDE"/>
                </a:solidFill>
                <a:latin typeface="Trebuchet MS"/>
                <a:cs typeface="Trebuchet MS"/>
              </a:rPr>
              <a:t>BULK </a:t>
            </a:r>
            <a:r>
              <a:rPr sz="1600" b="1" spc="-60" dirty="0">
                <a:solidFill>
                  <a:srgbClr val="DEDEDE"/>
                </a:solidFill>
                <a:latin typeface="Trebuchet MS"/>
                <a:cs typeface="Trebuchet MS"/>
              </a:rPr>
              <a:t>LOADING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55464" y="1734311"/>
            <a:ext cx="2581275" cy="1331595"/>
            <a:chOff x="4855464" y="1734311"/>
            <a:chExt cx="2581275" cy="133159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55464" y="1734311"/>
              <a:ext cx="2580766" cy="133134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82362" y="1888997"/>
              <a:ext cx="1947671" cy="69951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182362" y="1888997"/>
              <a:ext cx="1948180" cy="699770"/>
            </a:xfrm>
            <a:custGeom>
              <a:avLst/>
              <a:gdLst/>
              <a:ahLst/>
              <a:cxnLst/>
              <a:rect l="l" t="t" r="r" b="b"/>
              <a:pathLst>
                <a:path w="1948179" h="699769">
                  <a:moveTo>
                    <a:pt x="0" y="349757"/>
                  </a:moveTo>
                  <a:lnTo>
                    <a:pt x="174878" y="0"/>
                  </a:lnTo>
                  <a:lnTo>
                    <a:pt x="1772792" y="0"/>
                  </a:lnTo>
                  <a:lnTo>
                    <a:pt x="1947671" y="349757"/>
                  </a:lnTo>
                  <a:lnTo>
                    <a:pt x="1772792" y="699515"/>
                  </a:lnTo>
                  <a:lnTo>
                    <a:pt x="174878" y="699515"/>
                  </a:lnTo>
                  <a:lnTo>
                    <a:pt x="0" y="349757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555996" y="1976754"/>
            <a:ext cx="12211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8915" marR="5080" indent="-196850">
              <a:lnSpc>
                <a:spcPct val="100000"/>
              </a:lnSpc>
              <a:spcBef>
                <a:spcPts val="95"/>
              </a:spcBef>
            </a:pPr>
            <a:r>
              <a:rPr sz="1600" b="1" spc="-45" dirty="0">
                <a:solidFill>
                  <a:srgbClr val="DEDEDE"/>
                </a:solidFill>
                <a:latin typeface="Trebuchet MS"/>
                <a:cs typeface="Trebuchet MS"/>
              </a:rPr>
              <a:t>CONTINUOUS </a:t>
            </a:r>
            <a:r>
              <a:rPr sz="1600" b="1" spc="-10" dirty="0">
                <a:solidFill>
                  <a:srgbClr val="DEDEDE"/>
                </a:solidFill>
                <a:latin typeface="Trebuchet MS"/>
                <a:cs typeface="Trebuchet MS"/>
              </a:rPr>
              <a:t>LOADING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31594" y="2712567"/>
            <a:ext cx="2281555" cy="162623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4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dirty="0">
                <a:solidFill>
                  <a:srgbClr val="D9D9D9"/>
                </a:solidFill>
                <a:latin typeface="Trebuchet MS"/>
                <a:cs typeface="Trebuchet MS"/>
              </a:rPr>
              <a:t>Most</a:t>
            </a:r>
            <a:r>
              <a:rPr sz="1400" b="1" spc="-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frequent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method</a:t>
            </a: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84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dirty="0">
                <a:solidFill>
                  <a:srgbClr val="D9D9D9"/>
                </a:solidFill>
                <a:latin typeface="Trebuchet MS"/>
                <a:cs typeface="Trebuchet MS"/>
              </a:rPr>
              <a:t>Uses</a:t>
            </a:r>
            <a:r>
              <a:rPr sz="1400" b="1" spc="-1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warehouses</a:t>
            </a: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84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Loading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from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stages</a:t>
            </a: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84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COPY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command</a:t>
            </a: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84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Transformations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possible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32628" y="2712567"/>
            <a:ext cx="3714750" cy="130619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4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Designed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load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small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volumes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84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Automatically</a:t>
            </a:r>
            <a:r>
              <a:rPr sz="14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once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 they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are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added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stages</a:t>
            </a: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84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Lates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results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for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analysis</a:t>
            </a: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84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Snowpipe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(Serverless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feature)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1375">
              <a:lnSpc>
                <a:spcPct val="100000"/>
              </a:lnSpc>
              <a:spcBef>
                <a:spcPts val="105"/>
              </a:spcBef>
            </a:pPr>
            <a:r>
              <a:rPr dirty="0"/>
              <a:t>Understanding</a:t>
            </a:r>
            <a:r>
              <a:rPr spc="-100" dirty="0"/>
              <a:t> </a:t>
            </a:r>
            <a:r>
              <a:rPr spc="-10" dirty="0"/>
              <a:t>Stages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72894" y="1573148"/>
            <a:ext cx="5527040" cy="765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50" indent="-285750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323850" algn="l"/>
              </a:tabLst>
            </a:pPr>
            <a:r>
              <a:rPr sz="1800" b="1" spc="-35" dirty="0">
                <a:solidFill>
                  <a:srgbClr val="D9D9D9"/>
                </a:solidFill>
                <a:latin typeface="Trebuchet MS"/>
                <a:cs typeface="Trebuchet MS"/>
              </a:rPr>
              <a:t>Not</a:t>
            </a:r>
            <a:r>
              <a:rPr sz="18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70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8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be</a:t>
            </a:r>
            <a:r>
              <a:rPr sz="1800" b="1" spc="-13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70" dirty="0">
                <a:solidFill>
                  <a:srgbClr val="D9D9D9"/>
                </a:solidFill>
                <a:latin typeface="Trebuchet MS"/>
                <a:cs typeface="Trebuchet MS"/>
              </a:rPr>
              <a:t>confused</a:t>
            </a:r>
            <a:r>
              <a:rPr sz="1800" b="1" spc="-1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65" dirty="0">
                <a:solidFill>
                  <a:srgbClr val="D9D9D9"/>
                </a:solidFill>
                <a:latin typeface="Trebuchet MS"/>
                <a:cs typeface="Trebuchet MS"/>
              </a:rPr>
              <a:t>with</a:t>
            </a:r>
            <a:r>
              <a:rPr sz="1800" b="1" spc="-13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70" dirty="0">
                <a:solidFill>
                  <a:srgbClr val="D9D9D9"/>
                </a:solidFill>
                <a:latin typeface="Trebuchet MS"/>
                <a:cs typeface="Trebuchet MS"/>
              </a:rPr>
              <a:t>dataware</a:t>
            </a:r>
            <a:r>
              <a:rPr sz="18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D9D9D9"/>
                </a:solidFill>
                <a:latin typeface="Trebuchet MS"/>
                <a:cs typeface="Trebuchet MS"/>
              </a:rPr>
              <a:t>house</a:t>
            </a:r>
            <a:endParaRPr sz="1800">
              <a:latin typeface="Trebuchet MS"/>
              <a:cs typeface="Trebuchet MS"/>
            </a:endParaRPr>
          </a:p>
          <a:p>
            <a:pPr marL="323850" indent="-285750">
              <a:lnSpc>
                <a:spcPct val="100000"/>
              </a:lnSpc>
              <a:spcBef>
                <a:spcPts val="1500"/>
              </a:spcBef>
              <a:buClr>
                <a:srgbClr val="99D3FF"/>
              </a:buClr>
              <a:buFont typeface="Wingdings"/>
              <a:buChar char=""/>
              <a:tabLst>
                <a:tab pos="323850" algn="l"/>
              </a:tabLst>
            </a:pPr>
            <a:r>
              <a:rPr sz="1800" b="1" spc="-1045" dirty="0">
                <a:solidFill>
                  <a:srgbClr val="D9D9D9"/>
                </a:solidFill>
                <a:latin typeface="Trebuchet MS"/>
                <a:cs typeface="Trebuchet MS"/>
              </a:rPr>
              <a:t>L</a:t>
            </a:r>
            <a:r>
              <a:rPr sz="2700" b="1" spc="-52" baseline="12345" dirty="0">
                <a:solidFill>
                  <a:srgbClr val="D9D9D9"/>
                </a:solidFill>
                <a:latin typeface="Trebuchet MS"/>
                <a:cs typeface="Trebuchet MS"/>
              </a:rPr>
              <a:t>s</a:t>
            </a:r>
            <a:r>
              <a:rPr sz="1800" b="1" spc="-1055" dirty="0">
                <a:solidFill>
                  <a:srgbClr val="D9D9D9"/>
                </a:solidFill>
                <a:latin typeface="Trebuchet MS"/>
                <a:cs typeface="Trebuchet MS"/>
              </a:rPr>
              <a:t>o</a:t>
            </a:r>
            <a:r>
              <a:rPr sz="2700" b="1" spc="-44" baseline="12345" dirty="0">
                <a:solidFill>
                  <a:srgbClr val="D9D9D9"/>
                </a:solidFill>
                <a:latin typeface="Trebuchet MS"/>
                <a:cs typeface="Trebuchet MS"/>
              </a:rPr>
              <a:t>t</a:t>
            </a:r>
            <a:r>
              <a:rPr sz="2700" b="1" spc="-1035" baseline="12345" dirty="0">
                <a:solidFill>
                  <a:srgbClr val="D9D9D9"/>
                </a:solidFill>
                <a:latin typeface="Trebuchet MS"/>
                <a:cs typeface="Trebuchet MS"/>
              </a:rPr>
              <a:t>a</a:t>
            </a:r>
            <a:r>
              <a:rPr sz="1800" b="1" spc="-235" dirty="0">
                <a:solidFill>
                  <a:srgbClr val="D9D9D9"/>
                </a:solidFill>
                <a:latin typeface="Trebuchet MS"/>
                <a:cs typeface="Trebuchet MS"/>
              </a:rPr>
              <a:t>c</a:t>
            </a:r>
            <a:r>
              <a:rPr sz="2700" b="1" spc="-1162" baseline="12345" dirty="0">
                <a:solidFill>
                  <a:srgbClr val="D9D9D9"/>
                </a:solidFill>
                <a:latin typeface="Trebuchet MS"/>
                <a:cs typeface="Trebuchet MS"/>
              </a:rPr>
              <a:t>g</a:t>
            </a:r>
            <a:r>
              <a:rPr sz="1800" b="1" spc="-180" dirty="0">
                <a:solidFill>
                  <a:srgbClr val="D9D9D9"/>
                </a:solidFill>
                <a:latin typeface="Trebuchet MS"/>
                <a:cs typeface="Trebuchet MS"/>
              </a:rPr>
              <a:t>a</a:t>
            </a:r>
            <a:r>
              <a:rPr sz="2700" b="1" spc="-1387" baseline="12345" dirty="0">
                <a:solidFill>
                  <a:srgbClr val="D9D9D9"/>
                </a:solidFill>
                <a:latin typeface="Trebuchet MS"/>
                <a:cs typeface="Trebuchet MS"/>
              </a:rPr>
              <a:t>e</a:t>
            </a:r>
            <a:r>
              <a:rPr sz="1800" b="1" spc="-25" dirty="0">
                <a:solidFill>
                  <a:srgbClr val="D9D9D9"/>
                </a:solidFill>
                <a:latin typeface="Trebuchet MS"/>
                <a:cs typeface="Trebuchet MS"/>
              </a:rPr>
              <a:t>t</a:t>
            </a:r>
            <a:r>
              <a:rPr sz="1800" b="1" spc="-445" dirty="0">
                <a:solidFill>
                  <a:srgbClr val="D9D9D9"/>
                </a:solidFill>
                <a:latin typeface="Trebuchet MS"/>
                <a:cs typeface="Trebuchet MS"/>
              </a:rPr>
              <a:t>i</a:t>
            </a:r>
            <a:r>
              <a:rPr sz="2700" b="1" spc="-735" baseline="12345" dirty="0">
                <a:solidFill>
                  <a:srgbClr val="D9D9D9"/>
                </a:solidFill>
                <a:latin typeface="Trebuchet MS"/>
                <a:cs typeface="Trebuchet MS"/>
              </a:rPr>
              <a:t>s</a:t>
            </a:r>
            <a:r>
              <a:rPr sz="1800" b="1" spc="-30" dirty="0">
                <a:solidFill>
                  <a:srgbClr val="D9D9D9"/>
                </a:solidFill>
                <a:latin typeface="Trebuchet MS"/>
                <a:cs typeface="Trebuchet MS"/>
              </a:rPr>
              <a:t>on</a:t>
            </a:r>
            <a:r>
              <a:rPr sz="1800" b="1" spc="-1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8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65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D9D9D9"/>
                </a:solidFill>
                <a:latin typeface="Trebuchet MS"/>
                <a:cs typeface="Trebuchet MS"/>
              </a:rPr>
              <a:t>files</a:t>
            </a:r>
            <a:r>
              <a:rPr sz="1800" b="1" spc="-1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00" dirty="0">
                <a:solidFill>
                  <a:srgbClr val="D9D9D9"/>
                </a:solidFill>
                <a:latin typeface="Trebuchet MS"/>
                <a:cs typeface="Trebuchet MS"/>
              </a:rPr>
              <a:t>where</a:t>
            </a:r>
            <a:r>
              <a:rPr sz="18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60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r>
              <a:rPr sz="1800" b="1" spc="-1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90" dirty="0">
                <a:solidFill>
                  <a:srgbClr val="D9D9D9"/>
                </a:solidFill>
                <a:latin typeface="Trebuchet MS"/>
                <a:cs typeface="Trebuchet MS"/>
              </a:rPr>
              <a:t>can</a:t>
            </a:r>
            <a:r>
              <a:rPr sz="18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be</a:t>
            </a:r>
            <a:r>
              <a:rPr sz="1800" b="1" spc="-1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75" dirty="0">
                <a:solidFill>
                  <a:srgbClr val="D9D9D9"/>
                </a:solidFill>
                <a:latin typeface="Trebuchet MS"/>
                <a:cs typeface="Trebuchet MS"/>
              </a:rPr>
              <a:t>loaded</a:t>
            </a:r>
            <a:r>
              <a:rPr sz="18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D9D9D9"/>
                </a:solidFill>
                <a:latin typeface="Trebuchet MS"/>
                <a:cs typeface="Trebuchet MS"/>
              </a:rPr>
              <a:t>from</a:t>
            </a:r>
            <a:endParaRPr sz="18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02663" y="2758490"/>
            <a:ext cx="2581275" cy="1334770"/>
            <a:chOff x="1502663" y="2758490"/>
            <a:chExt cx="2581275" cy="13347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2663" y="2758490"/>
              <a:ext cx="2580766" cy="133426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9561" y="2913125"/>
              <a:ext cx="1947672" cy="70256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829561" y="2913125"/>
              <a:ext cx="1948180" cy="702945"/>
            </a:xfrm>
            <a:custGeom>
              <a:avLst/>
              <a:gdLst/>
              <a:ahLst/>
              <a:cxnLst/>
              <a:rect l="l" t="t" r="r" b="b"/>
              <a:pathLst>
                <a:path w="1948179" h="702945">
                  <a:moveTo>
                    <a:pt x="0" y="351281"/>
                  </a:moveTo>
                  <a:lnTo>
                    <a:pt x="175640" y="0"/>
                  </a:lnTo>
                  <a:lnTo>
                    <a:pt x="1772030" y="0"/>
                  </a:lnTo>
                  <a:lnTo>
                    <a:pt x="1947672" y="351281"/>
                  </a:lnTo>
                  <a:lnTo>
                    <a:pt x="1772030" y="702564"/>
                  </a:lnTo>
                  <a:lnTo>
                    <a:pt x="175640" y="702564"/>
                  </a:lnTo>
                  <a:lnTo>
                    <a:pt x="0" y="35128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434208" y="3000501"/>
            <a:ext cx="7569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70" dirty="0">
                <a:solidFill>
                  <a:srgbClr val="DEDEDE"/>
                </a:solidFill>
                <a:latin typeface="Trebuchet MS"/>
                <a:cs typeface="Trebuchet MS"/>
              </a:rPr>
              <a:t>External</a:t>
            </a:r>
            <a:endParaRPr sz="1600">
              <a:latin typeface="Trebuchet MS"/>
              <a:cs typeface="Trebuchet MS"/>
            </a:endParaRPr>
          </a:p>
          <a:p>
            <a:pPr marL="128270">
              <a:lnSpc>
                <a:spcPct val="100000"/>
              </a:lnSpc>
            </a:pPr>
            <a:r>
              <a:rPr sz="1600" b="1" spc="-10" dirty="0">
                <a:solidFill>
                  <a:srgbClr val="DEDEDE"/>
                </a:solidFill>
                <a:latin typeface="Trebuchet MS"/>
                <a:cs typeface="Trebuchet MS"/>
              </a:rPr>
              <a:t>Stage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779264" y="2761449"/>
            <a:ext cx="2581275" cy="1331595"/>
            <a:chOff x="4779264" y="2761449"/>
            <a:chExt cx="2581275" cy="1331595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79264" y="2761449"/>
              <a:ext cx="2580766" cy="133134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06162" y="2916173"/>
              <a:ext cx="1947671" cy="69951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106162" y="2916173"/>
              <a:ext cx="1948180" cy="699770"/>
            </a:xfrm>
            <a:custGeom>
              <a:avLst/>
              <a:gdLst/>
              <a:ahLst/>
              <a:cxnLst/>
              <a:rect l="l" t="t" r="r" b="b"/>
              <a:pathLst>
                <a:path w="1948179" h="699770">
                  <a:moveTo>
                    <a:pt x="0" y="349757"/>
                  </a:moveTo>
                  <a:lnTo>
                    <a:pt x="174878" y="0"/>
                  </a:lnTo>
                  <a:lnTo>
                    <a:pt x="1772792" y="0"/>
                  </a:lnTo>
                  <a:lnTo>
                    <a:pt x="1947671" y="349757"/>
                  </a:lnTo>
                  <a:lnTo>
                    <a:pt x="1772792" y="699516"/>
                  </a:lnTo>
                  <a:lnTo>
                    <a:pt x="174878" y="699516"/>
                  </a:lnTo>
                  <a:lnTo>
                    <a:pt x="0" y="349757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729732" y="3003550"/>
            <a:ext cx="7188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9855" marR="5080" indent="-97790">
              <a:lnSpc>
                <a:spcPct val="100000"/>
              </a:lnSpc>
              <a:spcBef>
                <a:spcPts val="95"/>
              </a:spcBef>
            </a:pPr>
            <a:r>
              <a:rPr sz="1600" b="1" spc="-70" dirty="0">
                <a:solidFill>
                  <a:srgbClr val="DEDEDE"/>
                </a:solidFill>
                <a:latin typeface="Trebuchet MS"/>
                <a:cs typeface="Trebuchet MS"/>
              </a:rPr>
              <a:t>Internal </a:t>
            </a:r>
            <a:r>
              <a:rPr sz="1600" b="1" spc="-10" dirty="0">
                <a:solidFill>
                  <a:srgbClr val="DEDEDE"/>
                </a:solidFill>
                <a:latin typeface="Trebuchet MS"/>
                <a:cs typeface="Trebuchet MS"/>
              </a:rPr>
              <a:t>Stage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1375">
              <a:lnSpc>
                <a:spcPct val="100000"/>
              </a:lnSpc>
              <a:spcBef>
                <a:spcPts val="105"/>
              </a:spcBef>
            </a:pPr>
            <a:r>
              <a:rPr dirty="0"/>
              <a:t>Understanding</a:t>
            </a:r>
            <a:r>
              <a:rPr spc="-100" dirty="0"/>
              <a:t> </a:t>
            </a:r>
            <a:r>
              <a:rPr spc="-10" dirty="0"/>
              <a:t>Stages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502663" y="1199388"/>
            <a:ext cx="2581275" cy="1332865"/>
            <a:chOff x="1502663" y="1199388"/>
            <a:chExt cx="2581275" cy="13328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2663" y="1199388"/>
              <a:ext cx="2580766" cy="13328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9561" y="1354074"/>
              <a:ext cx="1947672" cy="70103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829561" y="1354074"/>
              <a:ext cx="1948180" cy="701040"/>
            </a:xfrm>
            <a:custGeom>
              <a:avLst/>
              <a:gdLst/>
              <a:ahLst/>
              <a:cxnLst/>
              <a:rect l="l" t="t" r="r" b="b"/>
              <a:pathLst>
                <a:path w="1948179" h="701039">
                  <a:moveTo>
                    <a:pt x="0" y="350520"/>
                  </a:moveTo>
                  <a:lnTo>
                    <a:pt x="175260" y="0"/>
                  </a:lnTo>
                  <a:lnTo>
                    <a:pt x="1772412" y="0"/>
                  </a:lnTo>
                  <a:lnTo>
                    <a:pt x="1947672" y="350520"/>
                  </a:lnTo>
                  <a:lnTo>
                    <a:pt x="1772412" y="701039"/>
                  </a:lnTo>
                  <a:lnTo>
                    <a:pt x="175260" y="701039"/>
                  </a:lnTo>
                  <a:lnTo>
                    <a:pt x="0" y="35052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434208" y="1439925"/>
            <a:ext cx="7569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8270" marR="5080" indent="-116205">
              <a:lnSpc>
                <a:spcPct val="100000"/>
              </a:lnSpc>
              <a:spcBef>
                <a:spcPts val="95"/>
              </a:spcBef>
            </a:pPr>
            <a:r>
              <a:rPr sz="1600" b="1" spc="-75" dirty="0">
                <a:solidFill>
                  <a:srgbClr val="DEDEDE"/>
                </a:solidFill>
                <a:latin typeface="Trebuchet MS"/>
                <a:cs typeface="Trebuchet MS"/>
              </a:rPr>
              <a:t>External </a:t>
            </a:r>
            <a:r>
              <a:rPr sz="1600" b="1" spc="-20" dirty="0">
                <a:solidFill>
                  <a:srgbClr val="DEDEDE"/>
                </a:solidFill>
                <a:latin typeface="Trebuchet MS"/>
                <a:cs typeface="Trebuchet MS"/>
              </a:rPr>
              <a:t>Stage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79264" y="1200911"/>
            <a:ext cx="2581275" cy="1331595"/>
            <a:chOff x="4779264" y="1200911"/>
            <a:chExt cx="2581275" cy="133159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79264" y="1200911"/>
              <a:ext cx="2580766" cy="133134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06162" y="1355597"/>
              <a:ext cx="1947671" cy="69951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106162" y="1355597"/>
              <a:ext cx="1948180" cy="699770"/>
            </a:xfrm>
            <a:custGeom>
              <a:avLst/>
              <a:gdLst/>
              <a:ahLst/>
              <a:cxnLst/>
              <a:rect l="l" t="t" r="r" b="b"/>
              <a:pathLst>
                <a:path w="1948179" h="699769">
                  <a:moveTo>
                    <a:pt x="0" y="349757"/>
                  </a:moveTo>
                  <a:lnTo>
                    <a:pt x="174878" y="0"/>
                  </a:lnTo>
                  <a:lnTo>
                    <a:pt x="1772792" y="0"/>
                  </a:lnTo>
                  <a:lnTo>
                    <a:pt x="1947671" y="349757"/>
                  </a:lnTo>
                  <a:lnTo>
                    <a:pt x="1772792" y="699515"/>
                  </a:lnTo>
                  <a:lnTo>
                    <a:pt x="174878" y="699515"/>
                  </a:lnTo>
                  <a:lnTo>
                    <a:pt x="0" y="349757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729732" y="1442973"/>
            <a:ext cx="71882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0" dirty="0">
                <a:solidFill>
                  <a:srgbClr val="DEDEDE"/>
                </a:solidFill>
                <a:latin typeface="Trebuchet MS"/>
                <a:cs typeface="Trebuchet MS"/>
              </a:rPr>
              <a:t>Internal</a:t>
            </a:r>
            <a:endParaRPr sz="1600">
              <a:latin typeface="Trebuchet MS"/>
              <a:cs typeface="Trebuchet MS"/>
            </a:endParaRPr>
          </a:p>
          <a:p>
            <a:pPr marL="109855">
              <a:lnSpc>
                <a:spcPct val="100000"/>
              </a:lnSpc>
            </a:pPr>
            <a:r>
              <a:rPr sz="1600" b="1" spc="-10" dirty="0">
                <a:solidFill>
                  <a:srgbClr val="DEDEDE"/>
                </a:solidFill>
                <a:latin typeface="Trebuchet MS"/>
                <a:cs typeface="Trebuchet MS"/>
              </a:rPr>
              <a:t>Stage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55800" y="2225096"/>
            <a:ext cx="3177540" cy="2045335"/>
          </a:xfrm>
          <a:prstGeom prst="rect">
            <a:avLst/>
          </a:prstGeom>
        </p:spPr>
        <p:txBody>
          <a:bodyPr vert="horz" wrap="square" lIns="0" tIns="12001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4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External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cloud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provider</a:t>
            </a: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840"/>
              </a:spcBef>
              <a:buClr>
                <a:srgbClr val="99D3FF"/>
              </a:buClr>
              <a:buFont typeface="Wingdings"/>
              <a:buChar char=""/>
              <a:tabLst>
                <a:tab pos="299085" algn="l"/>
              </a:tabLst>
            </a:pPr>
            <a:r>
              <a:rPr sz="1400" b="1" spc="-25" dirty="0">
                <a:solidFill>
                  <a:srgbClr val="D9D9D9"/>
                </a:solidFill>
                <a:latin typeface="Trebuchet MS"/>
                <a:cs typeface="Trebuchet MS"/>
              </a:rPr>
              <a:t>S3</a:t>
            </a: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840"/>
              </a:spcBef>
              <a:buClr>
                <a:srgbClr val="99D3FF"/>
              </a:buClr>
              <a:buFont typeface="Wingdings"/>
              <a:buChar char=""/>
              <a:tabLst>
                <a:tab pos="299085" algn="l"/>
              </a:tabLst>
            </a:pP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Google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Cloud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Plattform</a:t>
            </a: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840"/>
              </a:spcBef>
              <a:buClr>
                <a:srgbClr val="99D3FF"/>
              </a:buClr>
              <a:buFont typeface="Wingdings"/>
              <a:buChar char=""/>
              <a:tabLst>
                <a:tab pos="299085" algn="l"/>
              </a:tabLst>
            </a:pPr>
            <a:r>
              <a:rPr sz="1400" b="1" spc="-25" dirty="0">
                <a:solidFill>
                  <a:srgbClr val="D9D9D9"/>
                </a:solidFill>
                <a:latin typeface="Trebuchet MS"/>
                <a:cs typeface="Trebuchet MS"/>
              </a:rPr>
              <a:t>Microsoft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Azure</a:t>
            </a: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61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Database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object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created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in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Schema</a:t>
            </a: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84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CREATE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STAGE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(URL,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access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settings)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37588" y="4320540"/>
            <a:ext cx="2153920" cy="574675"/>
          </a:xfrm>
          <a:prstGeom prst="rect">
            <a:avLst/>
          </a:prstGeom>
          <a:solidFill>
            <a:srgbClr val="585858"/>
          </a:solidFill>
        </p:spPr>
        <p:txBody>
          <a:bodyPr vert="horz" wrap="square" lIns="0" tIns="10795" rIns="0" bIns="0" rtlCol="0">
            <a:spAutoFit/>
          </a:bodyPr>
          <a:lstStyle/>
          <a:p>
            <a:pPr marL="424180" marR="69850" indent="-332740">
              <a:lnSpc>
                <a:spcPct val="150000"/>
              </a:lnSpc>
              <a:spcBef>
                <a:spcPts val="85"/>
              </a:spcBef>
            </a:pP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Note: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Additional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costs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may</a:t>
            </a:r>
            <a:r>
              <a:rPr sz="11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apply if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region/platform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differs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32628" y="2225096"/>
            <a:ext cx="2252345" cy="666750"/>
          </a:xfrm>
          <a:prstGeom prst="rect">
            <a:avLst/>
          </a:prstGeom>
        </p:spPr>
        <p:txBody>
          <a:bodyPr vert="horz" wrap="square" lIns="0" tIns="12001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4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Local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0" dirty="0">
                <a:solidFill>
                  <a:srgbClr val="D9D9D9"/>
                </a:solidFill>
                <a:latin typeface="Trebuchet MS"/>
                <a:cs typeface="Trebuchet MS"/>
              </a:rPr>
              <a:t>storage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maintained</a:t>
            </a:r>
            <a:endParaRPr sz="14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840"/>
              </a:spcBef>
            </a:pP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by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Snowflake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37970">
              <a:lnSpc>
                <a:spcPct val="100000"/>
              </a:lnSpc>
              <a:spcBef>
                <a:spcPts val="105"/>
              </a:spcBef>
            </a:pPr>
            <a:r>
              <a:rPr dirty="0"/>
              <a:t>Copy</a:t>
            </a:r>
            <a:r>
              <a:rPr spc="-70" dirty="0"/>
              <a:t> </a:t>
            </a:r>
            <a:r>
              <a:rPr spc="-10" dirty="0"/>
              <a:t>Options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14600" y="1886711"/>
            <a:ext cx="4267200" cy="117983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141605" rIns="0" bIns="0" rtlCol="0">
            <a:spAutoFit/>
          </a:bodyPr>
          <a:lstStyle/>
          <a:p>
            <a:pPr marL="915035">
              <a:lnSpc>
                <a:spcPct val="100000"/>
              </a:lnSpc>
              <a:spcBef>
                <a:spcPts val="1115"/>
              </a:spcBef>
            </a:pPr>
            <a:r>
              <a:rPr sz="1000" dirty="0">
                <a:latin typeface="Courier New"/>
                <a:cs typeface="Courier New"/>
              </a:rPr>
              <a:t>COPY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INTO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&lt;table_name&gt;</a:t>
            </a:r>
            <a:endParaRPr sz="10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  <a:tabLst>
                <a:tab pos="1371600" algn="l"/>
              </a:tabLst>
            </a:pPr>
            <a:r>
              <a:rPr sz="1000" spc="-20" dirty="0">
                <a:latin typeface="Courier New"/>
                <a:cs typeface="Courier New"/>
              </a:rPr>
              <a:t>FROM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b="1" spc="-10" dirty="0">
                <a:solidFill>
                  <a:srgbClr val="0F5680"/>
                </a:solidFill>
                <a:latin typeface="Courier New"/>
                <a:cs typeface="Courier New"/>
              </a:rPr>
              <a:t>externalStage</a:t>
            </a:r>
            <a:endParaRPr sz="1000">
              <a:latin typeface="Courier New"/>
              <a:cs typeface="Courier New"/>
            </a:endParaRPr>
          </a:p>
          <a:p>
            <a:pPr marL="915035" marR="296545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Courier New"/>
                <a:cs typeface="Courier New"/>
              </a:rPr>
              <a:t>FILES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i="1" dirty="0">
                <a:solidFill>
                  <a:srgbClr val="009999"/>
                </a:solidFill>
                <a:latin typeface="Courier New"/>
                <a:cs typeface="Courier New"/>
              </a:rPr>
              <a:t>'&lt;file_name&gt;'</a:t>
            </a:r>
            <a:r>
              <a:rPr sz="1000" i="1" spc="-30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,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'&lt;file_name2&gt;'</a:t>
            </a:r>
            <a:r>
              <a:rPr sz="1000" spc="-10" dirty="0">
                <a:latin typeface="Courier New"/>
                <a:cs typeface="Courier New"/>
              </a:rPr>
              <a:t>) </a:t>
            </a:r>
            <a:r>
              <a:rPr sz="1000" dirty="0">
                <a:latin typeface="Courier New"/>
                <a:cs typeface="Courier New"/>
              </a:rPr>
              <a:t>FILE_FORMAT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&lt;file_format_name&gt;</a:t>
            </a:r>
            <a:endParaRPr sz="10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  <a:spcBef>
                <a:spcPts val="25"/>
              </a:spcBef>
            </a:pPr>
            <a:r>
              <a:rPr sz="1000" b="1" spc="-10" dirty="0">
                <a:solidFill>
                  <a:srgbClr val="0F5680"/>
                </a:solidFill>
                <a:latin typeface="Courier New"/>
                <a:cs typeface="Courier New"/>
              </a:rPr>
              <a:t>copyOptions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37970">
              <a:lnSpc>
                <a:spcPct val="100000"/>
              </a:lnSpc>
              <a:spcBef>
                <a:spcPts val="105"/>
              </a:spcBef>
            </a:pPr>
            <a:r>
              <a:rPr dirty="0"/>
              <a:t>Copy</a:t>
            </a:r>
            <a:r>
              <a:rPr spc="-70" dirty="0"/>
              <a:t> </a:t>
            </a:r>
            <a:r>
              <a:rPr spc="-10" dirty="0"/>
              <a:t>Options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14600" y="1886711"/>
            <a:ext cx="4267200" cy="117983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141605" rIns="0" bIns="0" rtlCol="0">
            <a:spAutoFit/>
          </a:bodyPr>
          <a:lstStyle/>
          <a:p>
            <a:pPr marL="915035">
              <a:lnSpc>
                <a:spcPct val="100000"/>
              </a:lnSpc>
              <a:spcBef>
                <a:spcPts val="1115"/>
              </a:spcBef>
            </a:pPr>
            <a:r>
              <a:rPr sz="1000" dirty="0">
                <a:latin typeface="Courier New"/>
                <a:cs typeface="Courier New"/>
              </a:rPr>
              <a:t>COPY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INTO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&lt;table_name&gt;</a:t>
            </a:r>
            <a:endParaRPr sz="10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  <a:tabLst>
                <a:tab pos="1371600" algn="l"/>
              </a:tabLst>
            </a:pPr>
            <a:r>
              <a:rPr sz="1000" spc="-20" dirty="0">
                <a:latin typeface="Courier New"/>
                <a:cs typeface="Courier New"/>
              </a:rPr>
              <a:t>FROM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b="1" spc="-10" dirty="0">
                <a:solidFill>
                  <a:srgbClr val="0F5680"/>
                </a:solidFill>
                <a:latin typeface="Courier New"/>
                <a:cs typeface="Courier New"/>
              </a:rPr>
              <a:t>externalStage</a:t>
            </a:r>
            <a:endParaRPr sz="1000">
              <a:latin typeface="Courier New"/>
              <a:cs typeface="Courier New"/>
            </a:endParaRPr>
          </a:p>
          <a:p>
            <a:pPr marL="915035" marR="296545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Courier New"/>
                <a:cs typeface="Courier New"/>
              </a:rPr>
              <a:t>FILES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i="1" dirty="0">
                <a:solidFill>
                  <a:srgbClr val="009999"/>
                </a:solidFill>
                <a:latin typeface="Courier New"/>
                <a:cs typeface="Courier New"/>
              </a:rPr>
              <a:t>'&lt;file_name&gt;'</a:t>
            </a:r>
            <a:r>
              <a:rPr sz="1000" i="1" spc="-30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,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'&lt;file_name2&gt;'</a:t>
            </a:r>
            <a:r>
              <a:rPr sz="1000" spc="-10" dirty="0">
                <a:latin typeface="Courier New"/>
                <a:cs typeface="Courier New"/>
              </a:rPr>
              <a:t>) </a:t>
            </a:r>
            <a:r>
              <a:rPr sz="1000" dirty="0">
                <a:latin typeface="Courier New"/>
                <a:cs typeface="Courier New"/>
              </a:rPr>
              <a:t>FILE_FORMAT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&lt;file_format_name&gt;</a:t>
            </a:r>
            <a:endParaRPr sz="10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  <a:spcBef>
                <a:spcPts val="25"/>
              </a:spcBef>
            </a:pPr>
            <a:r>
              <a:rPr sz="1000" dirty="0">
                <a:latin typeface="Courier New"/>
                <a:cs typeface="Courier New"/>
              </a:rPr>
              <a:t>ON_ERROR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CONTINUE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37970">
              <a:lnSpc>
                <a:spcPct val="100000"/>
              </a:lnSpc>
              <a:spcBef>
                <a:spcPts val="105"/>
              </a:spcBef>
            </a:pPr>
            <a:r>
              <a:rPr dirty="0"/>
              <a:t>Copy</a:t>
            </a:r>
            <a:r>
              <a:rPr spc="-70" dirty="0"/>
              <a:t> </a:t>
            </a:r>
            <a:r>
              <a:rPr spc="-10" dirty="0"/>
              <a:t>Options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05583" y="3323831"/>
            <a:ext cx="4105275" cy="398780"/>
            <a:chOff x="2005583" y="3323831"/>
            <a:chExt cx="4105275" cy="3987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5583" y="3326891"/>
              <a:ext cx="363474" cy="37261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4099" y="3323831"/>
              <a:ext cx="1922526" cy="39853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46219" y="3323831"/>
              <a:ext cx="813053" cy="39853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52900" y="3553950"/>
              <a:ext cx="599694" cy="311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57344" y="3323831"/>
              <a:ext cx="1453134" cy="39853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098294" y="3352546"/>
            <a:ext cx="38995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8455" indent="-325755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338455" algn="l"/>
              </a:tabLst>
            </a:pP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Validate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files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u="sng" spc="-40" dirty="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Trebuchet MS"/>
                <a:cs typeface="Trebuchet MS"/>
              </a:rPr>
              <a:t>instead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0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loading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them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9700" y="1886711"/>
            <a:ext cx="6591300" cy="117983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141605" rIns="0" bIns="0" rtlCol="0">
            <a:spAutoFit/>
          </a:bodyPr>
          <a:lstStyle/>
          <a:p>
            <a:pPr marL="914400">
              <a:lnSpc>
                <a:spcPct val="100000"/>
              </a:lnSpc>
              <a:spcBef>
                <a:spcPts val="1115"/>
              </a:spcBef>
            </a:pPr>
            <a:r>
              <a:rPr sz="1000" dirty="0">
                <a:latin typeface="Courier New"/>
                <a:cs typeface="Courier New"/>
              </a:rPr>
              <a:t>COPY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INTO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&lt;table_name&gt;</a:t>
            </a:r>
            <a:endParaRPr sz="1000">
              <a:latin typeface="Courier New"/>
              <a:cs typeface="Courier New"/>
            </a:endParaRPr>
          </a:p>
          <a:p>
            <a:pPr marL="914400">
              <a:lnSpc>
                <a:spcPct val="100000"/>
              </a:lnSpc>
              <a:tabLst>
                <a:tab pos="1371600" algn="l"/>
              </a:tabLst>
            </a:pPr>
            <a:r>
              <a:rPr sz="1000" spc="-20" dirty="0">
                <a:latin typeface="Courier New"/>
                <a:cs typeface="Courier New"/>
              </a:rPr>
              <a:t>FROM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b="1" spc="-10" dirty="0">
                <a:solidFill>
                  <a:srgbClr val="0F5680"/>
                </a:solidFill>
                <a:latin typeface="Courier New"/>
                <a:cs typeface="Courier New"/>
              </a:rPr>
              <a:t>externalStage</a:t>
            </a:r>
            <a:endParaRPr sz="1000">
              <a:latin typeface="Courier New"/>
              <a:cs typeface="Courier New"/>
            </a:endParaRPr>
          </a:p>
          <a:p>
            <a:pPr marL="914400" marR="2620645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Courier New"/>
                <a:cs typeface="Courier New"/>
              </a:rPr>
              <a:t>FILES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i="1" dirty="0">
                <a:solidFill>
                  <a:srgbClr val="009999"/>
                </a:solidFill>
                <a:latin typeface="Courier New"/>
                <a:cs typeface="Courier New"/>
              </a:rPr>
              <a:t>'&lt;file_name&gt;'</a:t>
            </a:r>
            <a:r>
              <a:rPr sz="1000" i="1" spc="-25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,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'&lt;file_name2&gt;'</a:t>
            </a:r>
            <a:r>
              <a:rPr sz="1000" spc="-10" dirty="0">
                <a:latin typeface="Courier New"/>
                <a:cs typeface="Courier New"/>
              </a:rPr>
              <a:t>) </a:t>
            </a:r>
            <a:r>
              <a:rPr sz="1000" dirty="0">
                <a:latin typeface="Courier New"/>
                <a:cs typeface="Courier New"/>
              </a:rPr>
              <a:t>FILE_FORMAT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&lt;file_format_name&gt;</a:t>
            </a:r>
            <a:endParaRPr sz="1000">
              <a:latin typeface="Courier New"/>
              <a:cs typeface="Courier New"/>
            </a:endParaRPr>
          </a:p>
          <a:p>
            <a:pPr marL="914400">
              <a:lnSpc>
                <a:spcPct val="100000"/>
              </a:lnSpc>
              <a:spcBef>
                <a:spcPts val="25"/>
              </a:spcBef>
              <a:tabLst>
                <a:tab pos="2356485" algn="l"/>
              </a:tabLst>
            </a:pPr>
            <a:r>
              <a:rPr sz="1000" dirty="0">
                <a:latin typeface="Courier New"/>
                <a:cs typeface="Courier New"/>
              </a:rPr>
              <a:t>VALIDATION_MODE</a:t>
            </a:r>
            <a:r>
              <a:rPr sz="1000" spc="-95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=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dirty="0">
                <a:solidFill>
                  <a:srgbClr val="009999"/>
                </a:solidFill>
                <a:latin typeface="Courier New"/>
                <a:cs typeface="Courier New"/>
              </a:rPr>
              <a:t>RETURN_n_ROWS</a:t>
            </a:r>
            <a:r>
              <a:rPr sz="1000" spc="-45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9999"/>
                </a:solidFill>
                <a:latin typeface="Courier New"/>
                <a:cs typeface="Courier New"/>
              </a:rPr>
              <a:t>|</a:t>
            </a:r>
            <a:r>
              <a:rPr sz="1000" spc="-40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009999"/>
                </a:solidFill>
                <a:latin typeface="Courier New"/>
                <a:cs typeface="Courier New"/>
              </a:rPr>
              <a:t>RETURN_ERRORS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37970">
              <a:lnSpc>
                <a:spcPct val="100000"/>
              </a:lnSpc>
              <a:spcBef>
                <a:spcPts val="105"/>
              </a:spcBef>
            </a:pPr>
            <a:r>
              <a:rPr dirty="0"/>
              <a:t>Copy</a:t>
            </a:r>
            <a:r>
              <a:rPr spc="-70" dirty="0"/>
              <a:t> </a:t>
            </a:r>
            <a:r>
              <a:rPr spc="-10" dirty="0"/>
              <a:t>Options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95500" y="3899915"/>
            <a:ext cx="4105275" cy="398780"/>
            <a:chOff x="2095500" y="3899915"/>
            <a:chExt cx="4105275" cy="3987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95500" y="3902963"/>
              <a:ext cx="363474" cy="37261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14015" y="3899915"/>
              <a:ext cx="1922526" cy="39853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36135" y="3899915"/>
              <a:ext cx="813053" cy="39853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242816" y="4130034"/>
              <a:ext cx="599693" cy="3113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47260" y="3899915"/>
              <a:ext cx="1453134" cy="39853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187320" y="3928668"/>
            <a:ext cx="38995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8455" indent="-325755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338455" algn="l"/>
              </a:tabLst>
            </a:pP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Validate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files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u="sng" spc="-40" dirty="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Trebuchet MS"/>
                <a:cs typeface="Trebuchet MS"/>
              </a:rPr>
              <a:t>instead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0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loading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them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59991" y="1418844"/>
            <a:ext cx="6591300" cy="117983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142240" rIns="0" bIns="0" rtlCol="0">
            <a:spAutoFit/>
          </a:bodyPr>
          <a:lstStyle/>
          <a:p>
            <a:pPr marL="915035">
              <a:lnSpc>
                <a:spcPct val="100000"/>
              </a:lnSpc>
              <a:spcBef>
                <a:spcPts val="1120"/>
              </a:spcBef>
            </a:pPr>
            <a:r>
              <a:rPr sz="1000" dirty="0">
                <a:latin typeface="Courier New"/>
                <a:cs typeface="Courier New"/>
              </a:rPr>
              <a:t>COPY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INTO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&lt;table_name&gt;</a:t>
            </a:r>
            <a:endParaRPr sz="10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  <a:tabLst>
                <a:tab pos="1372235" algn="l"/>
              </a:tabLst>
            </a:pPr>
            <a:r>
              <a:rPr sz="1000" spc="-20" dirty="0">
                <a:latin typeface="Courier New"/>
                <a:cs typeface="Courier New"/>
              </a:rPr>
              <a:t>FROM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b="1" spc="-10" dirty="0">
                <a:solidFill>
                  <a:srgbClr val="0F5680"/>
                </a:solidFill>
                <a:latin typeface="Courier New"/>
                <a:cs typeface="Courier New"/>
              </a:rPr>
              <a:t>externalStage</a:t>
            </a:r>
            <a:endParaRPr sz="10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FILES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i="1" dirty="0">
                <a:solidFill>
                  <a:srgbClr val="009999"/>
                </a:solidFill>
                <a:latin typeface="Courier New"/>
                <a:cs typeface="Courier New"/>
              </a:rPr>
              <a:t>'&lt;file_name&gt;'</a:t>
            </a:r>
            <a:r>
              <a:rPr sz="1000" i="1" spc="-25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,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'&lt;file_name2&gt;'</a:t>
            </a:r>
            <a:r>
              <a:rPr sz="1000" spc="-10" dirty="0"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FILE_FORMAT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&lt;file_format_name&gt;</a:t>
            </a:r>
            <a:endParaRPr sz="10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  <a:spcBef>
                <a:spcPts val="25"/>
              </a:spcBef>
            </a:pPr>
            <a:r>
              <a:rPr sz="1000" dirty="0">
                <a:latin typeface="Courier New"/>
                <a:cs typeface="Courier New"/>
              </a:rPr>
              <a:t>VALIDATION_MODE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85" dirty="0"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9999"/>
                </a:solidFill>
                <a:latin typeface="Courier New"/>
                <a:cs typeface="Courier New"/>
              </a:rPr>
              <a:t>RETURN_n_ROWS</a:t>
            </a:r>
            <a:r>
              <a:rPr sz="1000" spc="-45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9999"/>
                </a:solidFill>
                <a:latin typeface="Courier New"/>
                <a:cs typeface="Courier New"/>
              </a:rPr>
              <a:t>|</a:t>
            </a:r>
            <a:r>
              <a:rPr sz="1000" spc="-45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009999"/>
                </a:solidFill>
                <a:latin typeface="Courier New"/>
                <a:cs typeface="Courier New"/>
              </a:rPr>
              <a:t>RETURN_ERRORS</a:t>
            </a:r>
            <a:endParaRPr sz="1000">
              <a:latin typeface="Courier New"/>
              <a:cs typeface="Courier New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958824" y="2794000"/>
          <a:ext cx="7467600" cy="8299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3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1334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409" dirty="0">
                          <a:latin typeface="Tahoma"/>
                          <a:cs typeface="Tahoma"/>
                        </a:rPr>
                        <a:t>RETURN_N_ROWS</a:t>
                      </a:r>
                      <a:r>
                        <a:rPr sz="1400" spc="-16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25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400" cap="small" spc="-25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400" spc="-250" dirty="0">
                          <a:latin typeface="Tahoma"/>
                          <a:cs typeface="Tahoma"/>
                        </a:rPr>
                        <a:t>.</a:t>
                      </a:r>
                      <a:r>
                        <a:rPr sz="1400" cap="small" spc="-250" dirty="0">
                          <a:latin typeface="Tahoma"/>
                          <a:cs typeface="Tahoma"/>
                        </a:rPr>
                        <a:t>g</a:t>
                      </a:r>
                      <a:r>
                        <a:rPr sz="1400" spc="-250" dirty="0">
                          <a:latin typeface="Tahoma"/>
                          <a:cs typeface="Tahoma"/>
                        </a:rPr>
                        <a:t>.</a:t>
                      </a:r>
                      <a:r>
                        <a:rPr sz="1400" spc="-2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409" dirty="0">
                          <a:latin typeface="Tahoma"/>
                          <a:cs typeface="Tahoma"/>
                        </a:rPr>
                        <a:t>RETURN_10_ROWS)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383838"/>
                      </a:solidFill>
                      <a:prstDash val="solid"/>
                    </a:lnL>
                    <a:lnR w="12700">
                      <a:solidFill>
                        <a:srgbClr val="383838"/>
                      </a:solidFill>
                      <a:prstDash val="solid"/>
                    </a:lnR>
                    <a:lnT w="12700">
                      <a:solidFill>
                        <a:srgbClr val="383838"/>
                      </a:solidFill>
                      <a:prstDash val="solid"/>
                    </a:lnT>
                    <a:lnB w="12700">
                      <a:solidFill>
                        <a:srgbClr val="383838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53035" marR="128016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300" dirty="0">
                          <a:latin typeface="Tahoma"/>
                          <a:cs typeface="Tahoma"/>
                        </a:rPr>
                        <a:t>Va</a:t>
                      </a:r>
                      <a:r>
                        <a:rPr sz="1400" cap="small" spc="-300" dirty="0">
                          <a:latin typeface="Tahoma"/>
                          <a:cs typeface="Tahoma"/>
                        </a:rPr>
                        <a:t>li</a:t>
                      </a:r>
                      <a:r>
                        <a:rPr sz="1400" spc="-300" dirty="0">
                          <a:latin typeface="Tahoma"/>
                          <a:cs typeface="Tahoma"/>
                        </a:rPr>
                        <a:t>DaT</a:t>
                      </a:r>
                      <a:r>
                        <a:rPr sz="1400" cap="small" spc="-30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400" spc="-30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1400" spc="-2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310" dirty="0">
                          <a:latin typeface="Tahoma"/>
                          <a:cs typeface="Tahoma"/>
                        </a:rPr>
                        <a:t>&amp;</a:t>
                      </a:r>
                      <a:r>
                        <a:rPr sz="1400" spc="-2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350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1400" cap="small" spc="-35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400" spc="-350" dirty="0">
                          <a:latin typeface="Tahoma"/>
                          <a:cs typeface="Tahoma"/>
                        </a:rPr>
                        <a:t>TuRNs</a:t>
                      </a:r>
                      <a:r>
                        <a:rPr sz="1400" spc="-21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320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1400" cap="small" spc="-320" dirty="0">
                          <a:latin typeface="Tahoma"/>
                          <a:cs typeface="Tahoma"/>
                        </a:rPr>
                        <a:t>he</a:t>
                      </a:r>
                      <a:r>
                        <a:rPr sz="14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254" dirty="0">
                          <a:latin typeface="Tahoma"/>
                          <a:cs typeface="Tahoma"/>
                        </a:rPr>
                        <a:t>sP</a:t>
                      </a:r>
                      <a:r>
                        <a:rPr sz="1400" cap="small" spc="-254" dirty="0">
                          <a:latin typeface="Tahoma"/>
                          <a:cs typeface="Tahoma"/>
                        </a:rPr>
                        <a:t>ecifie</a:t>
                      </a:r>
                      <a:r>
                        <a:rPr sz="1400" spc="-254" dirty="0">
                          <a:latin typeface="Tahoma"/>
                          <a:cs typeface="Tahoma"/>
                        </a:rPr>
                        <a:t>D</a:t>
                      </a:r>
                      <a:r>
                        <a:rPr sz="1400" spc="-2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300" dirty="0">
                          <a:latin typeface="Tahoma"/>
                          <a:cs typeface="Tahoma"/>
                        </a:rPr>
                        <a:t>Nu</a:t>
                      </a:r>
                      <a:r>
                        <a:rPr sz="1400" cap="small" spc="-300" dirty="0">
                          <a:latin typeface="Tahoma"/>
                          <a:cs typeface="Tahoma"/>
                        </a:rPr>
                        <a:t>m</a:t>
                      </a:r>
                      <a:r>
                        <a:rPr sz="1400" spc="-300" dirty="0">
                          <a:latin typeface="Tahoma"/>
                          <a:cs typeface="Tahoma"/>
                        </a:rPr>
                        <a:t>B</a:t>
                      </a:r>
                      <a:r>
                        <a:rPr sz="1400" cap="small" spc="-300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400" spc="-300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1400" spc="-2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250" dirty="0">
                          <a:latin typeface="Tahoma"/>
                          <a:cs typeface="Tahoma"/>
                        </a:rPr>
                        <a:t>o</a:t>
                      </a:r>
                      <a:r>
                        <a:rPr sz="1400" cap="small" spc="-250" dirty="0">
                          <a:latin typeface="Tahoma"/>
                          <a:cs typeface="Tahoma"/>
                        </a:rPr>
                        <a:t>f</a:t>
                      </a:r>
                      <a:r>
                        <a:rPr sz="14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420" dirty="0">
                          <a:latin typeface="Tahoma"/>
                          <a:cs typeface="Tahoma"/>
                        </a:rPr>
                        <a:t>Rows;</a:t>
                      </a:r>
                      <a:r>
                        <a:rPr sz="1400" spc="-2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cap="small" spc="-220" dirty="0">
                          <a:latin typeface="Tahoma"/>
                          <a:cs typeface="Tahoma"/>
                        </a:rPr>
                        <a:t>f</a:t>
                      </a:r>
                      <a:r>
                        <a:rPr sz="1400" spc="-220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400" cap="small" spc="-220" dirty="0">
                          <a:latin typeface="Tahoma"/>
                          <a:cs typeface="Tahoma"/>
                        </a:rPr>
                        <a:t>il</a:t>
                      </a:r>
                      <a:r>
                        <a:rPr sz="1400" spc="-220" dirty="0">
                          <a:latin typeface="Tahoma"/>
                          <a:cs typeface="Tahoma"/>
                        </a:rPr>
                        <a:t>s</a:t>
                      </a:r>
                      <a:r>
                        <a:rPr sz="14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355" dirty="0">
                          <a:latin typeface="Tahoma"/>
                          <a:cs typeface="Tahoma"/>
                        </a:rPr>
                        <a:t>aT</a:t>
                      </a:r>
                      <a:r>
                        <a:rPr sz="14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320" dirty="0">
                          <a:latin typeface="Tahoma"/>
                          <a:cs typeface="Tahoma"/>
                        </a:rPr>
                        <a:t>T</a:t>
                      </a:r>
                      <a:r>
                        <a:rPr sz="1400" cap="small" spc="-320" dirty="0">
                          <a:latin typeface="Tahoma"/>
                          <a:cs typeface="Tahoma"/>
                        </a:rPr>
                        <a:t>he</a:t>
                      </a:r>
                      <a:r>
                        <a:rPr sz="1400" spc="-19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cap="small" spc="-290" dirty="0">
                          <a:latin typeface="Tahoma"/>
                          <a:cs typeface="Tahoma"/>
                        </a:rPr>
                        <a:t>fi</a:t>
                      </a:r>
                      <a:r>
                        <a:rPr sz="1400" spc="-290" dirty="0">
                          <a:latin typeface="Tahoma"/>
                          <a:cs typeface="Tahoma"/>
                        </a:rPr>
                        <a:t>RsT</a:t>
                      </a:r>
                      <a:r>
                        <a:rPr sz="1400" spc="-1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cap="small" spc="-395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400" spc="-395" dirty="0">
                          <a:latin typeface="Tahoma"/>
                          <a:cs typeface="Tahoma"/>
                        </a:rPr>
                        <a:t>RRoR</a:t>
                      </a:r>
                      <a:r>
                        <a:rPr sz="1400" spc="-204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cap="small" spc="-335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400" spc="-335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1400" cap="small" spc="-335" dirty="0">
                          <a:latin typeface="Tahoma"/>
                          <a:cs typeface="Tahoma"/>
                        </a:rPr>
                        <a:t>c</a:t>
                      </a:r>
                      <a:r>
                        <a:rPr sz="1400" spc="-335" dirty="0">
                          <a:latin typeface="Tahoma"/>
                          <a:cs typeface="Tahoma"/>
                        </a:rPr>
                        <a:t>ouNT</a:t>
                      </a:r>
                      <a:r>
                        <a:rPr sz="1400" cap="small" spc="-335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400" spc="-335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1400" cap="small" spc="-335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400" spc="-335" dirty="0">
                          <a:latin typeface="Tahoma"/>
                          <a:cs typeface="Tahoma"/>
                        </a:rPr>
                        <a:t>D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383838"/>
                      </a:solidFill>
                      <a:prstDash val="solid"/>
                    </a:lnL>
                    <a:lnR w="12700">
                      <a:solidFill>
                        <a:srgbClr val="383838"/>
                      </a:solidFill>
                      <a:prstDash val="solid"/>
                    </a:lnR>
                    <a:lnT w="12700">
                      <a:solidFill>
                        <a:srgbClr val="383838"/>
                      </a:solidFill>
                      <a:prstDash val="solid"/>
                    </a:lnT>
                    <a:lnB w="12700">
                      <a:solidFill>
                        <a:srgbClr val="383838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440" dirty="0">
                          <a:latin typeface="Tahoma"/>
                          <a:cs typeface="Tahoma"/>
                        </a:rPr>
                        <a:t>RETURN_ERRORS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383838"/>
                      </a:solidFill>
                      <a:prstDash val="solid"/>
                    </a:lnL>
                    <a:lnR w="12700">
                      <a:solidFill>
                        <a:srgbClr val="383838"/>
                      </a:solidFill>
                      <a:prstDash val="solid"/>
                    </a:lnR>
                    <a:lnT w="12700">
                      <a:solidFill>
                        <a:srgbClr val="383838"/>
                      </a:solidFill>
                      <a:prstDash val="solid"/>
                    </a:lnT>
                    <a:lnB w="12700">
                      <a:solidFill>
                        <a:srgbClr val="383838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400" spc="-355" dirty="0">
                          <a:latin typeface="Tahoma"/>
                          <a:cs typeface="Tahoma"/>
                        </a:rPr>
                        <a:t>R</a:t>
                      </a:r>
                      <a:r>
                        <a:rPr sz="1400" cap="small" spc="-355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400" spc="-355" dirty="0">
                          <a:latin typeface="Tahoma"/>
                          <a:cs typeface="Tahoma"/>
                        </a:rPr>
                        <a:t>TuRNs</a:t>
                      </a:r>
                      <a:r>
                        <a:rPr sz="1400" spc="-19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245" dirty="0">
                          <a:latin typeface="Tahoma"/>
                          <a:cs typeface="Tahoma"/>
                        </a:rPr>
                        <a:t>a</a:t>
                      </a:r>
                      <a:r>
                        <a:rPr sz="1400" cap="small" spc="-245" dirty="0">
                          <a:latin typeface="Tahoma"/>
                          <a:cs typeface="Tahoma"/>
                        </a:rPr>
                        <a:t>ll</a:t>
                      </a:r>
                      <a:r>
                        <a:rPr sz="1400" spc="-18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cap="small" spc="-375" dirty="0">
                          <a:latin typeface="Tahoma"/>
                          <a:cs typeface="Tahoma"/>
                        </a:rPr>
                        <a:t>e</a:t>
                      </a:r>
                      <a:r>
                        <a:rPr sz="1400" spc="-375" dirty="0">
                          <a:latin typeface="Tahoma"/>
                          <a:cs typeface="Tahoma"/>
                        </a:rPr>
                        <a:t>RRoRs</a:t>
                      </a:r>
                      <a:r>
                        <a:rPr sz="1400" spc="-204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cap="small" spc="-200" dirty="0">
                          <a:latin typeface="Tahoma"/>
                          <a:cs typeface="Tahoma"/>
                        </a:rPr>
                        <a:t>i</a:t>
                      </a:r>
                      <a:r>
                        <a:rPr sz="1400" spc="-200" dirty="0">
                          <a:latin typeface="Tahoma"/>
                          <a:cs typeface="Tahoma"/>
                        </a:rPr>
                        <a:t>N</a:t>
                      </a:r>
                      <a:r>
                        <a:rPr sz="1400" spc="-16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355" dirty="0">
                          <a:latin typeface="Tahoma"/>
                          <a:cs typeface="Tahoma"/>
                        </a:rPr>
                        <a:t>CoPy</a:t>
                      </a:r>
                      <a:r>
                        <a:rPr sz="1400" spc="-20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400" spc="-275" dirty="0">
                          <a:latin typeface="Tahoma"/>
                          <a:cs typeface="Tahoma"/>
                        </a:rPr>
                        <a:t>Co</a:t>
                      </a:r>
                      <a:r>
                        <a:rPr sz="1400" cap="small" spc="-275" dirty="0">
                          <a:latin typeface="Tahoma"/>
                          <a:cs typeface="Tahoma"/>
                        </a:rPr>
                        <a:t>mm</a:t>
                      </a:r>
                      <a:r>
                        <a:rPr sz="1400" spc="-275" dirty="0">
                          <a:latin typeface="Tahoma"/>
                          <a:cs typeface="Tahoma"/>
                        </a:rPr>
                        <a:t>aND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383838"/>
                      </a:solidFill>
                      <a:prstDash val="solid"/>
                    </a:lnL>
                    <a:lnR w="12700">
                      <a:solidFill>
                        <a:srgbClr val="383838"/>
                      </a:solidFill>
                      <a:prstDash val="solid"/>
                    </a:lnR>
                    <a:lnT w="12700">
                      <a:solidFill>
                        <a:srgbClr val="383838"/>
                      </a:solidFill>
                      <a:prstDash val="solid"/>
                    </a:lnT>
                    <a:lnB w="12700">
                      <a:solidFill>
                        <a:srgbClr val="383838"/>
                      </a:solidFill>
                      <a:prstDash val="soli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37970">
              <a:lnSpc>
                <a:spcPct val="100000"/>
              </a:lnSpc>
              <a:spcBef>
                <a:spcPts val="105"/>
              </a:spcBef>
            </a:pPr>
            <a:r>
              <a:rPr dirty="0"/>
              <a:t>Copy</a:t>
            </a:r>
            <a:r>
              <a:rPr spc="-70" dirty="0"/>
              <a:t> </a:t>
            </a:r>
            <a:r>
              <a:rPr spc="-10" dirty="0"/>
              <a:t>Options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14600" y="1886711"/>
            <a:ext cx="4267200" cy="117983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141605" rIns="0" bIns="0" rtlCol="0">
            <a:spAutoFit/>
          </a:bodyPr>
          <a:lstStyle/>
          <a:p>
            <a:pPr marL="915035">
              <a:lnSpc>
                <a:spcPct val="100000"/>
              </a:lnSpc>
              <a:spcBef>
                <a:spcPts val="1115"/>
              </a:spcBef>
            </a:pPr>
            <a:r>
              <a:rPr sz="1000" dirty="0">
                <a:latin typeface="Courier New"/>
                <a:cs typeface="Courier New"/>
              </a:rPr>
              <a:t>COPY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INTO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&lt;table_name&gt;</a:t>
            </a:r>
            <a:endParaRPr sz="10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  <a:tabLst>
                <a:tab pos="1371600" algn="l"/>
              </a:tabLst>
            </a:pPr>
            <a:r>
              <a:rPr sz="1000" spc="-20" dirty="0">
                <a:latin typeface="Courier New"/>
                <a:cs typeface="Courier New"/>
              </a:rPr>
              <a:t>FROM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b="1" spc="-10" dirty="0">
                <a:solidFill>
                  <a:srgbClr val="0F5680"/>
                </a:solidFill>
                <a:latin typeface="Courier New"/>
                <a:cs typeface="Courier New"/>
              </a:rPr>
              <a:t>externalStage</a:t>
            </a:r>
            <a:endParaRPr sz="1000">
              <a:latin typeface="Courier New"/>
              <a:cs typeface="Courier New"/>
            </a:endParaRPr>
          </a:p>
          <a:p>
            <a:pPr marL="915035" marR="296545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Courier New"/>
                <a:cs typeface="Courier New"/>
              </a:rPr>
              <a:t>FILES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i="1" dirty="0">
                <a:solidFill>
                  <a:srgbClr val="009999"/>
                </a:solidFill>
                <a:latin typeface="Courier New"/>
                <a:cs typeface="Courier New"/>
              </a:rPr>
              <a:t>'&lt;file_name&gt;'</a:t>
            </a:r>
            <a:r>
              <a:rPr sz="1000" i="1" spc="-30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,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'&lt;file_name2&gt;'</a:t>
            </a:r>
            <a:r>
              <a:rPr sz="1000" spc="-10" dirty="0">
                <a:latin typeface="Courier New"/>
                <a:cs typeface="Courier New"/>
              </a:rPr>
              <a:t>) </a:t>
            </a:r>
            <a:r>
              <a:rPr sz="1000" dirty="0">
                <a:latin typeface="Courier New"/>
                <a:cs typeface="Courier New"/>
              </a:rPr>
              <a:t>FILE_FORMAT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&lt;file_format_name&gt;</a:t>
            </a:r>
            <a:endParaRPr sz="10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  <a:spcBef>
                <a:spcPts val="25"/>
              </a:spcBef>
            </a:pPr>
            <a:r>
              <a:rPr sz="1000" dirty="0">
                <a:latin typeface="Courier New"/>
                <a:cs typeface="Courier New"/>
              </a:rPr>
              <a:t>SIZE_LIMIT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85" dirty="0">
                <a:latin typeface="Courier New"/>
                <a:cs typeface="Courier New"/>
              </a:rPr>
              <a:t> </a:t>
            </a:r>
            <a:r>
              <a:rPr sz="1000" i="1" spc="-25" dirty="0">
                <a:solidFill>
                  <a:srgbClr val="009999"/>
                </a:solidFill>
                <a:latin typeface="Courier New"/>
                <a:cs typeface="Courier New"/>
              </a:rPr>
              <a:t>num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53183" y="3400031"/>
            <a:ext cx="6799580" cy="398780"/>
            <a:chOff x="1853183" y="3400031"/>
            <a:chExt cx="6799580" cy="3987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3183" y="3403091"/>
              <a:ext cx="363474" cy="37261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32075" y="3400031"/>
              <a:ext cx="6520433" cy="398538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833372" y="3858767"/>
            <a:ext cx="5059045" cy="718820"/>
            <a:chOff x="1833372" y="3858767"/>
            <a:chExt cx="5059045" cy="71882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33372" y="3863339"/>
              <a:ext cx="363474" cy="37110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12263" y="3858767"/>
              <a:ext cx="4780026" cy="39853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12263" y="4178807"/>
              <a:ext cx="810006" cy="39853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924939" y="3428746"/>
            <a:ext cx="6612255" cy="1019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040" indent="-286385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320040" algn="l"/>
              </a:tabLst>
            </a:pP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Specify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maximum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size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(in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bytes)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loaded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in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that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command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(at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least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one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file)</a:t>
            </a:r>
            <a:endParaRPr sz="1400">
              <a:latin typeface="Trebuchet MS"/>
              <a:cs typeface="Trebuchet MS"/>
            </a:endParaRPr>
          </a:p>
          <a:p>
            <a:pPr marL="299085" marR="1805305" indent="-287020">
              <a:lnSpc>
                <a:spcPct val="150000"/>
              </a:lnSpc>
              <a:spcBef>
                <a:spcPts val="1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When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threshold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D9D9D9"/>
                </a:solidFill>
                <a:latin typeface="Trebuchet MS"/>
                <a:cs typeface="Trebuchet MS"/>
              </a:rPr>
              <a:t>is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exceeded,</a:t>
            </a:r>
            <a:r>
              <a:rPr sz="14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COPY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operation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stops loading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37970">
              <a:lnSpc>
                <a:spcPct val="100000"/>
              </a:lnSpc>
              <a:spcBef>
                <a:spcPts val="105"/>
              </a:spcBef>
            </a:pPr>
            <a:r>
              <a:rPr dirty="0"/>
              <a:t>Copy</a:t>
            </a:r>
            <a:r>
              <a:rPr spc="-70" dirty="0"/>
              <a:t> </a:t>
            </a:r>
            <a:r>
              <a:rPr spc="-10" dirty="0"/>
              <a:t>Options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14600" y="1886711"/>
            <a:ext cx="4267200" cy="117983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141605" rIns="0" bIns="0" rtlCol="0">
            <a:spAutoFit/>
          </a:bodyPr>
          <a:lstStyle/>
          <a:p>
            <a:pPr marL="915035">
              <a:lnSpc>
                <a:spcPct val="100000"/>
              </a:lnSpc>
              <a:spcBef>
                <a:spcPts val="1115"/>
              </a:spcBef>
            </a:pPr>
            <a:r>
              <a:rPr sz="1000" dirty="0">
                <a:latin typeface="Courier New"/>
                <a:cs typeface="Courier New"/>
              </a:rPr>
              <a:t>COPY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INTO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&lt;table_name&gt;</a:t>
            </a:r>
            <a:endParaRPr sz="10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  <a:tabLst>
                <a:tab pos="1371600" algn="l"/>
              </a:tabLst>
            </a:pPr>
            <a:r>
              <a:rPr sz="1000" spc="-20" dirty="0">
                <a:latin typeface="Courier New"/>
                <a:cs typeface="Courier New"/>
              </a:rPr>
              <a:t>FROM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b="1" spc="-10" dirty="0">
                <a:solidFill>
                  <a:srgbClr val="0F5680"/>
                </a:solidFill>
                <a:latin typeface="Courier New"/>
                <a:cs typeface="Courier New"/>
              </a:rPr>
              <a:t>externalStage</a:t>
            </a:r>
            <a:endParaRPr sz="1000">
              <a:latin typeface="Courier New"/>
              <a:cs typeface="Courier New"/>
            </a:endParaRPr>
          </a:p>
          <a:p>
            <a:pPr marL="915035" marR="296545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Courier New"/>
                <a:cs typeface="Courier New"/>
              </a:rPr>
              <a:t>FILES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i="1" dirty="0">
                <a:solidFill>
                  <a:srgbClr val="009999"/>
                </a:solidFill>
                <a:latin typeface="Courier New"/>
                <a:cs typeface="Courier New"/>
              </a:rPr>
              <a:t>'&lt;file_name&gt;'</a:t>
            </a:r>
            <a:r>
              <a:rPr sz="1000" i="1" spc="-30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,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'&lt;file_name2&gt;'</a:t>
            </a:r>
            <a:r>
              <a:rPr sz="1000" spc="-10" dirty="0">
                <a:latin typeface="Courier New"/>
                <a:cs typeface="Courier New"/>
              </a:rPr>
              <a:t>) </a:t>
            </a:r>
            <a:r>
              <a:rPr sz="1000" dirty="0">
                <a:latin typeface="Courier New"/>
                <a:cs typeface="Courier New"/>
              </a:rPr>
              <a:t>FILE_FORMAT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&lt;file_format_name&gt;</a:t>
            </a:r>
            <a:endParaRPr sz="10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  <a:spcBef>
                <a:spcPts val="25"/>
              </a:spcBef>
            </a:pPr>
            <a:r>
              <a:rPr sz="1000" dirty="0">
                <a:latin typeface="Courier New"/>
                <a:cs typeface="Courier New"/>
              </a:rPr>
              <a:t>RETURN_FAILED_ONLY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85" dirty="0">
                <a:latin typeface="Courier New"/>
                <a:cs typeface="Courier New"/>
              </a:rPr>
              <a:t> </a:t>
            </a:r>
            <a:r>
              <a:rPr sz="1000" i="1" dirty="0">
                <a:solidFill>
                  <a:srgbClr val="009999"/>
                </a:solidFill>
                <a:latin typeface="Courier New"/>
                <a:cs typeface="Courier New"/>
              </a:rPr>
              <a:t>TRUE</a:t>
            </a:r>
            <a:r>
              <a:rPr sz="1000" i="1" spc="-35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000" i="1" dirty="0">
                <a:solidFill>
                  <a:srgbClr val="009999"/>
                </a:solidFill>
                <a:latin typeface="Courier New"/>
                <a:cs typeface="Courier New"/>
              </a:rPr>
              <a:t>|</a:t>
            </a:r>
            <a:r>
              <a:rPr sz="1000" i="1" spc="-35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FALSE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53183" y="3400031"/>
            <a:ext cx="6986905" cy="398780"/>
            <a:chOff x="1853183" y="3400031"/>
            <a:chExt cx="6986905" cy="3987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3183" y="3403091"/>
              <a:ext cx="363474" cy="37261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32075" y="3400031"/>
              <a:ext cx="6707885" cy="398538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853183" y="3858767"/>
            <a:ext cx="1883410" cy="398780"/>
            <a:chOff x="1853183" y="3858767"/>
            <a:chExt cx="1883410" cy="39878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53183" y="3863339"/>
              <a:ext cx="363474" cy="37110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2075" y="3858767"/>
              <a:ext cx="1604010" cy="39853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945894" y="3428746"/>
            <a:ext cx="6776084" cy="699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Specifies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whether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return</a:t>
            </a:r>
            <a:r>
              <a:rPr sz="14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only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files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that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have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failed</a:t>
            </a:r>
            <a:r>
              <a:rPr sz="14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load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in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statement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result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15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DEFAULT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=</a:t>
            </a:r>
            <a:r>
              <a:rPr sz="14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FALSE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37970">
              <a:lnSpc>
                <a:spcPct val="100000"/>
              </a:lnSpc>
              <a:spcBef>
                <a:spcPts val="105"/>
              </a:spcBef>
            </a:pPr>
            <a:r>
              <a:rPr dirty="0"/>
              <a:t>Copy</a:t>
            </a:r>
            <a:r>
              <a:rPr spc="-70" dirty="0"/>
              <a:t> </a:t>
            </a:r>
            <a:r>
              <a:rPr spc="-10" dirty="0"/>
              <a:t>Options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14600" y="1886711"/>
            <a:ext cx="4267200" cy="117983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141605" rIns="0" bIns="0" rtlCol="0">
            <a:spAutoFit/>
          </a:bodyPr>
          <a:lstStyle/>
          <a:p>
            <a:pPr marL="915035">
              <a:lnSpc>
                <a:spcPct val="100000"/>
              </a:lnSpc>
              <a:spcBef>
                <a:spcPts val="1115"/>
              </a:spcBef>
            </a:pPr>
            <a:r>
              <a:rPr sz="1000" dirty="0">
                <a:latin typeface="Courier New"/>
                <a:cs typeface="Courier New"/>
              </a:rPr>
              <a:t>COPY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INTO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&lt;table_name&gt;</a:t>
            </a:r>
            <a:endParaRPr sz="10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  <a:tabLst>
                <a:tab pos="1371600" algn="l"/>
              </a:tabLst>
            </a:pPr>
            <a:r>
              <a:rPr sz="1000" spc="-20" dirty="0">
                <a:latin typeface="Courier New"/>
                <a:cs typeface="Courier New"/>
              </a:rPr>
              <a:t>FROM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b="1" spc="-10" dirty="0">
                <a:solidFill>
                  <a:srgbClr val="0F5680"/>
                </a:solidFill>
                <a:latin typeface="Courier New"/>
                <a:cs typeface="Courier New"/>
              </a:rPr>
              <a:t>externalStage</a:t>
            </a:r>
            <a:endParaRPr sz="1000">
              <a:latin typeface="Courier New"/>
              <a:cs typeface="Courier New"/>
            </a:endParaRPr>
          </a:p>
          <a:p>
            <a:pPr marL="915035" marR="296545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Courier New"/>
                <a:cs typeface="Courier New"/>
              </a:rPr>
              <a:t>FILES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i="1" dirty="0">
                <a:solidFill>
                  <a:srgbClr val="009999"/>
                </a:solidFill>
                <a:latin typeface="Courier New"/>
                <a:cs typeface="Courier New"/>
              </a:rPr>
              <a:t>'&lt;file_name&gt;'</a:t>
            </a:r>
            <a:r>
              <a:rPr sz="1000" i="1" spc="-30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,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'&lt;file_name2&gt;'</a:t>
            </a:r>
            <a:r>
              <a:rPr sz="1000" spc="-10" dirty="0">
                <a:latin typeface="Courier New"/>
                <a:cs typeface="Courier New"/>
              </a:rPr>
              <a:t>) </a:t>
            </a:r>
            <a:r>
              <a:rPr sz="1000" dirty="0">
                <a:latin typeface="Courier New"/>
                <a:cs typeface="Courier New"/>
              </a:rPr>
              <a:t>FILE_FORMAT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&lt;file_format_name&gt;</a:t>
            </a:r>
            <a:endParaRPr sz="10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  <a:spcBef>
                <a:spcPts val="25"/>
              </a:spcBef>
            </a:pPr>
            <a:r>
              <a:rPr sz="1000" dirty="0">
                <a:latin typeface="Courier New"/>
                <a:cs typeface="Courier New"/>
              </a:rPr>
              <a:t>TRUNCATECOLUMNS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i="1" dirty="0">
                <a:solidFill>
                  <a:srgbClr val="009999"/>
                </a:solidFill>
                <a:latin typeface="Courier New"/>
                <a:cs typeface="Courier New"/>
              </a:rPr>
              <a:t>TRUE</a:t>
            </a:r>
            <a:r>
              <a:rPr sz="1000" i="1" spc="-30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000" i="1" dirty="0">
                <a:solidFill>
                  <a:srgbClr val="009999"/>
                </a:solidFill>
                <a:latin typeface="Courier New"/>
                <a:cs typeface="Courier New"/>
              </a:rPr>
              <a:t>|</a:t>
            </a:r>
            <a:r>
              <a:rPr sz="1000" i="1" spc="-35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FALSE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53183" y="3400031"/>
            <a:ext cx="6598284" cy="398780"/>
            <a:chOff x="1853183" y="3400031"/>
            <a:chExt cx="6598284" cy="3987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3183" y="3403091"/>
              <a:ext cx="363474" cy="37261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32075" y="3400031"/>
              <a:ext cx="6319266" cy="398538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945894" y="3428746"/>
            <a:ext cx="63887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Specifies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whether</a:t>
            </a:r>
            <a:r>
              <a:rPr sz="14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 truncate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text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strings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that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exceed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target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column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length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37970">
              <a:lnSpc>
                <a:spcPct val="100000"/>
              </a:lnSpc>
              <a:spcBef>
                <a:spcPts val="105"/>
              </a:spcBef>
            </a:pPr>
            <a:r>
              <a:rPr dirty="0"/>
              <a:t>Copy</a:t>
            </a:r>
            <a:r>
              <a:rPr spc="-70" dirty="0"/>
              <a:t> </a:t>
            </a:r>
            <a:r>
              <a:rPr spc="-10" dirty="0"/>
              <a:t>Options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14600" y="1886711"/>
            <a:ext cx="4267200" cy="117983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141605" rIns="0" bIns="0" rtlCol="0">
            <a:spAutoFit/>
          </a:bodyPr>
          <a:lstStyle/>
          <a:p>
            <a:pPr marL="915035">
              <a:lnSpc>
                <a:spcPct val="100000"/>
              </a:lnSpc>
              <a:spcBef>
                <a:spcPts val="1115"/>
              </a:spcBef>
            </a:pPr>
            <a:r>
              <a:rPr sz="1000" dirty="0">
                <a:latin typeface="Courier New"/>
                <a:cs typeface="Courier New"/>
              </a:rPr>
              <a:t>COPY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INTO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&lt;table_name&gt;</a:t>
            </a:r>
            <a:endParaRPr sz="10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  <a:tabLst>
                <a:tab pos="1371600" algn="l"/>
              </a:tabLst>
            </a:pPr>
            <a:r>
              <a:rPr sz="1000" spc="-20" dirty="0">
                <a:latin typeface="Courier New"/>
                <a:cs typeface="Courier New"/>
              </a:rPr>
              <a:t>FROM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b="1" spc="-10" dirty="0">
                <a:solidFill>
                  <a:srgbClr val="0F5680"/>
                </a:solidFill>
                <a:latin typeface="Courier New"/>
                <a:cs typeface="Courier New"/>
              </a:rPr>
              <a:t>externalStage</a:t>
            </a:r>
            <a:endParaRPr sz="1000">
              <a:latin typeface="Courier New"/>
              <a:cs typeface="Courier New"/>
            </a:endParaRPr>
          </a:p>
          <a:p>
            <a:pPr marL="915035" marR="296545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Courier New"/>
                <a:cs typeface="Courier New"/>
              </a:rPr>
              <a:t>FILES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i="1" dirty="0">
                <a:solidFill>
                  <a:srgbClr val="009999"/>
                </a:solidFill>
                <a:latin typeface="Courier New"/>
                <a:cs typeface="Courier New"/>
              </a:rPr>
              <a:t>'&lt;file_name&gt;'</a:t>
            </a:r>
            <a:r>
              <a:rPr sz="1000" i="1" spc="-30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,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'&lt;file_name2&gt;'</a:t>
            </a:r>
            <a:r>
              <a:rPr sz="1000" spc="-10" dirty="0">
                <a:latin typeface="Courier New"/>
                <a:cs typeface="Courier New"/>
              </a:rPr>
              <a:t>) </a:t>
            </a:r>
            <a:r>
              <a:rPr sz="1000" dirty="0">
                <a:latin typeface="Courier New"/>
                <a:cs typeface="Courier New"/>
              </a:rPr>
              <a:t>FILE_FORMAT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&lt;file_format_name&gt;</a:t>
            </a:r>
            <a:endParaRPr sz="10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FORCE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9999"/>
                </a:solidFill>
                <a:latin typeface="Courier New"/>
                <a:cs typeface="Courier New"/>
              </a:rPr>
              <a:t>TRUE</a:t>
            </a:r>
            <a:r>
              <a:rPr sz="1000" spc="-15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9999"/>
                </a:solidFill>
                <a:latin typeface="Courier New"/>
                <a:cs typeface="Courier New"/>
              </a:rPr>
              <a:t>|</a:t>
            </a:r>
            <a:r>
              <a:rPr sz="1000" spc="-20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009999"/>
                </a:solidFill>
                <a:latin typeface="Courier New"/>
                <a:cs typeface="Courier New"/>
              </a:rPr>
              <a:t>FALSE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53183" y="3400031"/>
            <a:ext cx="6948805" cy="1424305"/>
            <a:chOff x="1853183" y="3400031"/>
            <a:chExt cx="6948805" cy="14243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3183" y="3403091"/>
              <a:ext cx="363474" cy="37261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32075" y="3400031"/>
              <a:ext cx="6669785" cy="39853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32075" y="3720083"/>
              <a:ext cx="3399282" cy="39853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3183" y="4108703"/>
              <a:ext cx="363474" cy="37261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2075" y="4105655"/>
              <a:ext cx="3781805" cy="39853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32075" y="4425695"/>
              <a:ext cx="2230374" cy="39853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945894" y="3322624"/>
            <a:ext cx="6701790" cy="137160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4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Specifies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load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all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files,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regardless</a:t>
            </a:r>
            <a:r>
              <a:rPr sz="14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0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whether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they’ve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been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loaded</a:t>
            </a:r>
            <a:r>
              <a:rPr sz="14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previously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5" dirty="0">
                <a:solidFill>
                  <a:srgbClr val="D9D9D9"/>
                </a:solidFill>
                <a:latin typeface="Trebuchet MS"/>
                <a:cs typeface="Trebuchet MS"/>
              </a:rPr>
              <a:t>and</a:t>
            </a:r>
            <a:endParaRPr sz="14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840"/>
              </a:spcBef>
            </a:pP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have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not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changed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since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they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were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loaded</a:t>
            </a: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35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Note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that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0" dirty="0">
                <a:solidFill>
                  <a:srgbClr val="D9D9D9"/>
                </a:solidFill>
                <a:latin typeface="Trebuchet MS"/>
                <a:cs typeface="Trebuchet MS"/>
              </a:rPr>
              <a:t>this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option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reloads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files,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potentially</a:t>
            </a:r>
            <a:endParaRPr sz="14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844"/>
              </a:spcBef>
            </a:pP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duplicating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in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a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table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37970">
              <a:lnSpc>
                <a:spcPct val="100000"/>
              </a:lnSpc>
              <a:spcBef>
                <a:spcPts val="105"/>
              </a:spcBef>
            </a:pPr>
            <a:r>
              <a:rPr dirty="0"/>
              <a:t>Copy</a:t>
            </a:r>
            <a:r>
              <a:rPr spc="-70" dirty="0"/>
              <a:t> </a:t>
            </a:r>
            <a:r>
              <a:rPr spc="-10" dirty="0"/>
              <a:t>Options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14600" y="1505711"/>
            <a:ext cx="4267200" cy="117983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141605" rIns="0" bIns="0" rtlCol="0">
            <a:spAutoFit/>
          </a:bodyPr>
          <a:lstStyle/>
          <a:p>
            <a:pPr marL="915035">
              <a:lnSpc>
                <a:spcPct val="100000"/>
              </a:lnSpc>
              <a:spcBef>
                <a:spcPts val="1115"/>
              </a:spcBef>
            </a:pPr>
            <a:r>
              <a:rPr sz="1000" dirty="0">
                <a:latin typeface="Courier New"/>
                <a:cs typeface="Courier New"/>
              </a:rPr>
              <a:t>COPY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INTO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&lt;table_name&gt;</a:t>
            </a:r>
            <a:endParaRPr sz="10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  <a:spcBef>
                <a:spcPts val="5"/>
              </a:spcBef>
              <a:tabLst>
                <a:tab pos="1371600" algn="l"/>
              </a:tabLst>
            </a:pPr>
            <a:r>
              <a:rPr sz="1000" spc="-20" dirty="0">
                <a:latin typeface="Courier New"/>
                <a:cs typeface="Courier New"/>
              </a:rPr>
              <a:t>FROM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b="1" spc="-10" dirty="0">
                <a:solidFill>
                  <a:srgbClr val="0F5680"/>
                </a:solidFill>
                <a:latin typeface="Courier New"/>
                <a:cs typeface="Courier New"/>
              </a:rPr>
              <a:t>externalStage</a:t>
            </a:r>
            <a:endParaRPr sz="1000">
              <a:latin typeface="Courier New"/>
              <a:cs typeface="Courier New"/>
            </a:endParaRPr>
          </a:p>
          <a:p>
            <a:pPr marL="915035" marR="296545"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FILES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i="1" dirty="0">
                <a:solidFill>
                  <a:srgbClr val="009999"/>
                </a:solidFill>
                <a:latin typeface="Courier New"/>
                <a:cs typeface="Courier New"/>
              </a:rPr>
              <a:t>'&lt;file_name&gt;'</a:t>
            </a:r>
            <a:r>
              <a:rPr sz="1000" i="1" spc="-30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,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'&lt;file_name2&gt;'</a:t>
            </a:r>
            <a:r>
              <a:rPr sz="1000" spc="-10" dirty="0">
                <a:latin typeface="Courier New"/>
                <a:cs typeface="Courier New"/>
              </a:rPr>
              <a:t>) </a:t>
            </a:r>
            <a:r>
              <a:rPr sz="1000" dirty="0">
                <a:latin typeface="Courier New"/>
                <a:cs typeface="Courier New"/>
              </a:rPr>
              <a:t>FILE_FORMAT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&lt;file_format_name&gt;</a:t>
            </a:r>
            <a:endParaRPr sz="10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  <a:spcBef>
                <a:spcPts val="20"/>
              </a:spcBef>
            </a:pPr>
            <a:r>
              <a:rPr sz="1000" dirty="0">
                <a:latin typeface="Courier New"/>
                <a:cs typeface="Courier New"/>
              </a:rPr>
              <a:t>TRUNCATECOLUMNS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i="1" dirty="0">
                <a:solidFill>
                  <a:srgbClr val="009999"/>
                </a:solidFill>
                <a:latin typeface="Courier New"/>
                <a:cs typeface="Courier New"/>
              </a:rPr>
              <a:t>TRUE</a:t>
            </a:r>
            <a:r>
              <a:rPr sz="1000" i="1" spc="-30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000" i="1" dirty="0">
                <a:solidFill>
                  <a:srgbClr val="009999"/>
                </a:solidFill>
                <a:latin typeface="Courier New"/>
                <a:cs typeface="Courier New"/>
              </a:rPr>
              <a:t>|</a:t>
            </a:r>
            <a:r>
              <a:rPr sz="1000" i="1" spc="-35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FALSE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53183" y="2866631"/>
            <a:ext cx="6933565" cy="1656080"/>
            <a:chOff x="1853183" y="2866631"/>
            <a:chExt cx="6933565" cy="16560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3183" y="2869691"/>
              <a:ext cx="363474" cy="37261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32075" y="2866631"/>
              <a:ext cx="6319266" cy="39853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3183" y="3290315"/>
              <a:ext cx="363474" cy="37261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32075" y="3287255"/>
              <a:ext cx="5698998" cy="39853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53183" y="3710939"/>
              <a:ext cx="363474" cy="37261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32075" y="3707891"/>
              <a:ext cx="6654546" cy="39853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53183" y="4128515"/>
              <a:ext cx="363474" cy="37110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32075" y="4123943"/>
              <a:ext cx="1604010" cy="39853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945894" y="2894787"/>
            <a:ext cx="6724650" cy="1498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Specifies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whether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truncate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text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strings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that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exceed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target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column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length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TRUE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=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strings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are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automatically</a:t>
            </a:r>
            <a:r>
              <a:rPr sz="14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truncated</a:t>
            </a:r>
            <a:r>
              <a:rPr sz="14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target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column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length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FALSE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=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COPY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produces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an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error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if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a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loaded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0" dirty="0">
                <a:solidFill>
                  <a:srgbClr val="D9D9D9"/>
                </a:solidFill>
                <a:latin typeface="Trebuchet MS"/>
                <a:cs typeface="Trebuchet MS"/>
              </a:rPr>
              <a:t>string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exceeds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target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column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length</a:t>
            </a: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60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DEFAULT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=</a:t>
            </a:r>
            <a:r>
              <a:rPr sz="14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FALSE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37970">
              <a:lnSpc>
                <a:spcPct val="100000"/>
              </a:lnSpc>
              <a:spcBef>
                <a:spcPts val="105"/>
              </a:spcBef>
            </a:pPr>
            <a:r>
              <a:rPr dirty="0"/>
              <a:t>Copy</a:t>
            </a:r>
            <a:r>
              <a:rPr spc="-70" dirty="0"/>
              <a:t> </a:t>
            </a:r>
            <a:r>
              <a:rPr spc="-10" dirty="0"/>
              <a:t>Options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14600" y="1581911"/>
            <a:ext cx="4267200" cy="117983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141605" rIns="0" bIns="0" rtlCol="0">
            <a:spAutoFit/>
          </a:bodyPr>
          <a:lstStyle/>
          <a:p>
            <a:pPr marL="915035">
              <a:lnSpc>
                <a:spcPct val="100000"/>
              </a:lnSpc>
              <a:spcBef>
                <a:spcPts val="1115"/>
              </a:spcBef>
            </a:pPr>
            <a:r>
              <a:rPr sz="1000" dirty="0">
                <a:latin typeface="Courier New"/>
                <a:cs typeface="Courier New"/>
              </a:rPr>
              <a:t>COPY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INTO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&lt;table_name&gt;</a:t>
            </a:r>
            <a:endParaRPr sz="10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  <a:spcBef>
                <a:spcPts val="5"/>
              </a:spcBef>
              <a:tabLst>
                <a:tab pos="1371600" algn="l"/>
              </a:tabLst>
            </a:pPr>
            <a:r>
              <a:rPr sz="1000" spc="-20" dirty="0">
                <a:latin typeface="Courier New"/>
                <a:cs typeface="Courier New"/>
              </a:rPr>
              <a:t>FROM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b="1" spc="-10" dirty="0">
                <a:solidFill>
                  <a:srgbClr val="0F5680"/>
                </a:solidFill>
                <a:latin typeface="Courier New"/>
                <a:cs typeface="Courier New"/>
              </a:rPr>
              <a:t>externalStage</a:t>
            </a:r>
            <a:endParaRPr sz="1000">
              <a:latin typeface="Courier New"/>
              <a:cs typeface="Courier New"/>
            </a:endParaRPr>
          </a:p>
          <a:p>
            <a:pPr marL="915035" marR="296545"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FILES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i="1" dirty="0">
                <a:solidFill>
                  <a:srgbClr val="009999"/>
                </a:solidFill>
                <a:latin typeface="Courier New"/>
                <a:cs typeface="Courier New"/>
              </a:rPr>
              <a:t>'&lt;file_name&gt;'</a:t>
            </a:r>
            <a:r>
              <a:rPr sz="1000" i="1" spc="-30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,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'&lt;file_name2&gt;'</a:t>
            </a:r>
            <a:r>
              <a:rPr sz="1000" spc="-10" dirty="0">
                <a:latin typeface="Courier New"/>
                <a:cs typeface="Courier New"/>
              </a:rPr>
              <a:t>) </a:t>
            </a:r>
            <a:r>
              <a:rPr sz="1000" dirty="0">
                <a:latin typeface="Courier New"/>
                <a:cs typeface="Courier New"/>
              </a:rPr>
              <a:t>FILE_FORMAT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&lt;file_format_name&gt;</a:t>
            </a:r>
            <a:endParaRPr sz="10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  <a:spcBef>
                <a:spcPts val="25"/>
              </a:spcBef>
            </a:pPr>
            <a:r>
              <a:rPr sz="1000" dirty="0">
                <a:latin typeface="Courier New"/>
                <a:cs typeface="Courier New"/>
              </a:rPr>
              <a:t>SIZE_LIMIT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85" dirty="0">
                <a:latin typeface="Courier New"/>
                <a:cs typeface="Courier New"/>
              </a:rPr>
              <a:t> </a:t>
            </a:r>
            <a:r>
              <a:rPr sz="1000" i="1" spc="-25" dirty="0">
                <a:solidFill>
                  <a:srgbClr val="009999"/>
                </a:solidFill>
                <a:latin typeface="Courier New"/>
                <a:cs typeface="Courier New"/>
              </a:rPr>
              <a:t>num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53183" y="3019031"/>
            <a:ext cx="6799580" cy="398780"/>
            <a:chOff x="1853183" y="3019031"/>
            <a:chExt cx="6799580" cy="39878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3183" y="3022091"/>
              <a:ext cx="363474" cy="37261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32075" y="3019031"/>
              <a:ext cx="6520433" cy="398538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1833372" y="3477767"/>
            <a:ext cx="5059045" cy="718820"/>
            <a:chOff x="1833372" y="3477767"/>
            <a:chExt cx="5059045" cy="71882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33372" y="3482327"/>
              <a:ext cx="363474" cy="37110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12263" y="3477767"/>
              <a:ext cx="4780026" cy="39853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12263" y="3797807"/>
              <a:ext cx="810006" cy="39853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211451" y="3826560"/>
            <a:ext cx="5981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loading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822704" y="3936491"/>
            <a:ext cx="2242820" cy="398780"/>
            <a:chOff x="1822704" y="3936491"/>
            <a:chExt cx="2242820" cy="398780"/>
          </a:xfrm>
        </p:grpSpPr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2704" y="3941063"/>
              <a:ext cx="363474" cy="37110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01596" y="3936491"/>
              <a:ext cx="1963674" cy="398538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1853183" y="4396740"/>
            <a:ext cx="2678430" cy="398780"/>
            <a:chOff x="1853183" y="4396740"/>
            <a:chExt cx="2678430" cy="398780"/>
          </a:xfrm>
        </p:grpSpPr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53183" y="4399788"/>
              <a:ext cx="363474" cy="37261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32075" y="4396740"/>
              <a:ext cx="2399538" cy="398538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915414" y="3047187"/>
            <a:ext cx="6622415" cy="1617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9565" indent="-286385">
              <a:lnSpc>
                <a:spcPct val="100000"/>
              </a:lnSpc>
              <a:spcBef>
                <a:spcPts val="105"/>
              </a:spcBef>
              <a:buClr>
                <a:srgbClr val="99D3FF"/>
              </a:buClr>
              <a:buFont typeface="Wingdings"/>
              <a:buChar char=""/>
              <a:tabLst>
                <a:tab pos="329565" algn="l"/>
              </a:tabLst>
            </a:pP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Specify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maximum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size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(in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bytes)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loaded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in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that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command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(at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least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one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file)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10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308610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308610" algn="l"/>
              </a:tabLst>
            </a:pP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When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threshold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D9D9D9"/>
                </a:solidFill>
                <a:latin typeface="Trebuchet MS"/>
                <a:cs typeface="Trebuchet MS"/>
              </a:rPr>
              <a:t>is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exceeded,</a:t>
            </a:r>
            <a:r>
              <a:rPr sz="14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COPY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operation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stops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10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Threshold</a:t>
            </a:r>
            <a:r>
              <a:rPr sz="14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for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each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file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15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32956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329565" algn="l"/>
              </a:tabLst>
            </a:pP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DEFAULT: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null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(no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size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limit)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37970">
              <a:lnSpc>
                <a:spcPct val="100000"/>
              </a:lnSpc>
              <a:spcBef>
                <a:spcPts val="105"/>
              </a:spcBef>
            </a:pPr>
            <a:r>
              <a:rPr dirty="0"/>
              <a:t>Copy</a:t>
            </a:r>
            <a:r>
              <a:rPr spc="-70" dirty="0"/>
              <a:t> </a:t>
            </a:r>
            <a:r>
              <a:rPr spc="-10" dirty="0"/>
              <a:t>Options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14600" y="1353311"/>
            <a:ext cx="4267200" cy="117983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141605" rIns="0" bIns="0" rtlCol="0">
            <a:spAutoFit/>
          </a:bodyPr>
          <a:lstStyle/>
          <a:p>
            <a:pPr marL="915035">
              <a:lnSpc>
                <a:spcPct val="100000"/>
              </a:lnSpc>
              <a:spcBef>
                <a:spcPts val="1115"/>
              </a:spcBef>
            </a:pPr>
            <a:r>
              <a:rPr sz="1000" dirty="0">
                <a:latin typeface="Courier New"/>
                <a:cs typeface="Courier New"/>
              </a:rPr>
              <a:t>COPY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INTO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&lt;table_name&gt;</a:t>
            </a:r>
            <a:endParaRPr sz="10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  <a:spcBef>
                <a:spcPts val="5"/>
              </a:spcBef>
              <a:tabLst>
                <a:tab pos="1371600" algn="l"/>
              </a:tabLst>
            </a:pPr>
            <a:r>
              <a:rPr sz="1000" spc="-20" dirty="0">
                <a:latin typeface="Courier New"/>
                <a:cs typeface="Courier New"/>
              </a:rPr>
              <a:t>FROM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b="1" spc="-10" dirty="0">
                <a:solidFill>
                  <a:srgbClr val="0F5680"/>
                </a:solidFill>
                <a:latin typeface="Courier New"/>
                <a:cs typeface="Courier New"/>
              </a:rPr>
              <a:t>externalStage</a:t>
            </a:r>
            <a:endParaRPr sz="1000">
              <a:latin typeface="Courier New"/>
              <a:cs typeface="Courier New"/>
            </a:endParaRPr>
          </a:p>
          <a:p>
            <a:pPr marL="915035" marR="296545"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FILES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i="1" dirty="0">
                <a:solidFill>
                  <a:srgbClr val="009999"/>
                </a:solidFill>
                <a:latin typeface="Courier New"/>
                <a:cs typeface="Courier New"/>
              </a:rPr>
              <a:t>'&lt;file_name&gt;'</a:t>
            </a:r>
            <a:r>
              <a:rPr sz="1000" i="1" spc="-30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,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'&lt;file_name2&gt;'</a:t>
            </a:r>
            <a:r>
              <a:rPr sz="1000" spc="-10" dirty="0">
                <a:latin typeface="Courier New"/>
                <a:cs typeface="Courier New"/>
              </a:rPr>
              <a:t>) </a:t>
            </a:r>
            <a:r>
              <a:rPr sz="1000" dirty="0">
                <a:latin typeface="Courier New"/>
                <a:cs typeface="Courier New"/>
              </a:rPr>
              <a:t>FILE_FORMAT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&lt;file_format_name&gt;</a:t>
            </a:r>
            <a:endParaRPr sz="10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PURGE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i="1" dirty="0">
                <a:solidFill>
                  <a:srgbClr val="009999"/>
                </a:solidFill>
                <a:latin typeface="Courier New"/>
                <a:cs typeface="Courier New"/>
              </a:rPr>
              <a:t>TRUE</a:t>
            </a:r>
            <a:r>
              <a:rPr sz="1000" i="1" spc="-15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000" i="1" dirty="0">
                <a:solidFill>
                  <a:srgbClr val="009999"/>
                </a:solidFill>
                <a:latin typeface="Courier New"/>
                <a:cs typeface="Courier New"/>
              </a:rPr>
              <a:t>|</a:t>
            </a:r>
            <a:r>
              <a:rPr sz="1000" i="1" spc="-20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000" i="1" spc="-10" dirty="0">
                <a:solidFill>
                  <a:srgbClr val="009999"/>
                </a:solidFill>
                <a:latin typeface="Courier New"/>
                <a:cs typeface="Courier New"/>
              </a:rPr>
              <a:t>FALSE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196083" y="2791955"/>
            <a:ext cx="4966335" cy="1159510"/>
            <a:chOff x="2196083" y="2791955"/>
            <a:chExt cx="4966335" cy="11595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6083" y="3555492"/>
              <a:ext cx="363474" cy="37261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4975" y="3552444"/>
              <a:ext cx="1511046" cy="39853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6083" y="2796527"/>
              <a:ext cx="363474" cy="37110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74975" y="2791955"/>
              <a:ext cx="4687062" cy="39853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74975" y="3111995"/>
              <a:ext cx="4101846" cy="39853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2288794" y="2715084"/>
            <a:ext cx="4719955" cy="110553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3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specifies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whether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remove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files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from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stage</a:t>
            </a:r>
            <a:endParaRPr sz="14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840"/>
              </a:spcBef>
            </a:pP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automatically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after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D9D9D9"/>
                </a:solidFill>
                <a:latin typeface="Trebuchet MS"/>
                <a:cs typeface="Trebuchet MS"/>
              </a:rPr>
              <a:t>is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loaded</a:t>
            </a:r>
            <a:r>
              <a:rPr sz="14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successfully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DEFAULT: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FALSE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0565">
              <a:lnSpc>
                <a:spcPct val="100000"/>
              </a:lnSpc>
              <a:spcBef>
                <a:spcPts val="105"/>
              </a:spcBef>
            </a:pPr>
            <a:r>
              <a:rPr dirty="0"/>
              <a:t>Load</a:t>
            </a:r>
            <a:r>
              <a:rPr spc="-120" dirty="0"/>
              <a:t> </a:t>
            </a:r>
            <a:r>
              <a:rPr dirty="0"/>
              <a:t>unstructured</a:t>
            </a:r>
            <a:r>
              <a:rPr spc="-100" dirty="0"/>
              <a:t> </a:t>
            </a:r>
            <a:r>
              <a:rPr spc="-20" dirty="0"/>
              <a:t>data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47444" y="1348765"/>
            <a:ext cx="2582545" cy="1105535"/>
            <a:chOff x="1647444" y="1348765"/>
            <a:chExt cx="2582545" cy="11055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7444" y="1348765"/>
              <a:ext cx="2582291" cy="110538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74342" y="1503426"/>
              <a:ext cx="1949195" cy="4739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74342" y="1503426"/>
              <a:ext cx="1949450" cy="474345"/>
            </a:xfrm>
            <a:custGeom>
              <a:avLst/>
              <a:gdLst/>
              <a:ahLst/>
              <a:cxnLst/>
              <a:rect l="l" t="t" r="r" b="b"/>
              <a:pathLst>
                <a:path w="1949450" h="474344">
                  <a:moveTo>
                    <a:pt x="0" y="236982"/>
                  </a:moveTo>
                  <a:lnTo>
                    <a:pt x="118490" y="0"/>
                  </a:lnTo>
                  <a:lnTo>
                    <a:pt x="1830705" y="0"/>
                  </a:lnTo>
                  <a:lnTo>
                    <a:pt x="1949195" y="236982"/>
                  </a:lnTo>
                  <a:lnTo>
                    <a:pt x="1830705" y="473963"/>
                  </a:lnTo>
                  <a:lnTo>
                    <a:pt x="118490" y="473963"/>
                  </a:lnTo>
                  <a:lnTo>
                    <a:pt x="0" y="236982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87600" y="1590293"/>
            <a:ext cx="11391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0" dirty="0">
                <a:solidFill>
                  <a:srgbClr val="00C3FF"/>
                </a:solidFill>
                <a:latin typeface="Trebuchet MS"/>
                <a:cs typeface="Trebuchet MS"/>
              </a:rPr>
              <a:t>Create</a:t>
            </a:r>
            <a:r>
              <a:rPr sz="1600" b="1" spc="-75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Stage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714244" y="2013229"/>
            <a:ext cx="2582545" cy="1105535"/>
            <a:chOff x="2714244" y="2013229"/>
            <a:chExt cx="2582545" cy="11055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4244" y="2013229"/>
              <a:ext cx="2582291" cy="110538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1142" y="2167890"/>
              <a:ext cx="1949195" cy="47396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041142" y="2167890"/>
              <a:ext cx="1949450" cy="474345"/>
            </a:xfrm>
            <a:custGeom>
              <a:avLst/>
              <a:gdLst/>
              <a:ahLst/>
              <a:cxnLst/>
              <a:rect l="l" t="t" r="r" b="b"/>
              <a:pathLst>
                <a:path w="1949450" h="474344">
                  <a:moveTo>
                    <a:pt x="0" y="236982"/>
                  </a:moveTo>
                  <a:lnTo>
                    <a:pt x="118490" y="0"/>
                  </a:lnTo>
                  <a:lnTo>
                    <a:pt x="1830705" y="0"/>
                  </a:lnTo>
                  <a:lnTo>
                    <a:pt x="1949195" y="236982"/>
                  </a:lnTo>
                  <a:lnTo>
                    <a:pt x="1830705" y="473964"/>
                  </a:lnTo>
                  <a:lnTo>
                    <a:pt x="118490" y="473964"/>
                  </a:lnTo>
                  <a:lnTo>
                    <a:pt x="0" y="236982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395217" y="2254376"/>
            <a:ext cx="12604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80" dirty="0">
                <a:solidFill>
                  <a:srgbClr val="00C3FF"/>
                </a:solidFill>
                <a:latin typeface="Trebuchet MS"/>
                <a:cs typeface="Trebuchet MS"/>
              </a:rPr>
              <a:t>Load</a:t>
            </a:r>
            <a:r>
              <a:rPr sz="1600" b="1" spc="-125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65" dirty="0">
                <a:solidFill>
                  <a:srgbClr val="00C3FF"/>
                </a:solidFill>
                <a:latin typeface="Trebuchet MS"/>
                <a:cs typeface="Trebuchet MS"/>
              </a:rPr>
              <a:t>raw</a:t>
            </a:r>
            <a:r>
              <a:rPr sz="1600" b="1" spc="-85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30" dirty="0">
                <a:solidFill>
                  <a:srgbClr val="00C3FF"/>
                </a:solidFill>
                <a:latin typeface="Trebuchet MS"/>
                <a:cs typeface="Trebuchet MS"/>
              </a:rPr>
              <a:t>data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689603" y="2663977"/>
            <a:ext cx="3442335" cy="1772920"/>
            <a:chOff x="3689603" y="2663977"/>
            <a:chExt cx="3442335" cy="177292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89603" y="2663977"/>
              <a:ext cx="2580767" cy="110538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16501" y="2818637"/>
              <a:ext cx="1947672" cy="47396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016501" y="2818637"/>
              <a:ext cx="1948180" cy="474345"/>
            </a:xfrm>
            <a:custGeom>
              <a:avLst/>
              <a:gdLst/>
              <a:ahLst/>
              <a:cxnLst/>
              <a:rect l="l" t="t" r="r" b="b"/>
              <a:pathLst>
                <a:path w="1948179" h="474345">
                  <a:moveTo>
                    <a:pt x="0" y="236981"/>
                  </a:moveTo>
                  <a:lnTo>
                    <a:pt x="118490" y="0"/>
                  </a:lnTo>
                  <a:lnTo>
                    <a:pt x="1829181" y="0"/>
                  </a:lnTo>
                  <a:lnTo>
                    <a:pt x="1947672" y="236981"/>
                  </a:lnTo>
                  <a:lnTo>
                    <a:pt x="1829181" y="473963"/>
                  </a:lnTo>
                  <a:lnTo>
                    <a:pt x="118490" y="473963"/>
                  </a:lnTo>
                  <a:lnTo>
                    <a:pt x="0" y="23698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50663" y="3332987"/>
              <a:ext cx="2580766" cy="110388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77561" y="3487673"/>
              <a:ext cx="1947671" cy="47243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877561" y="3487673"/>
              <a:ext cx="1948180" cy="472440"/>
            </a:xfrm>
            <a:custGeom>
              <a:avLst/>
              <a:gdLst/>
              <a:ahLst/>
              <a:cxnLst/>
              <a:rect l="l" t="t" r="r" b="b"/>
              <a:pathLst>
                <a:path w="1948179" h="472439">
                  <a:moveTo>
                    <a:pt x="0" y="236219"/>
                  </a:moveTo>
                  <a:lnTo>
                    <a:pt x="118110" y="0"/>
                  </a:lnTo>
                  <a:lnTo>
                    <a:pt x="1829562" y="0"/>
                  </a:lnTo>
                  <a:lnTo>
                    <a:pt x="1947671" y="236219"/>
                  </a:lnTo>
                  <a:lnTo>
                    <a:pt x="1829562" y="472439"/>
                  </a:lnTo>
                  <a:lnTo>
                    <a:pt x="118110" y="472439"/>
                  </a:lnTo>
                  <a:lnTo>
                    <a:pt x="0" y="236219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274946" y="2906394"/>
            <a:ext cx="2240280" cy="936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5" dirty="0">
                <a:solidFill>
                  <a:srgbClr val="00C3FF"/>
                </a:solidFill>
                <a:latin typeface="Trebuchet MS"/>
                <a:cs typeface="Trebuchet MS"/>
              </a:rPr>
              <a:t>Analyse</a:t>
            </a:r>
            <a:r>
              <a:rPr sz="1600" b="1" spc="-105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20" dirty="0">
                <a:solidFill>
                  <a:srgbClr val="00C3FF"/>
                </a:solidFill>
                <a:latin typeface="Trebuchet MS"/>
                <a:cs typeface="Trebuchet MS"/>
              </a:rPr>
              <a:t>&amp;</a:t>
            </a:r>
            <a:r>
              <a:rPr sz="1600" b="1" spc="-90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Parse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600">
              <a:latin typeface="Trebuchet MS"/>
              <a:cs typeface="Trebuchet MS"/>
            </a:endParaRPr>
          </a:p>
          <a:p>
            <a:pPr marL="944244">
              <a:lnSpc>
                <a:spcPct val="100000"/>
              </a:lnSpc>
            </a:pPr>
            <a:r>
              <a:rPr sz="1600" b="1" spc="-75" dirty="0">
                <a:solidFill>
                  <a:srgbClr val="00C3FF"/>
                </a:solidFill>
                <a:latin typeface="Trebuchet MS"/>
                <a:cs typeface="Trebuchet MS"/>
              </a:rPr>
              <a:t>Flatten</a:t>
            </a:r>
            <a:r>
              <a:rPr sz="1600" b="1" spc="-90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20" dirty="0">
                <a:solidFill>
                  <a:srgbClr val="00C3FF"/>
                </a:solidFill>
                <a:latin typeface="Trebuchet MS"/>
                <a:cs typeface="Trebuchet MS"/>
              </a:rPr>
              <a:t>&amp;</a:t>
            </a:r>
            <a:r>
              <a:rPr sz="1600" b="1" spc="-105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55" dirty="0">
                <a:solidFill>
                  <a:srgbClr val="00C3FF"/>
                </a:solidFill>
                <a:latin typeface="Trebuchet MS"/>
                <a:cs typeface="Trebuchet MS"/>
              </a:rPr>
              <a:t>Load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90235" y="2271522"/>
            <a:ext cx="11144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14" dirty="0">
                <a:solidFill>
                  <a:srgbClr val="00607E"/>
                </a:solidFill>
                <a:latin typeface="Lucida Sans Unicode"/>
                <a:cs typeface="Lucida Sans Unicode"/>
              </a:rPr>
              <a:t>Type </a:t>
            </a:r>
            <a:r>
              <a:rPr sz="1400" spc="-90" dirty="0">
                <a:solidFill>
                  <a:srgbClr val="00607E"/>
                </a:solidFill>
                <a:latin typeface="Lucida Sans Unicode"/>
                <a:cs typeface="Lucida Sans Unicode"/>
              </a:rPr>
              <a:t>VARIANT</a:t>
            </a:r>
            <a:endParaRPr sz="1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72105" y="2339086"/>
            <a:ext cx="440245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Performance</a:t>
            </a:r>
            <a:r>
              <a:rPr spc="-35" dirty="0"/>
              <a:t> </a:t>
            </a:r>
            <a:r>
              <a:rPr spc="-10" dirty="0"/>
              <a:t>Optimization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2280">
              <a:lnSpc>
                <a:spcPct val="100000"/>
              </a:lnSpc>
              <a:spcBef>
                <a:spcPts val="105"/>
              </a:spcBef>
            </a:pPr>
            <a:r>
              <a:rPr dirty="0"/>
              <a:t>Performance</a:t>
            </a:r>
            <a:r>
              <a:rPr spc="-35" dirty="0"/>
              <a:t> </a:t>
            </a:r>
            <a:r>
              <a:rPr spc="-10" dirty="0"/>
              <a:t>Optimization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85259" y="2756916"/>
            <a:ext cx="1375410" cy="22174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81527" y="1760220"/>
            <a:ext cx="3126486" cy="285749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2280">
              <a:lnSpc>
                <a:spcPct val="100000"/>
              </a:lnSpc>
              <a:spcBef>
                <a:spcPts val="105"/>
              </a:spcBef>
            </a:pPr>
            <a:r>
              <a:rPr dirty="0"/>
              <a:t>Performance</a:t>
            </a:r>
            <a:r>
              <a:rPr spc="-35" dirty="0"/>
              <a:t> </a:t>
            </a:r>
            <a:r>
              <a:rPr spc="-10" dirty="0"/>
              <a:t>Optimization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9794" y="1670385"/>
            <a:ext cx="4125595" cy="1672589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800" b="1" spc="-75" dirty="0">
                <a:solidFill>
                  <a:srgbClr val="D9D9D9"/>
                </a:solidFill>
                <a:latin typeface="Trebuchet MS"/>
                <a:cs typeface="Trebuchet MS"/>
              </a:rPr>
              <a:t>Add</a:t>
            </a:r>
            <a:r>
              <a:rPr sz="18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00" dirty="0">
                <a:solidFill>
                  <a:srgbClr val="D9D9D9"/>
                </a:solidFill>
                <a:latin typeface="Trebuchet MS"/>
                <a:cs typeface="Trebuchet MS"/>
              </a:rPr>
              <a:t>indexes,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80" dirty="0">
                <a:solidFill>
                  <a:srgbClr val="D9D9D9"/>
                </a:solidFill>
                <a:latin typeface="Trebuchet MS"/>
                <a:cs typeface="Trebuchet MS"/>
              </a:rPr>
              <a:t>primary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D9D9D9"/>
                </a:solidFill>
                <a:latin typeface="Trebuchet MS"/>
                <a:cs typeface="Trebuchet MS"/>
              </a:rPr>
              <a:t>keys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Clr>
                <a:srgbClr val="99D3FF"/>
              </a:buClr>
              <a:buFont typeface="Wingdings"/>
              <a:buChar char=""/>
              <a:tabLst>
                <a:tab pos="298450" algn="l"/>
              </a:tabLst>
            </a:pPr>
            <a:r>
              <a:rPr sz="1800" b="1" spc="-105" dirty="0">
                <a:solidFill>
                  <a:srgbClr val="D9D9D9"/>
                </a:solidFill>
                <a:latin typeface="Trebuchet MS"/>
                <a:cs typeface="Trebuchet MS"/>
              </a:rPr>
              <a:t>Create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75" dirty="0">
                <a:solidFill>
                  <a:srgbClr val="D9D9D9"/>
                </a:solidFill>
                <a:latin typeface="Trebuchet MS"/>
                <a:cs typeface="Trebuchet MS"/>
              </a:rPr>
              <a:t>table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D9D9D9"/>
                </a:solidFill>
                <a:latin typeface="Trebuchet MS"/>
                <a:cs typeface="Trebuchet MS"/>
              </a:rPr>
              <a:t>partitions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Clr>
                <a:srgbClr val="99D3FF"/>
              </a:buClr>
              <a:buFont typeface="Wingdings"/>
              <a:buChar char=""/>
              <a:tabLst>
                <a:tab pos="298450" algn="l"/>
              </a:tabLst>
            </a:pPr>
            <a:r>
              <a:rPr sz="1800" b="1" spc="-90" dirty="0">
                <a:solidFill>
                  <a:srgbClr val="D9D9D9"/>
                </a:solidFill>
                <a:latin typeface="Trebuchet MS"/>
                <a:cs typeface="Trebuchet MS"/>
              </a:rPr>
              <a:t>Analyze </a:t>
            </a:r>
            <a:r>
              <a:rPr sz="1800" b="1" spc="-95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00" dirty="0">
                <a:solidFill>
                  <a:srgbClr val="D9D9D9"/>
                </a:solidFill>
                <a:latin typeface="Trebuchet MS"/>
                <a:cs typeface="Trebuchet MS"/>
              </a:rPr>
              <a:t>query</a:t>
            </a:r>
            <a:r>
              <a:rPr sz="18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execution</a:t>
            </a:r>
            <a:r>
              <a:rPr sz="18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75" dirty="0">
                <a:solidFill>
                  <a:srgbClr val="D9D9D9"/>
                </a:solidFill>
                <a:latin typeface="Trebuchet MS"/>
                <a:cs typeface="Trebuchet MS"/>
              </a:rPr>
              <a:t>table</a:t>
            </a:r>
            <a:r>
              <a:rPr sz="18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D9D9D9"/>
                </a:solidFill>
                <a:latin typeface="Trebuchet MS"/>
                <a:cs typeface="Trebuchet MS"/>
              </a:rPr>
              <a:t>plan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1085"/>
              </a:spcBef>
              <a:buClr>
                <a:srgbClr val="99D3FF"/>
              </a:buClr>
              <a:buFont typeface="Wingdings"/>
              <a:buChar char=""/>
              <a:tabLst>
                <a:tab pos="298450" algn="l"/>
              </a:tabLst>
            </a:pPr>
            <a:r>
              <a:rPr sz="1800" b="1" spc="-75" dirty="0">
                <a:solidFill>
                  <a:srgbClr val="D9D9D9"/>
                </a:solidFill>
                <a:latin typeface="Trebuchet MS"/>
                <a:cs typeface="Trebuchet MS"/>
              </a:rPr>
              <a:t>Remove</a:t>
            </a:r>
            <a:r>
              <a:rPr sz="18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70" dirty="0">
                <a:solidFill>
                  <a:srgbClr val="D9D9D9"/>
                </a:solidFill>
                <a:latin typeface="Trebuchet MS"/>
                <a:cs typeface="Trebuchet MS"/>
              </a:rPr>
              <a:t>unnecessary</a:t>
            </a:r>
            <a:r>
              <a:rPr sz="18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D9D9D9"/>
                </a:solidFill>
                <a:latin typeface="Trebuchet MS"/>
                <a:cs typeface="Trebuchet MS"/>
              </a:rPr>
              <a:t>full</a:t>
            </a:r>
            <a:r>
              <a:rPr sz="18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75" dirty="0">
                <a:solidFill>
                  <a:srgbClr val="D9D9D9"/>
                </a:solidFill>
                <a:latin typeface="Trebuchet MS"/>
                <a:cs typeface="Trebuchet MS"/>
              </a:rPr>
              <a:t>table</a:t>
            </a:r>
            <a:r>
              <a:rPr sz="1800" b="1" spc="-1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D9D9D9"/>
                </a:solidFill>
                <a:latin typeface="Trebuchet MS"/>
                <a:cs typeface="Trebuchet MS"/>
              </a:rPr>
              <a:t>scans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2280">
              <a:lnSpc>
                <a:spcPct val="100000"/>
              </a:lnSpc>
              <a:spcBef>
                <a:spcPts val="105"/>
              </a:spcBef>
            </a:pPr>
            <a:r>
              <a:rPr dirty="0"/>
              <a:t>Performance</a:t>
            </a:r>
            <a:r>
              <a:rPr spc="-35" dirty="0"/>
              <a:t> </a:t>
            </a:r>
            <a:r>
              <a:rPr spc="-10" dirty="0"/>
              <a:t>Optimization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9794" y="1670385"/>
            <a:ext cx="4125595" cy="1672589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800" b="1" spc="-75" dirty="0">
                <a:solidFill>
                  <a:srgbClr val="D9D9D9"/>
                </a:solidFill>
                <a:latin typeface="Trebuchet MS"/>
                <a:cs typeface="Trebuchet MS"/>
              </a:rPr>
              <a:t>Add</a:t>
            </a:r>
            <a:r>
              <a:rPr sz="18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00" dirty="0">
                <a:solidFill>
                  <a:srgbClr val="D9D9D9"/>
                </a:solidFill>
                <a:latin typeface="Trebuchet MS"/>
                <a:cs typeface="Trebuchet MS"/>
              </a:rPr>
              <a:t>indexes,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80" dirty="0">
                <a:solidFill>
                  <a:srgbClr val="D9D9D9"/>
                </a:solidFill>
                <a:latin typeface="Trebuchet MS"/>
                <a:cs typeface="Trebuchet MS"/>
              </a:rPr>
              <a:t>primary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D9D9D9"/>
                </a:solidFill>
                <a:latin typeface="Trebuchet MS"/>
                <a:cs typeface="Trebuchet MS"/>
              </a:rPr>
              <a:t>keys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Clr>
                <a:srgbClr val="99D3FF"/>
              </a:buClr>
              <a:buFont typeface="Wingdings"/>
              <a:buChar char=""/>
              <a:tabLst>
                <a:tab pos="298450" algn="l"/>
              </a:tabLst>
            </a:pPr>
            <a:r>
              <a:rPr sz="1800" b="1" spc="-105" dirty="0">
                <a:solidFill>
                  <a:srgbClr val="D9D9D9"/>
                </a:solidFill>
                <a:latin typeface="Trebuchet MS"/>
                <a:cs typeface="Trebuchet MS"/>
              </a:rPr>
              <a:t>Create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75" dirty="0">
                <a:solidFill>
                  <a:srgbClr val="D9D9D9"/>
                </a:solidFill>
                <a:latin typeface="Trebuchet MS"/>
                <a:cs typeface="Trebuchet MS"/>
              </a:rPr>
              <a:t>table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D9D9D9"/>
                </a:solidFill>
                <a:latin typeface="Trebuchet MS"/>
                <a:cs typeface="Trebuchet MS"/>
              </a:rPr>
              <a:t>partitions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Clr>
                <a:srgbClr val="99D3FF"/>
              </a:buClr>
              <a:buFont typeface="Wingdings"/>
              <a:buChar char=""/>
              <a:tabLst>
                <a:tab pos="298450" algn="l"/>
              </a:tabLst>
            </a:pPr>
            <a:r>
              <a:rPr sz="1800" b="1" spc="-90" dirty="0">
                <a:solidFill>
                  <a:srgbClr val="D9D9D9"/>
                </a:solidFill>
                <a:latin typeface="Trebuchet MS"/>
                <a:cs typeface="Trebuchet MS"/>
              </a:rPr>
              <a:t>Analyze </a:t>
            </a:r>
            <a:r>
              <a:rPr sz="1800" b="1" spc="-95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00" dirty="0">
                <a:solidFill>
                  <a:srgbClr val="D9D9D9"/>
                </a:solidFill>
                <a:latin typeface="Trebuchet MS"/>
                <a:cs typeface="Trebuchet MS"/>
              </a:rPr>
              <a:t>query</a:t>
            </a:r>
            <a:r>
              <a:rPr sz="18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execution</a:t>
            </a:r>
            <a:r>
              <a:rPr sz="18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75" dirty="0">
                <a:solidFill>
                  <a:srgbClr val="D9D9D9"/>
                </a:solidFill>
                <a:latin typeface="Trebuchet MS"/>
                <a:cs typeface="Trebuchet MS"/>
              </a:rPr>
              <a:t>table</a:t>
            </a:r>
            <a:r>
              <a:rPr sz="18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D9D9D9"/>
                </a:solidFill>
                <a:latin typeface="Trebuchet MS"/>
                <a:cs typeface="Trebuchet MS"/>
              </a:rPr>
              <a:t>plan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1085"/>
              </a:spcBef>
              <a:buClr>
                <a:srgbClr val="99D3FF"/>
              </a:buClr>
              <a:buFont typeface="Wingdings"/>
              <a:buChar char=""/>
              <a:tabLst>
                <a:tab pos="298450" algn="l"/>
              </a:tabLst>
            </a:pPr>
            <a:r>
              <a:rPr sz="1800" b="1" spc="-75" dirty="0">
                <a:solidFill>
                  <a:srgbClr val="D9D9D9"/>
                </a:solidFill>
                <a:latin typeface="Trebuchet MS"/>
                <a:cs typeface="Trebuchet MS"/>
              </a:rPr>
              <a:t>Remove</a:t>
            </a:r>
            <a:r>
              <a:rPr sz="18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70" dirty="0">
                <a:solidFill>
                  <a:srgbClr val="D9D9D9"/>
                </a:solidFill>
                <a:latin typeface="Trebuchet MS"/>
                <a:cs typeface="Trebuchet MS"/>
              </a:rPr>
              <a:t>unnecessary</a:t>
            </a:r>
            <a:r>
              <a:rPr sz="18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D9D9D9"/>
                </a:solidFill>
                <a:latin typeface="Trebuchet MS"/>
                <a:cs typeface="Trebuchet MS"/>
              </a:rPr>
              <a:t>full</a:t>
            </a:r>
            <a:r>
              <a:rPr sz="18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75" dirty="0">
                <a:solidFill>
                  <a:srgbClr val="D9D9D9"/>
                </a:solidFill>
                <a:latin typeface="Trebuchet MS"/>
                <a:cs typeface="Trebuchet MS"/>
              </a:rPr>
              <a:t>table</a:t>
            </a:r>
            <a:r>
              <a:rPr sz="1800" b="1" spc="-1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D9D9D9"/>
                </a:solidFill>
                <a:latin typeface="Trebuchet MS"/>
                <a:cs typeface="Trebuchet MS"/>
              </a:rPr>
              <a:t>scans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71800" y="1277111"/>
            <a:ext cx="2895600" cy="2667000"/>
          </a:xfrm>
          <a:custGeom>
            <a:avLst/>
            <a:gdLst/>
            <a:ahLst/>
            <a:cxnLst/>
            <a:rect l="l" t="t" r="r" b="b"/>
            <a:pathLst>
              <a:path w="2895600" h="2667000">
                <a:moveTo>
                  <a:pt x="0" y="1333500"/>
                </a:moveTo>
                <a:lnTo>
                  <a:pt x="839" y="1287656"/>
                </a:lnTo>
                <a:lnTo>
                  <a:pt x="3340" y="1242200"/>
                </a:lnTo>
                <a:lnTo>
                  <a:pt x="7474" y="1197157"/>
                </a:lnTo>
                <a:lnTo>
                  <a:pt x="13216" y="1152551"/>
                </a:lnTo>
                <a:lnTo>
                  <a:pt x="20538" y="1108408"/>
                </a:lnTo>
                <a:lnTo>
                  <a:pt x="29414" y="1064752"/>
                </a:lnTo>
                <a:lnTo>
                  <a:pt x="39816" y="1021609"/>
                </a:lnTo>
                <a:lnTo>
                  <a:pt x="51717" y="979002"/>
                </a:lnTo>
                <a:lnTo>
                  <a:pt x="65090" y="936957"/>
                </a:lnTo>
                <a:lnTo>
                  <a:pt x="79909" y="895498"/>
                </a:lnTo>
                <a:lnTo>
                  <a:pt x="96147" y="854651"/>
                </a:lnTo>
                <a:lnTo>
                  <a:pt x="113776" y="814441"/>
                </a:lnTo>
                <a:lnTo>
                  <a:pt x="132769" y="774891"/>
                </a:lnTo>
                <a:lnTo>
                  <a:pt x="153100" y="736027"/>
                </a:lnTo>
                <a:lnTo>
                  <a:pt x="174742" y="697874"/>
                </a:lnTo>
                <a:lnTo>
                  <a:pt x="197668" y="660456"/>
                </a:lnTo>
                <a:lnTo>
                  <a:pt x="221850" y="623799"/>
                </a:lnTo>
                <a:lnTo>
                  <a:pt x="247263" y="587926"/>
                </a:lnTo>
                <a:lnTo>
                  <a:pt x="273878" y="552864"/>
                </a:lnTo>
                <a:lnTo>
                  <a:pt x="301669" y="518637"/>
                </a:lnTo>
                <a:lnTo>
                  <a:pt x="330609" y="485269"/>
                </a:lnTo>
                <a:lnTo>
                  <a:pt x="360670" y="452786"/>
                </a:lnTo>
                <a:lnTo>
                  <a:pt x="391827" y="421212"/>
                </a:lnTo>
                <a:lnTo>
                  <a:pt x="424052" y="390572"/>
                </a:lnTo>
                <a:lnTo>
                  <a:pt x="457319" y="360891"/>
                </a:lnTo>
                <a:lnTo>
                  <a:pt x="491599" y="332194"/>
                </a:lnTo>
                <a:lnTo>
                  <a:pt x="526867" y="304506"/>
                </a:lnTo>
                <a:lnTo>
                  <a:pt x="563095" y="277851"/>
                </a:lnTo>
                <a:lnTo>
                  <a:pt x="600256" y="252254"/>
                </a:lnTo>
                <a:lnTo>
                  <a:pt x="638323" y="227740"/>
                </a:lnTo>
                <a:lnTo>
                  <a:pt x="677270" y="204334"/>
                </a:lnTo>
                <a:lnTo>
                  <a:pt x="717070" y="182061"/>
                </a:lnTo>
                <a:lnTo>
                  <a:pt x="757695" y="160945"/>
                </a:lnTo>
                <a:lnTo>
                  <a:pt x="799118" y="141012"/>
                </a:lnTo>
                <a:lnTo>
                  <a:pt x="841313" y="122286"/>
                </a:lnTo>
                <a:lnTo>
                  <a:pt x="884253" y="104792"/>
                </a:lnTo>
                <a:lnTo>
                  <a:pt x="927910" y="88555"/>
                </a:lnTo>
                <a:lnTo>
                  <a:pt x="972258" y="73600"/>
                </a:lnTo>
                <a:lnTo>
                  <a:pt x="1017270" y="59951"/>
                </a:lnTo>
                <a:lnTo>
                  <a:pt x="1062919" y="47633"/>
                </a:lnTo>
                <a:lnTo>
                  <a:pt x="1109178" y="36672"/>
                </a:lnTo>
                <a:lnTo>
                  <a:pt x="1156019" y="27091"/>
                </a:lnTo>
                <a:lnTo>
                  <a:pt x="1203416" y="18917"/>
                </a:lnTo>
                <a:lnTo>
                  <a:pt x="1251343" y="12173"/>
                </a:lnTo>
                <a:lnTo>
                  <a:pt x="1299771" y="6884"/>
                </a:lnTo>
                <a:lnTo>
                  <a:pt x="1348675" y="3076"/>
                </a:lnTo>
                <a:lnTo>
                  <a:pt x="1398027" y="773"/>
                </a:lnTo>
                <a:lnTo>
                  <a:pt x="1447800" y="0"/>
                </a:lnTo>
                <a:lnTo>
                  <a:pt x="1497572" y="773"/>
                </a:lnTo>
                <a:lnTo>
                  <a:pt x="1546924" y="3076"/>
                </a:lnTo>
                <a:lnTo>
                  <a:pt x="1595828" y="6884"/>
                </a:lnTo>
                <a:lnTo>
                  <a:pt x="1644256" y="12173"/>
                </a:lnTo>
                <a:lnTo>
                  <a:pt x="1692183" y="18917"/>
                </a:lnTo>
                <a:lnTo>
                  <a:pt x="1739580" y="27091"/>
                </a:lnTo>
                <a:lnTo>
                  <a:pt x="1786421" y="36672"/>
                </a:lnTo>
                <a:lnTo>
                  <a:pt x="1832680" y="47633"/>
                </a:lnTo>
                <a:lnTo>
                  <a:pt x="1878329" y="59951"/>
                </a:lnTo>
                <a:lnTo>
                  <a:pt x="1923341" y="73600"/>
                </a:lnTo>
                <a:lnTo>
                  <a:pt x="1967689" y="88555"/>
                </a:lnTo>
                <a:lnTo>
                  <a:pt x="2011346" y="104792"/>
                </a:lnTo>
                <a:lnTo>
                  <a:pt x="2054286" y="122286"/>
                </a:lnTo>
                <a:lnTo>
                  <a:pt x="2096481" y="141012"/>
                </a:lnTo>
                <a:lnTo>
                  <a:pt x="2137904" y="160945"/>
                </a:lnTo>
                <a:lnTo>
                  <a:pt x="2178529" y="182061"/>
                </a:lnTo>
                <a:lnTo>
                  <a:pt x="2218329" y="204334"/>
                </a:lnTo>
                <a:lnTo>
                  <a:pt x="2257276" y="227740"/>
                </a:lnTo>
                <a:lnTo>
                  <a:pt x="2295343" y="252254"/>
                </a:lnTo>
                <a:lnTo>
                  <a:pt x="2332504" y="277851"/>
                </a:lnTo>
                <a:lnTo>
                  <a:pt x="2368732" y="304506"/>
                </a:lnTo>
                <a:lnTo>
                  <a:pt x="2404000" y="332194"/>
                </a:lnTo>
                <a:lnTo>
                  <a:pt x="2438280" y="360891"/>
                </a:lnTo>
                <a:lnTo>
                  <a:pt x="2471547" y="390572"/>
                </a:lnTo>
                <a:lnTo>
                  <a:pt x="2503772" y="421212"/>
                </a:lnTo>
                <a:lnTo>
                  <a:pt x="2534929" y="452786"/>
                </a:lnTo>
                <a:lnTo>
                  <a:pt x="2564990" y="485269"/>
                </a:lnTo>
                <a:lnTo>
                  <a:pt x="2593930" y="518637"/>
                </a:lnTo>
                <a:lnTo>
                  <a:pt x="2621721" y="552864"/>
                </a:lnTo>
                <a:lnTo>
                  <a:pt x="2648336" y="587926"/>
                </a:lnTo>
                <a:lnTo>
                  <a:pt x="2673749" y="623799"/>
                </a:lnTo>
                <a:lnTo>
                  <a:pt x="2697931" y="660456"/>
                </a:lnTo>
                <a:lnTo>
                  <a:pt x="2720857" y="697874"/>
                </a:lnTo>
                <a:lnTo>
                  <a:pt x="2742499" y="736027"/>
                </a:lnTo>
                <a:lnTo>
                  <a:pt x="2762830" y="774891"/>
                </a:lnTo>
                <a:lnTo>
                  <a:pt x="2781823" y="814441"/>
                </a:lnTo>
                <a:lnTo>
                  <a:pt x="2799452" y="854651"/>
                </a:lnTo>
                <a:lnTo>
                  <a:pt x="2815690" y="895498"/>
                </a:lnTo>
                <a:lnTo>
                  <a:pt x="2830509" y="936957"/>
                </a:lnTo>
                <a:lnTo>
                  <a:pt x="2843882" y="979002"/>
                </a:lnTo>
                <a:lnTo>
                  <a:pt x="2855783" y="1021609"/>
                </a:lnTo>
                <a:lnTo>
                  <a:pt x="2866185" y="1064752"/>
                </a:lnTo>
                <a:lnTo>
                  <a:pt x="2875061" y="1108408"/>
                </a:lnTo>
                <a:lnTo>
                  <a:pt x="2882383" y="1152551"/>
                </a:lnTo>
                <a:lnTo>
                  <a:pt x="2888125" y="1197157"/>
                </a:lnTo>
                <a:lnTo>
                  <a:pt x="2892259" y="1242200"/>
                </a:lnTo>
                <a:lnTo>
                  <a:pt x="2894760" y="1287656"/>
                </a:lnTo>
                <a:lnTo>
                  <a:pt x="2895600" y="1333500"/>
                </a:lnTo>
                <a:lnTo>
                  <a:pt x="2894760" y="1379343"/>
                </a:lnTo>
                <a:lnTo>
                  <a:pt x="2892259" y="1424799"/>
                </a:lnTo>
                <a:lnTo>
                  <a:pt x="2888125" y="1469842"/>
                </a:lnTo>
                <a:lnTo>
                  <a:pt x="2882383" y="1514448"/>
                </a:lnTo>
                <a:lnTo>
                  <a:pt x="2875061" y="1558591"/>
                </a:lnTo>
                <a:lnTo>
                  <a:pt x="2866185" y="1602247"/>
                </a:lnTo>
                <a:lnTo>
                  <a:pt x="2855783" y="1645390"/>
                </a:lnTo>
                <a:lnTo>
                  <a:pt x="2843882" y="1687997"/>
                </a:lnTo>
                <a:lnTo>
                  <a:pt x="2830509" y="1730042"/>
                </a:lnTo>
                <a:lnTo>
                  <a:pt x="2815690" y="1771501"/>
                </a:lnTo>
                <a:lnTo>
                  <a:pt x="2799452" y="1812348"/>
                </a:lnTo>
                <a:lnTo>
                  <a:pt x="2781823" y="1852558"/>
                </a:lnTo>
                <a:lnTo>
                  <a:pt x="2762830" y="1892108"/>
                </a:lnTo>
                <a:lnTo>
                  <a:pt x="2742499" y="1930972"/>
                </a:lnTo>
                <a:lnTo>
                  <a:pt x="2720857" y="1969125"/>
                </a:lnTo>
                <a:lnTo>
                  <a:pt x="2697931" y="2006543"/>
                </a:lnTo>
                <a:lnTo>
                  <a:pt x="2673749" y="2043200"/>
                </a:lnTo>
                <a:lnTo>
                  <a:pt x="2648336" y="2079073"/>
                </a:lnTo>
                <a:lnTo>
                  <a:pt x="2621721" y="2114135"/>
                </a:lnTo>
                <a:lnTo>
                  <a:pt x="2593930" y="2148362"/>
                </a:lnTo>
                <a:lnTo>
                  <a:pt x="2564990" y="2181730"/>
                </a:lnTo>
                <a:lnTo>
                  <a:pt x="2534929" y="2214213"/>
                </a:lnTo>
                <a:lnTo>
                  <a:pt x="2503772" y="2245787"/>
                </a:lnTo>
                <a:lnTo>
                  <a:pt x="2471547" y="2276427"/>
                </a:lnTo>
                <a:lnTo>
                  <a:pt x="2438280" y="2306108"/>
                </a:lnTo>
                <a:lnTo>
                  <a:pt x="2404000" y="2334805"/>
                </a:lnTo>
                <a:lnTo>
                  <a:pt x="2368732" y="2362493"/>
                </a:lnTo>
                <a:lnTo>
                  <a:pt x="2332504" y="2389148"/>
                </a:lnTo>
                <a:lnTo>
                  <a:pt x="2295343" y="2414745"/>
                </a:lnTo>
                <a:lnTo>
                  <a:pt x="2257276" y="2439259"/>
                </a:lnTo>
                <a:lnTo>
                  <a:pt x="2218329" y="2462665"/>
                </a:lnTo>
                <a:lnTo>
                  <a:pt x="2178529" y="2484938"/>
                </a:lnTo>
                <a:lnTo>
                  <a:pt x="2137904" y="2506054"/>
                </a:lnTo>
                <a:lnTo>
                  <a:pt x="2096481" y="2525987"/>
                </a:lnTo>
                <a:lnTo>
                  <a:pt x="2054286" y="2544713"/>
                </a:lnTo>
                <a:lnTo>
                  <a:pt x="2011346" y="2562207"/>
                </a:lnTo>
                <a:lnTo>
                  <a:pt x="1967689" y="2578444"/>
                </a:lnTo>
                <a:lnTo>
                  <a:pt x="1923341" y="2593399"/>
                </a:lnTo>
                <a:lnTo>
                  <a:pt x="1878329" y="2607048"/>
                </a:lnTo>
                <a:lnTo>
                  <a:pt x="1832680" y="2619366"/>
                </a:lnTo>
                <a:lnTo>
                  <a:pt x="1786421" y="2630327"/>
                </a:lnTo>
                <a:lnTo>
                  <a:pt x="1739580" y="2639908"/>
                </a:lnTo>
                <a:lnTo>
                  <a:pt x="1692183" y="2648082"/>
                </a:lnTo>
                <a:lnTo>
                  <a:pt x="1644256" y="2654826"/>
                </a:lnTo>
                <a:lnTo>
                  <a:pt x="1595828" y="2660115"/>
                </a:lnTo>
                <a:lnTo>
                  <a:pt x="1546924" y="2663923"/>
                </a:lnTo>
                <a:lnTo>
                  <a:pt x="1497572" y="2666226"/>
                </a:lnTo>
                <a:lnTo>
                  <a:pt x="1447800" y="2667000"/>
                </a:lnTo>
                <a:lnTo>
                  <a:pt x="1398027" y="2666226"/>
                </a:lnTo>
                <a:lnTo>
                  <a:pt x="1348675" y="2663923"/>
                </a:lnTo>
                <a:lnTo>
                  <a:pt x="1299771" y="2660115"/>
                </a:lnTo>
                <a:lnTo>
                  <a:pt x="1251343" y="2654826"/>
                </a:lnTo>
                <a:lnTo>
                  <a:pt x="1203416" y="2648082"/>
                </a:lnTo>
                <a:lnTo>
                  <a:pt x="1156019" y="2639908"/>
                </a:lnTo>
                <a:lnTo>
                  <a:pt x="1109178" y="2630327"/>
                </a:lnTo>
                <a:lnTo>
                  <a:pt x="1062919" y="2619366"/>
                </a:lnTo>
                <a:lnTo>
                  <a:pt x="1017270" y="2607048"/>
                </a:lnTo>
                <a:lnTo>
                  <a:pt x="972258" y="2593399"/>
                </a:lnTo>
                <a:lnTo>
                  <a:pt x="927910" y="2578444"/>
                </a:lnTo>
                <a:lnTo>
                  <a:pt x="884253" y="2562207"/>
                </a:lnTo>
                <a:lnTo>
                  <a:pt x="841313" y="2544713"/>
                </a:lnTo>
                <a:lnTo>
                  <a:pt x="799118" y="2525987"/>
                </a:lnTo>
                <a:lnTo>
                  <a:pt x="757695" y="2506054"/>
                </a:lnTo>
                <a:lnTo>
                  <a:pt x="717070" y="2484938"/>
                </a:lnTo>
                <a:lnTo>
                  <a:pt x="677270" y="2462665"/>
                </a:lnTo>
                <a:lnTo>
                  <a:pt x="638323" y="2439259"/>
                </a:lnTo>
                <a:lnTo>
                  <a:pt x="600256" y="2414745"/>
                </a:lnTo>
                <a:lnTo>
                  <a:pt x="563095" y="2389148"/>
                </a:lnTo>
                <a:lnTo>
                  <a:pt x="526867" y="2362493"/>
                </a:lnTo>
                <a:lnTo>
                  <a:pt x="491599" y="2334805"/>
                </a:lnTo>
                <a:lnTo>
                  <a:pt x="457319" y="2306108"/>
                </a:lnTo>
                <a:lnTo>
                  <a:pt x="424052" y="2276427"/>
                </a:lnTo>
                <a:lnTo>
                  <a:pt x="391827" y="2245787"/>
                </a:lnTo>
                <a:lnTo>
                  <a:pt x="360670" y="2214213"/>
                </a:lnTo>
                <a:lnTo>
                  <a:pt x="330609" y="2181730"/>
                </a:lnTo>
                <a:lnTo>
                  <a:pt x="301669" y="2148362"/>
                </a:lnTo>
                <a:lnTo>
                  <a:pt x="273878" y="2114135"/>
                </a:lnTo>
                <a:lnTo>
                  <a:pt x="247263" y="2079073"/>
                </a:lnTo>
                <a:lnTo>
                  <a:pt x="221850" y="2043200"/>
                </a:lnTo>
                <a:lnTo>
                  <a:pt x="197668" y="2006543"/>
                </a:lnTo>
                <a:lnTo>
                  <a:pt x="174742" y="1969125"/>
                </a:lnTo>
                <a:lnTo>
                  <a:pt x="153100" y="1930972"/>
                </a:lnTo>
                <a:lnTo>
                  <a:pt x="132769" y="1892108"/>
                </a:lnTo>
                <a:lnTo>
                  <a:pt x="113776" y="1852558"/>
                </a:lnTo>
                <a:lnTo>
                  <a:pt x="96147" y="1812348"/>
                </a:lnTo>
                <a:lnTo>
                  <a:pt x="79909" y="1771501"/>
                </a:lnTo>
                <a:lnTo>
                  <a:pt x="65090" y="1730042"/>
                </a:lnTo>
                <a:lnTo>
                  <a:pt x="51717" y="1687997"/>
                </a:lnTo>
                <a:lnTo>
                  <a:pt x="39816" y="1645390"/>
                </a:lnTo>
                <a:lnTo>
                  <a:pt x="29414" y="1602247"/>
                </a:lnTo>
                <a:lnTo>
                  <a:pt x="20538" y="1558591"/>
                </a:lnTo>
                <a:lnTo>
                  <a:pt x="13216" y="1514448"/>
                </a:lnTo>
                <a:lnTo>
                  <a:pt x="7474" y="1469842"/>
                </a:lnTo>
                <a:lnTo>
                  <a:pt x="3340" y="1424799"/>
                </a:lnTo>
                <a:lnTo>
                  <a:pt x="839" y="1379343"/>
                </a:lnTo>
                <a:lnTo>
                  <a:pt x="0" y="1333500"/>
                </a:lnTo>
                <a:close/>
              </a:path>
              <a:path w="2895600" h="2667000">
                <a:moveTo>
                  <a:pt x="2268220" y="1750695"/>
                </a:moveTo>
                <a:lnTo>
                  <a:pt x="2293034" y="1710486"/>
                </a:lnTo>
                <a:lnTo>
                  <a:pt x="2315096" y="1669622"/>
                </a:lnTo>
                <a:lnTo>
                  <a:pt x="2334430" y="1628190"/>
                </a:lnTo>
                <a:lnTo>
                  <a:pt x="2351065" y="1586277"/>
                </a:lnTo>
                <a:lnTo>
                  <a:pt x="2365025" y="1543969"/>
                </a:lnTo>
                <a:lnTo>
                  <a:pt x="2376337" y="1501354"/>
                </a:lnTo>
                <a:lnTo>
                  <a:pt x="2385028" y="1458518"/>
                </a:lnTo>
                <a:lnTo>
                  <a:pt x="2391125" y="1415548"/>
                </a:lnTo>
                <a:lnTo>
                  <a:pt x="2394652" y="1372531"/>
                </a:lnTo>
                <a:lnTo>
                  <a:pt x="2395638" y="1329553"/>
                </a:lnTo>
                <a:lnTo>
                  <a:pt x="2394108" y="1286702"/>
                </a:lnTo>
                <a:lnTo>
                  <a:pt x="2390089" y="1244064"/>
                </a:lnTo>
                <a:lnTo>
                  <a:pt x="2383606" y="1201726"/>
                </a:lnTo>
                <a:lnTo>
                  <a:pt x="2374687" y="1159775"/>
                </a:lnTo>
                <a:lnTo>
                  <a:pt x="2363358" y="1118298"/>
                </a:lnTo>
                <a:lnTo>
                  <a:pt x="2349646" y="1077381"/>
                </a:lnTo>
                <a:lnTo>
                  <a:pt x="2333575" y="1037112"/>
                </a:lnTo>
                <a:lnTo>
                  <a:pt x="2315174" y="997576"/>
                </a:lnTo>
                <a:lnTo>
                  <a:pt x="2294468" y="958862"/>
                </a:lnTo>
                <a:lnTo>
                  <a:pt x="2271484" y="921055"/>
                </a:lnTo>
                <a:lnTo>
                  <a:pt x="2246248" y="884243"/>
                </a:lnTo>
                <a:lnTo>
                  <a:pt x="2218786" y="848512"/>
                </a:lnTo>
                <a:lnTo>
                  <a:pt x="2189126" y="813950"/>
                </a:lnTo>
                <a:lnTo>
                  <a:pt x="2157293" y="780642"/>
                </a:lnTo>
                <a:lnTo>
                  <a:pt x="2123313" y="748676"/>
                </a:lnTo>
                <a:lnTo>
                  <a:pt x="2087214" y="718139"/>
                </a:lnTo>
                <a:lnTo>
                  <a:pt x="2049021" y="689117"/>
                </a:lnTo>
                <a:lnTo>
                  <a:pt x="2008761" y="661698"/>
                </a:lnTo>
                <a:lnTo>
                  <a:pt x="1966460" y="635967"/>
                </a:lnTo>
                <a:lnTo>
                  <a:pt x="1922145" y="612013"/>
                </a:lnTo>
                <a:lnTo>
                  <a:pt x="1878846" y="591296"/>
                </a:lnTo>
                <a:lnTo>
                  <a:pt x="1834664" y="572695"/>
                </a:lnTo>
                <a:lnTo>
                  <a:pt x="1789691" y="556210"/>
                </a:lnTo>
                <a:lnTo>
                  <a:pt x="1744023" y="541843"/>
                </a:lnTo>
                <a:lnTo>
                  <a:pt x="1697755" y="529595"/>
                </a:lnTo>
                <a:lnTo>
                  <a:pt x="1650981" y="519467"/>
                </a:lnTo>
                <a:lnTo>
                  <a:pt x="1603796" y="511460"/>
                </a:lnTo>
                <a:lnTo>
                  <a:pt x="1556295" y="505574"/>
                </a:lnTo>
                <a:lnTo>
                  <a:pt x="1508572" y="501812"/>
                </a:lnTo>
                <a:lnTo>
                  <a:pt x="1460722" y="500173"/>
                </a:lnTo>
                <a:lnTo>
                  <a:pt x="1412839" y="500660"/>
                </a:lnTo>
                <a:lnTo>
                  <a:pt x="1365019" y="503272"/>
                </a:lnTo>
                <a:lnTo>
                  <a:pt x="1317356" y="508012"/>
                </a:lnTo>
                <a:lnTo>
                  <a:pt x="1269944" y="514879"/>
                </a:lnTo>
                <a:lnTo>
                  <a:pt x="1222879" y="523876"/>
                </a:lnTo>
                <a:lnTo>
                  <a:pt x="1176254" y="535004"/>
                </a:lnTo>
                <a:lnTo>
                  <a:pt x="1130166" y="548262"/>
                </a:lnTo>
                <a:lnTo>
                  <a:pt x="1084707" y="563653"/>
                </a:lnTo>
                <a:lnTo>
                  <a:pt x="1039974" y="581178"/>
                </a:lnTo>
                <a:lnTo>
                  <a:pt x="996061" y="600837"/>
                </a:lnTo>
                <a:lnTo>
                  <a:pt x="2268220" y="1750695"/>
                </a:lnTo>
                <a:close/>
              </a:path>
              <a:path w="2895600" h="2667000">
                <a:moveTo>
                  <a:pt x="627379" y="916305"/>
                </a:moveTo>
                <a:lnTo>
                  <a:pt x="602565" y="956513"/>
                </a:lnTo>
                <a:lnTo>
                  <a:pt x="580503" y="997377"/>
                </a:lnTo>
                <a:lnTo>
                  <a:pt x="561169" y="1038809"/>
                </a:lnTo>
                <a:lnTo>
                  <a:pt x="544534" y="1080722"/>
                </a:lnTo>
                <a:lnTo>
                  <a:pt x="530574" y="1123030"/>
                </a:lnTo>
                <a:lnTo>
                  <a:pt x="519262" y="1165645"/>
                </a:lnTo>
                <a:lnTo>
                  <a:pt x="510571" y="1208481"/>
                </a:lnTo>
                <a:lnTo>
                  <a:pt x="504474" y="1251451"/>
                </a:lnTo>
                <a:lnTo>
                  <a:pt x="500947" y="1294468"/>
                </a:lnTo>
                <a:lnTo>
                  <a:pt x="499961" y="1337446"/>
                </a:lnTo>
                <a:lnTo>
                  <a:pt x="501491" y="1380297"/>
                </a:lnTo>
                <a:lnTo>
                  <a:pt x="505510" y="1422935"/>
                </a:lnTo>
                <a:lnTo>
                  <a:pt x="511993" y="1465273"/>
                </a:lnTo>
                <a:lnTo>
                  <a:pt x="520912" y="1507224"/>
                </a:lnTo>
                <a:lnTo>
                  <a:pt x="532241" y="1548701"/>
                </a:lnTo>
                <a:lnTo>
                  <a:pt x="545953" y="1589618"/>
                </a:lnTo>
                <a:lnTo>
                  <a:pt x="562024" y="1629887"/>
                </a:lnTo>
                <a:lnTo>
                  <a:pt x="580425" y="1669423"/>
                </a:lnTo>
                <a:lnTo>
                  <a:pt x="601131" y="1708137"/>
                </a:lnTo>
                <a:lnTo>
                  <a:pt x="624115" y="1745944"/>
                </a:lnTo>
                <a:lnTo>
                  <a:pt x="649351" y="1782756"/>
                </a:lnTo>
                <a:lnTo>
                  <a:pt x="676813" y="1818487"/>
                </a:lnTo>
                <a:lnTo>
                  <a:pt x="706473" y="1853049"/>
                </a:lnTo>
                <a:lnTo>
                  <a:pt x="738306" y="1886357"/>
                </a:lnTo>
                <a:lnTo>
                  <a:pt x="772286" y="1918323"/>
                </a:lnTo>
                <a:lnTo>
                  <a:pt x="808385" y="1948860"/>
                </a:lnTo>
                <a:lnTo>
                  <a:pt x="846578" y="1977882"/>
                </a:lnTo>
                <a:lnTo>
                  <a:pt x="886838" y="2005301"/>
                </a:lnTo>
                <a:lnTo>
                  <a:pt x="929139" y="2031032"/>
                </a:lnTo>
                <a:lnTo>
                  <a:pt x="973454" y="2054987"/>
                </a:lnTo>
                <a:lnTo>
                  <a:pt x="1016753" y="2075703"/>
                </a:lnTo>
                <a:lnTo>
                  <a:pt x="1060935" y="2094304"/>
                </a:lnTo>
                <a:lnTo>
                  <a:pt x="1105908" y="2110789"/>
                </a:lnTo>
                <a:lnTo>
                  <a:pt x="1151576" y="2125156"/>
                </a:lnTo>
                <a:lnTo>
                  <a:pt x="1197844" y="2137404"/>
                </a:lnTo>
                <a:lnTo>
                  <a:pt x="1244618" y="2147532"/>
                </a:lnTo>
                <a:lnTo>
                  <a:pt x="1291803" y="2155539"/>
                </a:lnTo>
                <a:lnTo>
                  <a:pt x="1339304" y="2161425"/>
                </a:lnTo>
                <a:lnTo>
                  <a:pt x="1387027" y="2165187"/>
                </a:lnTo>
                <a:lnTo>
                  <a:pt x="1434877" y="2166826"/>
                </a:lnTo>
                <a:lnTo>
                  <a:pt x="1482760" y="2166339"/>
                </a:lnTo>
                <a:lnTo>
                  <a:pt x="1530580" y="2163727"/>
                </a:lnTo>
                <a:lnTo>
                  <a:pt x="1578243" y="2158987"/>
                </a:lnTo>
                <a:lnTo>
                  <a:pt x="1625655" y="2152120"/>
                </a:lnTo>
                <a:lnTo>
                  <a:pt x="1672720" y="2143123"/>
                </a:lnTo>
                <a:lnTo>
                  <a:pt x="1719345" y="2131995"/>
                </a:lnTo>
                <a:lnTo>
                  <a:pt x="1765433" y="2118737"/>
                </a:lnTo>
                <a:lnTo>
                  <a:pt x="1810892" y="2103346"/>
                </a:lnTo>
                <a:lnTo>
                  <a:pt x="1855625" y="2085821"/>
                </a:lnTo>
                <a:lnTo>
                  <a:pt x="1899539" y="2066163"/>
                </a:lnTo>
                <a:lnTo>
                  <a:pt x="627379" y="916305"/>
                </a:lnTo>
                <a:close/>
              </a:path>
            </a:pathLst>
          </a:custGeom>
          <a:ln w="57150">
            <a:solidFill>
              <a:srgbClr val="008F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15" dirty="0"/>
              <a:t> </a:t>
            </a:r>
            <a:r>
              <a:rPr dirty="0"/>
              <a:t>does</a:t>
            </a:r>
            <a:r>
              <a:rPr spc="-20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work</a:t>
            </a:r>
            <a:r>
              <a:rPr spc="-30" dirty="0"/>
              <a:t> </a:t>
            </a:r>
            <a:r>
              <a:rPr dirty="0"/>
              <a:t>in</a:t>
            </a:r>
            <a:r>
              <a:rPr spc="-10" dirty="0"/>
              <a:t> Snowflake?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31594" y="2147295"/>
            <a:ext cx="4373880" cy="1122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50000"/>
              </a:lnSpc>
              <a:spcBef>
                <a:spcPts val="9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2400" b="1" spc="-90" dirty="0">
                <a:solidFill>
                  <a:srgbClr val="D9D9D9"/>
                </a:solidFill>
                <a:latin typeface="Trebuchet MS"/>
                <a:cs typeface="Trebuchet MS"/>
              </a:rPr>
              <a:t>Automatically</a:t>
            </a:r>
            <a:r>
              <a:rPr sz="24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2400" b="1" spc="-65" dirty="0">
                <a:solidFill>
                  <a:srgbClr val="D9D9D9"/>
                </a:solidFill>
                <a:latin typeface="Trebuchet MS"/>
                <a:cs typeface="Trebuchet MS"/>
              </a:rPr>
              <a:t>managed</a:t>
            </a:r>
            <a:r>
              <a:rPr sz="2400" b="1" spc="-1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2400" b="1" spc="-65" dirty="0">
                <a:solidFill>
                  <a:srgbClr val="D9D9D9"/>
                </a:solidFill>
                <a:latin typeface="Trebuchet MS"/>
                <a:cs typeface="Trebuchet MS"/>
              </a:rPr>
              <a:t>micro- </a:t>
            </a:r>
            <a:r>
              <a:rPr sz="2400" b="1" spc="-10" dirty="0">
                <a:solidFill>
                  <a:srgbClr val="D9D9D9"/>
                </a:solidFill>
                <a:latin typeface="Trebuchet MS"/>
                <a:cs typeface="Trebuchet MS"/>
              </a:rPr>
              <a:t>partitions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88415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3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dirty="0"/>
              <a:t>our</a:t>
            </a:r>
            <a:r>
              <a:rPr spc="-15" dirty="0"/>
              <a:t> </a:t>
            </a:r>
            <a:r>
              <a:rPr spc="-20" dirty="0"/>
              <a:t>job?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22575" y="1899666"/>
            <a:ext cx="3578860" cy="1260475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80"/>
              </a:spcBef>
              <a:buClr>
                <a:srgbClr val="99D3FF"/>
              </a:buClr>
              <a:buFont typeface="Wingdings"/>
              <a:buChar char=""/>
              <a:tabLst>
                <a:tab pos="298450" algn="l"/>
              </a:tabLst>
            </a:pPr>
            <a:r>
              <a:rPr sz="1800" b="1" spc="-10" dirty="0">
                <a:solidFill>
                  <a:srgbClr val="D9D9D9"/>
                </a:solidFill>
                <a:latin typeface="Trebuchet MS"/>
                <a:cs typeface="Trebuchet MS"/>
              </a:rPr>
              <a:t>Assigning</a:t>
            </a:r>
            <a:r>
              <a:rPr sz="18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85" dirty="0">
                <a:solidFill>
                  <a:srgbClr val="D9D9D9"/>
                </a:solidFill>
                <a:latin typeface="Trebuchet MS"/>
                <a:cs typeface="Trebuchet MS"/>
              </a:rPr>
              <a:t>appropriate</a:t>
            </a:r>
            <a:r>
              <a:rPr sz="1800" b="1" spc="-13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65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r>
              <a:rPr sz="18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D9D9D9"/>
                </a:solidFill>
                <a:latin typeface="Trebuchet MS"/>
                <a:cs typeface="Trebuchet MS"/>
              </a:rPr>
              <a:t>types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Clr>
                <a:srgbClr val="99D3FF"/>
              </a:buClr>
              <a:buFont typeface="Wingdings"/>
              <a:buChar char=""/>
              <a:tabLst>
                <a:tab pos="298450" algn="l"/>
              </a:tabLst>
            </a:pPr>
            <a:r>
              <a:rPr sz="1800" b="1" spc="-50" dirty="0">
                <a:solidFill>
                  <a:srgbClr val="D9D9D9"/>
                </a:solidFill>
                <a:latin typeface="Trebuchet MS"/>
                <a:cs typeface="Trebuchet MS"/>
              </a:rPr>
              <a:t>Sizing</a:t>
            </a:r>
            <a:r>
              <a:rPr sz="18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70" dirty="0">
                <a:solidFill>
                  <a:srgbClr val="D9D9D9"/>
                </a:solidFill>
                <a:latin typeface="Trebuchet MS"/>
                <a:cs typeface="Trebuchet MS"/>
              </a:rPr>
              <a:t>virtual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D9D9D9"/>
                </a:solidFill>
                <a:latin typeface="Trebuchet MS"/>
                <a:cs typeface="Trebuchet MS"/>
              </a:rPr>
              <a:t>warehouses</a:t>
            </a: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spcBef>
                <a:spcPts val="1080"/>
              </a:spcBef>
              <a:buClr>
                <a:srgbClr val="99D3FF"/>
              </a:buClr>
              <a:buFont typeface="Wingdings"/>
              <a:buChar char=""/>
              <a:tabLst>
                <a:tab pos="298450" algn="l"/>
              </a:tabLst>
            </a:pPr>
            <a:r>
              <a:rPr sz="1800" b="1" spc="-75" dirty="0">
                <a:solidFill>
                  <a:srgbClr val="D9D9D9"/>
                </a:solidFill>
                <a:latin typeface="Trebuchet MS"/>
                <a:cs typeface="Trebuchet MS"/>
              </a:rPr>
              <a:t>Cluster</a:t>
            </a:r>
            <a:r>
              <a:rPr sz="18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D9D9D9"/>
                </a:solidFill>
                <a:latin typeface="Trebuchet MS"/>
                <a:cs typeface="Trebuchet MS"/>
              </a:rPr>
              <a:t>keys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14400">
              <a:lnSpc>
                <a:spcPct val="100000"/>
              </a:lnSpc>
              <a:spcBef>
                <a:spcPts val="105"/>
              </a:spcBef>
            </a:pPr>
            <a:r>
              <a:rPr dirty="0"/>
              <a:t>Performance</a:t>
            </a:r>
            <a:r>
              <a:rPr spc="-35" dirty="0"/>
              <a:t> </a:t>
            </a:r>
            <a:r>
              <a:rPr spc="-10" dirty="0"/>
              <a:t>aspects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04772" y="999744"/>
            <a:ext cx="5821045" cy="2928620"/>
            <a:chOff x="1604772" y="999744"/>
            <a:chExt cx="5821045" cy="29286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4772" y="999744"/>
              <a:ext cx="2725801" cy="148031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31670" y="1154430"/>
              <a:ext cx="2092452" cy="84886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31670" y="1154430"/>
              <a:ext cx="2092960" cy="848994"/>
            </a:xfrm>
            <a:custGeom>
              <a:avLst/>
              <a:gdLst/>
              <a:ahLst/>
              <a:cxnLst/>
              <a:rect l="l" t="t" r="r" b="b"/>
              <a:pathLst>
                <a:path w="2092960" h="848994">
                  <a:moveTo>
                    <a:pt x="0" y="424434"/>
                  </a:moveTo>
                  <a:lnTo>
                    <a:pt x="212217" y="0"/>
                  </a:lnTo>
                  <a:lnTo>
                    <a:pt x="1880234" y="0"/>
                  </a:lnTo>
                  <a:lnTo>
                    <a:pt x="2092452" y="424434"/>
                  </a:lnTo>
                  <a:lnTo>
                    <a:pt x="1880234" y="848868"/>
                  </a:lnTo>
                  <a:lnTo>
                    <a:pt x="212217" y="848868"/>
                  </a:lnTo>
                  <a:lnTo>
                    <a:pt x="0" y="424434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98492" y="999744"/>
              <a:ext cx="2727325" cy="148031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25389" y="1154430"/>
              <a:ext cx="2093976" cy="84886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025389" y="1154430"/>
              <a:ext cx="2094230" cy="848994"/>
            </a:xfrm>
            <a:custGeom>
              <a:avLst/>
              <a:gdLst/>
              <a:ahLst/>
              <a:cxnLst/>
              <a:rect l="l" t="t" r="r" b="b"/>
              <a:pathLst>
                <a:path w="2094229" h="848994">
                  <a:moveTo>
                    <a:pt x="0" y="424434"/>
                  </a:moveTo>
                  <a:lnTo>
                    <a:pt x="212217" y="0"/>
                  </a:lnTo>
                  <a:lnTo>
                    <a:pt x="1881759" y="0"/>
                  </a:lnTo>
                  <a:lnTo>
                    <a:pt x="2093976" y="424434"/>
                  </a:lnTo>
                  <a:lnTo>
                    <a:pt x="1881759" y="848868"/>
                  </a:lnTo>
                  <a:lnTo>
                    <a:pt x="212217" y="848868"/>
                  </a:lnTo>
                  <a:lnTo>
                    <a:pt x="0" y="424434"/>
                  </a:lnTo>
                  <a:close/>
                </a:path>
              </a:pathLst>
            </a:custGeom>
            <a:ln w="19049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93920" y="2452154"/>
              <a:ext cx="2727325" cy="147574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20818" y="2606802"/>
              <a:ext cx="2093976" cy="84429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020818" y="2606802"/>
              <a:ext cx="2094230" cy="844550"/>
            </a:xfrm>
            <a:custGeom>
              <a:avLst/>
              <a:gdLst/>
              <a:ahLst/>
              <a:cxnLst/>
              <a:rect l="l" t="t" r="r" b="b"/>
              <a:pathLst>
                <a:path w="2094229" h="844550">
                  <a:moveTo>
                    <a:pt x="0" y="422148"/>
                  </a:moveTo>
                  <a:lnTo>
                    <a:pt x="211074" y="0"/>
                  </a:lnTo>
                  <a:lnTo>
                    <a:pt x="1882902" y="0"/>
                  </a:lnTo>
                  <a:lnTo>
                    <a:pt x="2093976" y="422148"/>
                  </a:lnTo>
                  <a:lnTo>
                    <a:pt x="1882902" y="844296"/>
                  </a:lnTo>
                  <a:lnTo>
                    <a:pt x="211074" y="844296"/>
                  </a:lnTo>
                  <a:lnTo>
                    <a:pt x="0" y="422148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64741" y="1322578"/>
            <a:ext cx="3176270" cy="974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11885" marR="774700" indent="-213360">
              <a:lnSpc>
                <a:spcPct val="100000"/>
              </a:lnSpc>
              <a:spcBef>
                <a:spcPts val="95"/>
              </a:spcBef>
            </a:pPr>
            <a:r>
              <a:rPr sz="1600" b="1" spc="-75" dirty="0">
                <a:solidFill>
                  <a:srgbClr val="CCEAFF"/>
                </a:solidFill>
                <a:latin typeface="Trebuchet MS"/>
                <a:cs typeface="Trebuchet MS"/>
              </a:rPr>
              <a:t>Dedicated</a:t>
            </a:r>
            <a:r>
              <a:rPr sz="1600" b="1" spc="-80" dirty="0">
                <a:solidFill>
                  <a:srgbClr val="CCEAFF"/>
                </a:solidFill>
                <a:latin typeface="Trebuchet MS"/>
                <a:cs typeface="Trebuchet MS"/>
              </a:rPr>
              <a:t> </a:t>
            </a:r>
            <a:r>
              <a:rPr sz="1600" b="1" spc="-70" dirty="0">
                <a:solidFill>
                  <a:srgbClr val="CCEAFF"/>
                </a:solidFill>
                <a:latin typeface="Trebuchet MS"/>
                <a:cs typeface="Trebuchet MS"/>
              </a:rPr>
              <a:t>virtual </a:t>
            </a:r>
            <a:r>
              <a:rPr sz="1600" b="1" spc="-10" dirty="0">
                <a:solidFill>
                  <a:srgbClr val="CCEAFF"/>
                </a:solidFill>
                <a:latin typeface="Trebuchet MS"/>
                <a:cs typeface="Trebuchet MS"/>
              </a:rPr>
              <a:t>warehouses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6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50" dirty="0">
                <a:solidFill>
                  <a:srgbClr val="D9D9D9"/>
                </a:solidFill>
                <a:latin typeface="Trebuchet MS"/>
                <a:cs typeface="Trebuchet MS"/>
              </a:rPr>
              <a:t>Separated</a:t>
            </a:r>
            <a:r>
              <a:rPr sz="1200" b="1" spc="-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0" dirty="0">
                <a:solidFill>
                  <a:srgbClr val="D9D9D9"/>
                </a:solidFill>
                <a:latin typeface="Trebuchet MS"/>
                <a:cs typeface="Trebuchet MS"/>
              </a:rPr>
              <a:t>according to</a:t>
            </a: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different </a:t>
            </a:r>
            <a:r>
              <a:rPr sz="1200" b="1" spc="-10" dirty="0">
                <a:solidFill>
                  <a:srgbClr val="D9D9D9"/>
                </a:solidFill>
                <a:latin typeface="Trebuchet MS"/>
                <a:cs typeface="Trebuchet MS"/>
              </a:rPr>
              <a:t>workloads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42764" y="1308608"/>
            <a:ext cx="2776855" cy="2430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6465" marR="1211580" algn="ctr">
              <a:lnSpc>
                <a:spcPct val="100000"/>
              </a:lnSpc>
              <a:spcBef>
                <a:spcPts val="95"/>
              </a:spcBef>
            </a:pPr>
            <a:r>
              <a:rPr sz="1600" b="1" spc="-45" dirty="0">
                <a:solidFill>
                  <a:srgbClr val="CCEAFF"/>
                </a:solidFill>
                <a:latin typeface="Trebuchet MS"/>
                <a:cs typeface="Trebuchet MS"/>
              </a:rPr>
              <a:t>Scaling </a:t>
            </a:r>
            <a:r>
              <a:rPr sz="1600" b="1" spc="-25" dirty="0">
                <a:solidFill>
                  <a:srgbClr val="CCEAFF"/>
                </a:solidFill>
                <a:latin typeface="Trebuchet MS"/>
                <a:cs typeface="Trebuchet MS"/>
              </a:rPr>
              <a:t>Up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6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70" dirty="0">
                <a:solidFill>
                  <a:srgbClr val="D9D9D9"/>
                </a:solidFill>
                <a:latin typeface="Trebuchet MS"/>
                <a:cs typeface="Trebuchet MS"/>
              </a:rPr>
              <a:t>For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0" dirty="0">
                <a:solidFill>
                  <a:srgbClr val="D9D9D9"/>
                </a:solidFill>
                <a:latin typeface="Trebuchet MS"/>
                <a:cs typeface="Trebuchet MS"/>
              </a:rPr>
              <a:t>known</a:t>
            </a:r>
            <a:r>
              <a:rPr sz="12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patterns</a:t>
            </a:r>
            <a:r>
              <a:rPr sz="12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35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2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D9D9D9"/>
                </a:solidFill>
                <a:latin typeface="Trebuchet MS"/>
                <a:cs typeface="Trebuchet MS"/>
              </a:rPr>
              <a:t>high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0" dirty="0">
                <a:solidFill>
                  <a:srgbClr val="D9D9D9"/>
                </a:solidFill>
                <a:latin typeface="Trebuchet MS"/>
                <a:cs typeface="Trebuchet MS"/>
              </a:rPr>
              <a:t>work</a:t>
            </a:r>
            <a:r>
              <a:rPr sz="12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D9D9D9"/>
                </a:solidFill>
                <a:latin typeface="Trebuchet MS"/>
                <a:cs typeface="Trebuchet MS"/>
              </a:rPr>
              <a:t>load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99D3FF"/>
              </a:buClr>
              <a:buFont typeface="Wingdings"/>
              <a:buChar char=""/>
            </a:pP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44"/>
              </a:spcBef>
              <a:buClr>
                <a:srgbClr val="99D3FF"/>
              </a:buClr>
              <a:buFont typeface="Wingdings"/>
              <a:buChar char=""/>
            </a:pPr>
            <a:endParaRPr sz="1200">
              <a:latin typeface="Trebuchet MS"/>
              <a:cs typeface="Trebuchet MS"/>
            </a:endParaRPr>
          </a:p>
          <a:p>
            <a:pPr marL="669925" marR="990600" indent="-1270" algn="ctr">
              <a:lnSpc>
                <a:spcPct val="100000"/>
              </a:lnSpc>
            </a:pPr>
            <a:r>
              <a:rPr sz="1600" b="1" spc="-10" dirty="0">
                <a:solidFill>
                  <a:srgbClr val="CCEAFF"/>
                </a:solidFill>
                <a:latin typeface="Trebuchet MS"/>
                <a:cs typeface="Trebuchet MS"/>
              </a:rPr>
              <a:t>Maximize </a:t>
            </a:r>
            <a:r>
              <a:rPr sz="1600" b="1" spc="-100" dirty="0">
                <a:solidFill>
                  <a:srgbClr val="CCEAFF"/>
                </a:solidFill>
                <a:latin typeface="Trebuchet MS"/>
                <a:cs typeface="Trebuchet MS"/>
              </a:rPr>
              <a:t>Cache </a:t>
            </a:r>
            <a:r>
              <a:rPr sz="1600" b="1" spc="-25" dirty="0">
                <a:solidFill>
                  <a:srgbClr val="CCEAFF"/>
                </a:solidFill>
                <a:latin typeface="Trebuchet MS"/>
                <a:cs typeface="Trebuchet MS"/>
              </a:rPr>
              <a:t>Usage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600">
              <a:latin typeface="Trebuchet MS"/>
              <a:cs typeface="Trebuchet MS"/>
            </a:endParaRPr>
          </a:p>
          <a:p>
            <a:pPr marL="330200" indent="-287020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330200" algn="l"/>
              </a:tabLst>
            </a:pP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Automatic</a:t>
            </a:r>
            <a:r>
              <a:rPr sz="1200" b="1" spc="-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caching</a:t>
            </a:r>
            <a:r>
              <a:rPr sz="12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can</a:t>
            </a:r>
            <a:r>
              <a:rPr sz="12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70" dirty="0">
                <a:solidFill>
                  <a:srgbClr val="D9D9D9"/>
                </a:solidFill>
                <a:latin typeface="Trebuchet MS"/>
                <a:cs typeface="Trebuchet MS"/>
              </a:rPr>
              <a:t>be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35" dirty="0">
                <a:solidFill>
                  <a:srgbClr val="D9D9D9"/>
                </a:solidFill>
                <a:latin typeface="Trebuchet MS"/>
                <a:cs typeface="Trebuchet MS"/>
              </a:rPr>
              <a:t>maximized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609344" y="2447518"/>
            <a:ext cx="2727325" cy="1480820"/>
            <a:chOff x="1609344" y="2447518"/>
            <a:chExt cx="2727325" cy="148082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09344" y="2447518"/>
              <a:ext cx="2727325" cy="148031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36242" y="2602230"/>
              <a:ext cx="2093975" cy="84886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936242" y="2602230"/>
              <a:ext cx="2094230" cy="848994"/>
            </a:xfrm>
            <a:custGeom>
              <a:avLst/>
              <a:gdLst/>
              <a:ahLst/>
              <a:cxnLst/>
              <a:rect l="l" t="t" r="r" b="b"/>
              <a:pathLst>
                <a:path w="2094229" h="848995">
                  <a:moveTo>
                    <a:pt x="0" y="424433"/>
                  </a:moveTo>
                  <a:lnTo>
                    <a:pt x="212216" y="0"/>
                  </a:lnTo>
                  <a:lnTo>
                    <a:pt x="1881758" y="0"/>
                  </a:lnTo>
                  <a:lnTo>
                    <a:pt x="2093975" y="424433"/>
                  </a:lnTo>
                  <a:lnTo>
                    <a:pt x="1881758" y="848868"/>
                  </a:lnTo>
                  <a:lnTo>
                    <a:pt x="212216" y="848868"/>
                  </a:lnTo>
                  <a:lnTo>
                    <a:pt x="0" y="424433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364741" y="2774441"/>
            <a:ext cx="3388360" cy="970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97305" marR="1451610" algn="ctr">
              <a:lnSpc>
                <a:spcPct val="100000"/>
              </a:lnSpc>
              <a:spcBef>
                <a:spcPts val="95"/>
              </a:spcBef>
            </a:pPr>
            <a:r>
              <a:rPr sz="1600" b="1" spc="-45" dirty="0">
                <a:solidFill>
                  <a:srgbClr val="CCEAFF"/>
                </a:solidFill>
                <a:latin typeface="Trebuchet MS"/>
                <a:cs typeface="Trebuchet MS"/>
              </a:rPr>
              <a:t>Scaling </a:t>
            </a:r>
            <a:r>
              <a:rPr sz="1600" b="1" spc="-25" dirty="0">
                <a:solidFill>
                  <a:srgbClr val="CCEAFF"/>
                </a:solidFill>
                <a:latin typeface="Trebuchet MS"/>
                <a:cs typeface="Trebuchet MS"/>
              </a:rPr>
              <a:t>Out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6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Dynamically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35" dirty="0">
                <a:solidFill>
                  <a:srgbClr val="D9D9D9"/>
                </a:solidFill>
                <a:latin typeface="Trebuchet MS"/>
                <a:cs typeface="Trebuchet MS"/>
              </a:rPr>
              <a:t>fo</a:t>
            </a:r>
            <a:r>
              <a:rPr sz="12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0" dirty="0">
                <a:solidFill>
                  <a:srgbClr val="D9D9D9"/>
                </a:solidFill>
                <a:latin typeface="Trebuchet MS"/>
                <a:cs typeface="Trebuchet MS"/>
              </a:rPr>
              <a:t>unknown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patterns</a:t>
            </a:r>
            <a:r>
              <a:rPr sz="1200" b="1" spc="-35" dirty="0">
                <a:solidFill>
                  <a:srgbClr val="D9D9D9"/>
                </a:solidFill>
                <a:latin typeface="Trebuchet MS"/>
                <a:cs typeface="Trebuchet MS"/>
              </a:rPr>
              <a:t> of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0" dirty="0">
                <a:solidFill>
                  <a:srgbClr val="D9D9D9"/>
                </a:solidFill>
                <a:latin typeface="Trebuchet MS"/>
                <a:cs typeface="Trebuchet MS"/>
              </a:rPr>
              <a:t>work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D9D9D9"/>
                </a:solidFill>
                <a:latin typeface="Trebuchet MS"/>
                <a:cs typeface="Trebuchet MS"/>
              </a:rPr>
              <a:t>load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026664" y="3860330"/>
            <a:ext cx="2727325" cy="1283335"/>
            <a:chOff x="3026664" y="3860330"/>
            <a:chExt cx="2727325" cy="1283335"/>
          </a:xfrm>
        </p:grpSpPr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26664" y="3860330"/>
              <a:ext cx="2727325" cy="128316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53562" y="4014978"/>
              <a:ext cx="2093976" cy="84429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353562" y="4014978"/>
              <a:ext cx="2094230" cy="844550"/>
            </a:xfrm>
            <a:custGeom>
              <a:avLst/>
              <a:gdLst/>
              <a:ahLst/>
              <a:cxnLst/>
              <a:rect l="l" t="t" r="r" b="b"/>
              <a:pathLst>
                <a:path w="2094229" h="844550">
                  <a:moveTo>
                    <a:pt x="0" y="422148"/>
                  </a:moveTo>
                  <a:lnTo>
                    <a:pt x="211074" y="0"/>
                  </a:lnTo>
                  <a:lnTo>
                    <a:pt x="1882902" y="0"/>
                  </a:lnTo>
                  <a:lnTo>
                    <a:pt x="2093976" y="422148"/>
                  </a:lnTo>
                  <a:lnTo>
                    <a:pt x="1882902" y="844296"/>
                  </a:lnTo>
                  <a:lnTo>
                    <a:pt x="211074" y="844296"/>
                  </a:lnTo>
                  <a:lnTo>
                    <a:pt x="0" y="422148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075557" y="4148429"/>
            <a:ext cx="6508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0" dirty="0">
                <a:solidFill>
                  <a:srgbClr val="CCEAFF"/>
                </a:solidFill>
                <a:latin typeface="Trebuchet MS"/>
                <a:cs typeface="Trebuchet MS"/>
              </a:rPr>
              <a:t>Cluster</a:t>
            </a:r>
            <a:endParaRPr sz="1600">
              <a:latin typeface="Trebuchet MS"/>
              <a:cs typeface="Trebuchet MS"/>
            </a:endParaRPr>
          </a:p>
          <a:p>
            <a:pPr marL="114300">
              <a:lnSpc>
                <a:spcPct val="100000"/>
              </a:lnSpc>
            </a:pPr>
            <a:r>
              <a:rPr sz="1600" b="1" spc="-20" dirty="0">
                <a:solidFill>
                  <a:srgbClr val="CCEAFF"/>
                </a:solidFill>
                <a:latin typeface="Trebuchet MS"/>
                <a:cs typeface="Trebuchet MS"/>
              </a:rPr>
              <a:t>Keys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26151" y="4181957"/>
            <a:ext cx="13379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70" dirty="0">
                <a:solidFill>
                  <a:srgbClr val="D9D9D9"/>
                </a:solidFill>
                <a:latin typeface="Trebuchet MS"/>
                <a:cs typeface="Trebuchet MS"/>
              </a:rPr>
              <a:t>For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D9D9D9"/>
                </a:solidFill>
                <a:latin typeface="Trebuchet MS"/>
                <a:cs typeface="Trebuchet MS"/>
              </a:rPr>
              <a:t>large</a:t>
            </a:r>
            <a:r>
              <a:rPr sz="12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D9D9D9"/>
                </a:solidFill>
                <a:latin typeface="Trebuchet MS"/>
                <a:cs typeface="Trebuchet MS"/>
              </a:rPr>
              <a:t>tables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51632" y="1299972"/>
            <a:ext cx="3575685" cy="3843654"/>
            <a:chOff x="3151632" y="1299972"/>
            <a:chExt cx="3575685" cy="3843654"/>
          </a:xfrm>
        </p:grpSpPr>
        <p:sp>
          <p:nvSpPr>
            <p:cNvPr id="3" name="object 3"/>
            <p:cNvSpPr/>
            <p:nvPr/>
          </p:nvSpPr>
          <p:spPr>
            <a:xfrm>
              <a:off x="4495800" y="1299972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285241" y="42290"/>
                  </a:moveTo>
                  <a:lnTo>
                    <a:pt x="73405" y="42290"/>
                  </a:lnTo>
                  <a:lnTo>
                    <a:pt x="61438" y="44771"/>
                  </a:lnTo>
                  <a:lnTo>
                    <a:pt x="51577" y="51562"/>
                  </a:lnTo>
                  <a:lnTo>
                    <a:pt x="44884" y="61686"/>
                  </a:lnTo>
                  <a:lnTo>
                    <a:pt x="42417" y="74167"/>
                  </a:lnTo>
                  <a:lnTo>
                    <a:pt x="42417" y="84581"/>
                  </a:lnTo>
                  <a:lnTo>
                    <a:pt x="4699" y="84581"/>
                  </a:lnTo>
                  <a:lnTo>
                    <a:pt x="0" y="89280"/>
                  </a:lnTo>
                  <a:lnTo>
                    <a:pt x="0" y="100456"/>
                  </a:lnTo>
                  <a:lnTo>
                    <a:pt x="4699" y="105155"/>
                  </a:lnTo>
                  <a:lnTo>
                    <a:pt x="42417" y="105155"/>
                  </a:lnTo>
                  <a:lnTo>
                    <a:pt x="42417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7"/>
                  </a:lnTo>
                  <a:lnTo>
                    <a:pt x="4699" y="148336"/>
                  </a:lnTo>
                  <a:lnTo>
                    <a:pt x="42417" y="148336"/>
                  </a:lnTo>
                  <a:lnTo>
                    <a:pt x="42417" y="169037"/>
                  </a:lnTo>
                  <a:lnTo>
                    <a:pt x="4699" y="169037"/>
                  </a:lnTo>
                  <a:lnTo>
                    <a:pt x="0" y="173736"/>
                  </a:lnTo>
                  <a:lnTo>
                    <a:pt x="0" y="185927"/>
                  </a:lnTo>
                  <a:lnTo>
                    <a:pt x="4699" y="190626"/>
                  </a:lnTo>
                  <a:lnTo>
                    <a:pt x="42417" y="190626"/>
                  </a:lnTo>
                  <a:lnTo>
                    <a:pt x="42417" y="211327"/>
                  </a:lnTo>
                  <a:lnTo>
                    <a:pt x="4699" y="211327"/>
                  </a:lnTo>
                  <a:lnTo>
                    <a:pt x="0" y="216026"/>
                  </a:lnTo>
                  <a:lnTo>
                    <a:pt x="0" y="228218"/>
                  </a:lnTo>
                  <a:lnTo>
                    <a:pt x="4699" y="232917"/>
                  </a:lnTo>
                  <a:lnTo>
                    <a:pt x="42417" y="232917"/>
                  </a:lnTo>
                  <a:lnTo>
                    <a:pt x="42417" y="253491"/>
                  </a:lnTo>
                  <a:lnTo>
                    <a:pt x="4699" y="253491"/>
                  </a:lnTo>
                  <a:lnTo>
                    <a:pt x="0" y="258190"/>
                  </a:lnTo>
                  <a:lnTo>
                    <a:pt x="0" y="270382"/>
                  </a:lnTo>
                  <a:lnTo>
                    <a:pt x="4699" y="275081"/>
                  </a:lnTo>
                  <a:lnTo>
                    <a:pt x="42417" y="275081"/>
                  </a:lnTo>
                  <a:lnTo>
                    <a:pt x="42417" y="285495"/>
                  </a:lnTo>
                  <a:lnTo>
                    <a:pt x="44884" y="297977"/>
                  </a:lnTo>
                  <a:lnTo>
                    <a:pt x="51577" y="308101"/>
                  </a:lnTo>
                  <a:lnTo>
                    <a:pt x="61438" y="314892"/>
                  </a:lnTo>
                  <a:lnTo>
                    <a:pt x="73405" y="317373"/>
                  </a:lnTo>
                  <a:lnTo>
                    <a:pt x="84709" y="317373"/>
                  </a:lnTo>
                  <a:lnTo>
                    <a:pt x="84709" y="354964"/>
                  </a:lnTo>
                  <a:lnTo>
                    <a:pt x="89408" y="359663"/>
                  </a:lnTo>
                  <a:lnTo>
                    <a:pt x="100711" y="359663"/>
                  </a:lnTo>
                  <a:lnTo>
                    <a:pt x="105410" y="354964"/>
                  </a:lnTo>
                  <a:lnTo>
                    <a:pt x="105410" y="314578"/>
                  </a:lnTo>
                  <a:lnTo>
                    <a:pt x="285241" y="314578"/>
                  </a:lnTo>
                  <a:lnTo>
                    <a:pt x="297797" y="312098"/>
                  </a:lnTo>
                  <a:lnTo>
                    <a:pt x="307959" y="305307"/>
                  </a:lnTo>
                  <a:lnTo>
                    <a:pt x="314763" y="295183"/>
                  </a:lnTo>
                  <a:lnTo>
                    <a:pt x="314821" y="294893"/>
                  </a:lnTo>
                  <a:lnTo>
                    <a:pt x="69723" y="294893"/>
                  </a:lnTo>
                  <a:lnTo>
                    <a:pt x="65912" y="290194"/>
                  </a:lnTo>
                  <a:lnTo>
                    <a:pt x="65912" y="69468"/>
                  </a:lnTo>
                  <a:lnTo>
                    <a:pt x="69723" y="64769"/>
                  </a:lnTo>
                  <a:lnTo>
                    <a:pt x="315376" y="64769"/>
                  </a:lnTo>
                  <a:lnTo>
                    <a:pt x="314763" y="61686"/>
                  </a:lnTo>
                  <a:lnTo>
                    <a:pt x="307959" y="51562"/>
                  </a:lnTo>
                  <a:lnTo>
                    <a:pt x="297797" y="44771"/>
                  </a:lnTo>
                  <a:lnTo>
                    <a:pt x="285241" y="42290"/>
                  </a:lnTo>
                  <a:close/>
                </a:path>
                <a:path w="360045" h="360044">
                  <a:moveTo>
                    <a:pt x="147827" y="314578"/>
                  </a:moveTo>
                  <a:lnTo>
                    <a:pt x="127126" y="314578"/>
                  </a:lnTo>
                  <a:lnTo>
                    <a:pt x="127126" y="352170"/>
                  </a:lnTo>
                  <a:lnTo>
                    <a:pt x="131825" y="356869"/>
                  </a:lnTo>
                  <a:lnTo>
                    <a:pt x="143128" y="356869"/>
                  </a:lnTo>
                  <a:lnTo>
                    <a:pt x="147827" y="352170"/>
                  </a:lnTo>
                  <a:lnTo>
                    <a:pt x="147827" y="314578"/>
                  </a:lnTo>
                  <a:close/>
                </a:path>
                <a:path w="360045" h="360044">
                  <a:moveTo>
                    <a:pt x="190246" y="314578"/>
                  </a:moveTo>
                  <a:lnTo>
                    <a:pt x="169417" y="314578"/>
                  </a:lnTo>
                  <a:lnTo>
                    <a:pt x="169417" y="352170"/>
                  </a:lnTo>
                  <a:lnTo>
                    <a:pt x="174244" y="356869"/>
                  </a:lnTo>
                  <a:lnTo>
                    <a:pt x="185420" y="356869"/>
                  </a:lnTo>
                  <a:lnTo>
                    <a:pt x="190246" y="352170"/>
                  </a:lnTo>
                  <a:lnTo>
                    <a:pt x="190246" y="314578"/>
                  </a:lnTo>
                  <a:close/>
                </a:path>
                <a:path w="360045" h="360044">
                  <a:moveTo>
                    <a:pt x="232537" y="314578"/>
                  </a:moveTo>
                  <a:lnTo>
                    <a:pt x="211836" y="314578"/>
                  </a:lnTo>
                  <a:lnTo>
                    <a:pt x="211836" y="352170"/>
                  </a:lnTo>
                  <a:lnTo>
                    <a:pt x="216535" y="356869"/>
                  </a:lnTo>
                  <a:lnTo>
                    <a:pt x="227837" y="356869"/>
                  </a:lnTo>
                  <a:lnTo>
                    <a:pt x="232537" y="352170"/>
                  </a:lnTo>
                  <a:lnTo>
                    <a:pt x="232537" y="314578"/>
                  </a:lnTo>
                  <a:close/>
                </a:path>
                <a:path w="360045" h="360044">
                  <a:moveTo>
                    <a:pt x="274954" y="314578"/>
                  </a:moveTo>
                  <a:lnTo>
                    <a:pt x="254253" y="314578"/>
                  </a:lnTo>
                  <a:lnTo>
                    <a:pt x="254253" y="352170"/>
                  </a:lnTo>
                  <a:lnTo>
                    <a:pt x="258952" y="356869"/>
                  </a:lnTo>
                  <a:lnTo>
                    <a:pt x="270255" y="356869"/>
                  </a:lnTo>
                  <a:lnTo>
                    <a:pt x="274954" y="352170"/>
                  </a:lnTo>
                  <a:lnTo>
                    <a:pt x="274954" y="314578"/>
                  </a:lnTo>
                  <a:close/>
                </a:path>
                <a:path w="360045" h="360044">
                  <a:moveTo>
                    <a:pt x="315376" y="64769"/>
                  </a:moveTo>
                  <a:lnTo>
                    <a:pt x="290957" y="64769"/>
                  </a:lnTo>
                  <a:lnTo>
                    <a:pt x="295655" y="69468"/>
                  </a:lnTo>
                  <a:lnTo>
                    <a:pt x="295655" y="290194"/>
                  </a:lnTo>
                  <a:lnTo>
                    <a:pt x="290957" y="294893"/>
                  </a:lnTo>
                  <a:lnTo>
                    <a:pt x="314821" y="294893"/>
                  </a:lnTo>
                  <a:lnTo>
                    <a:pt x="317246" y="282701"/>
                  </a:lnTo>
                  <a:lnTo>
                    <a:pt x="317246" y="272288"/>
                  </a:lnTo>
                  <a:lnTo>
                    <a:pt x="354964" y="272288"/>
                  </a:lnTo>
                  <a:lnTo>
                    <a:pt x="359663" y="267588"/>
                  </a:lnTo>
                  <a:lnTo>
                    <a:pt x="359663" y="256412"/>
                  </a:lnTo>
                  <a:lnTo>
                    <a:pt x="354964" y="251713"/>
                  </a:lnTo>
                  <a:lnTo>
                    <a:pt x="317246" y="251713"/>
                  </a:lnTo>
                  <a:lnTo>
                    <a:pt x="317246" y="230124"/>
                  </a:lnTo>
                  <a:lnTo>
                    <a:pt x="354964" y="230124"/>
                  </a:lnTo>
                  <a:lnTo>
                    <a:pt x="359663" y="225425"/>
                  </a:lnTo>
                  <a:lnTo>
                    <a:pt x="359663" y="213232"/>
                  </a:lnTo>
                  <a:lnTo>
                    <a:pt x="354964" y="208533"/>
                  </a:lnTo>
                  <a:lnTo>
                    <a:pt x="317246" y="208533"/>
                  </a:lnTo>
                  <a:lnTo>
                    <a:pt x="317246" y="187832"/>
                  </a:lnTo>
                  <a:lnTo>
                    <a:pt x="354964" y="187832"/>
                  </a:lnTo>
                  <a:lnTo>
                    <a:pt x="359663" y="183133"/>
                  </a:lnTo>
                  <a:lnTo>
                    <a:pt x="359663" y="170941"/>
                  </a:lnTo>
                  <a:lnTo>
                    <a:pt x="354964" y="166242"/>
                  </a:lnTo>
                  <a:lnTo>
                    <a:pt x="317246" y="166242"/>
                  </a:lnTo>
                  <a:lnTo>
                    <a:pt x="317246" y="145541"/>
                  </a:lnTo>
                  <a:lnTo>
                    <a:pt x="357759" y="145541"/>
                  </a:lnTo>
                  <a:lnTo>
                    <a:pt x="359663" y="143637"/>
                  </a:lnTo>
                  <a:lnTo>
                    <a:pt x="359663" y="131444"/>
                  </a:lnTo>
                  <a:lnTo>
                    <a:pt x="354964" y="126745"/>
                  </a:lnTo>
                  <a:lnTo>
                    <a:pt x="317246" y="126745"/>
                  </a:lnTo>
                  <a:lnTo>
                    <a:pt x="317246" y="105155"/>
                  </a:lnTo>
                  <a:lnTo>
                    <a:pt x="354964" y="105155"/>
                  </a:lnTo>
                  <a:lnTo>
                    <a:pt x="359663" y="100456"/>
                  </a:lnTo>
                  <a:lnTo>
                    <a:pt x="359663" y="89280"/>
                  </a:lnTo>
                  <a:lnTo>
                    <a:pt x="354964" y="84581"/>
                  </a:lnTo>
                  <a:lnTo>
                    <a:pt x="317246" y="84581"/>
                  </a:lnTo>
                  <a:lnTo>
                    <a:pt x="317246" y="74167"/>
                  </a:lnTo>
                  <a:lnTo>
                    <a:pt x="315376" y="64769"/>
                  </a:lnTo>
                  <a:close/>
                </a:path>
                <a:path w="360045" h="360044">
                  <a:moveTo>
                    <a:pt x="357759" y="145541"/>
                  </a:moveTo>
                  <a:lnTo>
                    <a:pt x="349250" y="145541"/>
                  </a:lnTo>
                  <a:lnTo>
                    <a:pt x="349250" y="148336"/>
                  </a:lnTo>
                  <a:lnTo>
                    <a:pt x="354964" y="148336"/>
                  </a:lnTo>
                  <a:lnTo>
                    <a:pt x="357759" y="145541"/>
                  </a:lnTo>
                  <a:close/>
                </a:path>
                <a:path w="360045" h="360044">
                  <a:moveTo>
                    <a:pt x="100711" y="0"/>
                  </a:moveTo>
                  <a:lnTo>
                    <a:pt x="89408" y="0"/>
                  </a:lnTo>
                  <a:lnTo>
                    <a:pt x="84709" y="4699"/>
                  </a:lnTo>
                  <a:lnTo>
                    <a:pt x="84709" y="42290"/>
                  </a:lnTo>
                  <a:lnTo>
                    <a:pt x="105410" y="42290"/>
                  </a:lnTo>
                  <a:lnTo>
                    <a:pt x="105410" y="4699"/>
                  </a:lnTo>
                  <a:lnTo>
                    <a:pt x="100711" y="0"/>
                  </a:lnTo>
                  <a:close/>
                </a:path>
                <a:path w="360045" h="360044">
                  <a:moveTo>
                    <a:pt x="143128" y="0"/>
                  </a:moveTo>
                  <a:lnTo>
                    <a:pt x="131825" y="0"/>
                  </a:lnTo>
                  <a:lnTo>
                    <a:pt x="127126" y="4699"/>
                  </a:lnTo>
                  <a:lnTo>
                    <a:pt x="127126" y="42290"/>
                  </a:lnTo>
                  <a:lnTo>
                    <a:pt x="147827" y="42290"/>
                  </a:lnTo>
                  <a:lnTo>
                    <a:pt x="147827" y="4699"/>
                  </a:lnTo>
                  <a:lnTo>
                    <a:pt x="143128" y="0"/>
                  </a:lnTo>
                  <a:close/>
                </a:path>
                <a:path w="360045" h="360044">
                  <a:moveTo>
                    <a:pt x="185420" y="0"/>
                  </a:moveTo>
                  <a:lnTo>
                    <a:pt x="174244" y="0"/>
                  </a:lnTo>
                  <a:lnTo>
                    <a:pt x="169417" y="4699"/>
                  </a:lnTo>
                  <a:lnTo>
                    <a:pt x="169417" y="42290"/>
                  </a:lnTo>
                  <a:lnTo>
                    <a:pt x="190246" y="42290"/>
                  </a:lnTo>
                  <a:lnTo>
                    <a:pt x="190246" y="4699"/>
                  </a:lnTo>
                  <a:lnTo>
                    <a:pt x="185420" y="0"/>
                  </a:lnTo>
                  <a:close/>
                </a:path>
                <a:path w="360045" h="360044">
                  <a:moveTo>
                    <a:pt x="227837" y="0"/>
                  </a:moveTo>
                  <a:lnTo>
                    <a:pt x="216535" y="0"/>
                  </a:lnTo>
                  <a:lnTo>
                    <a:pt x="211836" y="4699"/>
                  </a:lnTo>
                  <a:lnTo>
                    <a:pt x="211836" y="42290"/>
                  </a:lnTo>
                  <a:lnTo>
                    <a:pt x="232537" y="42290"/>
                  </a:lnTo>
                  <a:lnTo>
                    <a:pt x="232537" y="4699"/>
                  </a:lnTo>
                  <a:lnTo>
                    <a:pt x="227837" y="0"/>
                  </a:lnTo>
                  <a:close/>
                </a:path>
                <a:path w="360045" h="360044">
                  <a:moveTo>
                    <a:pt x="270255" y="0"/>
                  </a:moveTo>
                  <a:lnTo>
                    <a:pt x="258952" y="0"/>
                  </a:lnTo>
                  <a:lnTo>
                    <a:pt x="254253" y="4699"/>
                  </a:lnTo>
                  <a:lnTo>
                    <a:pt x="254253" y="42290"/>
                  </a:lnTo>
                  <a:lnTo>
                    <a:pt x="274954" y="42290"/>
                  </a:lnTo>
                  <a:lnTo>
                    <a:pt x="274954" y="4699"/>
                  </a:lnTo>
                  <a:lnTo>
                    <a:pt x="270255" y="0"/>
                  </a:lnTo>
                  <a:close/>
                </a:path>
              </a:pathLst>
            </a:custGeom>
            <a:solidFill>
              <a:srgbClr val="99D3FF">
                <a:alpha val="7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82668" y="1383792"/>
              <a:ext cx="188976" cy="1889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51632" y="1505712"/>
              <a:ext cx="3047999" cy="363778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019800" y="1962912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285241" y="42290"/>
                  </a:moveTo>
                  <a:lnTo>
                    <a:pt x="73405" y="42290"/>
                  </a:lnTo>
                  <a:lnTo>
                    <a:pt x="61438" y="44771"/>
                  </a:lnTo>
                  <a:lnTo>
                    <a:pt x="51577" y="51562"/>
                  </a:lnTo>
                  <a:lnTo>
                    <a:pt x="44884" y="61686"/>
                  </a:lnTo>
                  <a:lnTo>
                    <a:pt x="42417" y="74168"/>
                  </a:lnTo>
                  <a:lnTo>
                    <a:pt x="42417" y="84581"/>
                  </a:lnTo>
                  <a:lnTo>
                    <a:pt x="4699" y="84581"/>
                  </a:lnTo>
                  <a:lnTo>
                    <a:pt x="0" y="89281"/>
                  </a:lnTo>
                  <a:lnTo>
                    <a:pt x="0" y="100456"/>
                  </a:lnTo>
                  <a:lnTo>
                    <a:pt x="4699" y="105156"/>
                  </a:lnTo>
                  <a:lnTo>
                    <a:pt x="42417" y="105156"/>
                  </a:lnTo>
                  <a:lnTo>
                    <a:pt x="42417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7"/>
                  </a:lnTo>
                  <a:lnTo>
                    <a:pt x="4699" y="148336"/>
                  </a:lnTo>
                  <a:lnTo>
                    <a:pt x="42417" y="148336"/>
                  </a:lnTo>
                  <a:lnTo>
                    <a:pt x="42417" y="169037"/>
                  </a:lnTo>
                  <a:lnTo>
                    <a:pt x="4699" y="169037"/>
                  </a:lnTo>
                  <a:lnTo>
                    <a:pt x="0" y="173736"/>
                  </a:lnTo>
                  <a:lnTo>
                    <a:pt x="0" y="185927"/>
                  </a:lnTo>
                  <a:lnTo>
                    <a:pt x="4699" y="190626"/>
                  </a:lnTo>
                  <a:lnTo>
                    <a:pt x="42417" y="190626"/>
                  </a:lnTo>
                  <a:lnTo>
                    <a:pt x="42417" y="211327"/>
                  </a:lnTo>
                  <a:lnTo>
                    <a:pt x="4699" y="211327"/>
                  </a:lnTo>
                  <a:lnTo>
                    <a:pt x="0" y="216026"/>
                  </a:lnTo>
                  <a:lnTo>
                    <a:pt x="0" y="228219"/>
                  </a:lnTo>
                  <a:lnTo>
                    <a:pt x="4699" y="232918"/>
                  </a:lnTo>
                  <a:lnTo>
                    <a:pt x="42417" y="232918"/>
                  </a:lnTo>
                  <a:lnTo>
                    <a:pt x="42417" y="253492"/>
                  </a:lnTo>
                  <a:lnTo>
                    <a:pt x="4699" y="253492"/>
                  </a:lnTo>
                  <a:lnTo>
                    <a:pt x="0" y="258190"/>
                  </a:lnTo>
                  <a:lnTo>
                    <a:pt x="0" y="270382"/>
                  </a:lnTo>
                  <a:lnTo>
                    <a:pt x="4699" y="275081"/>
                  </a:lnTo>
                  <a:lnTo>
                    <a:pt x="42417" y="275081"/>
                  </a:lnTo>
                  <a:lnTo>
                    <a:pt x="42417" y="285495"/>
                  </a:lnTo>
                  <a:lnTo>
                    <a:pt x="44884" y="297977"/>
                  </a:lnTo>
                  <a:lnTo>
                    <a:pt x="51577" y="308101"/>
                  </a:lnTo>
                  <a:lnTo>
                    <a:pt x="61438" y="314892"/>
                  </a:lnTo>
                  <a:lnTo>
                    <a:pt x="73405" y="317373"/>
                  </a:lnTo>
                  <a:lnTo>
                    <a:pt x="84709" y="317373"/>
                  </a:lnTo>
                  <a:lnTo>
                    <a:pt x="84709" y="354964"/>
                  </a:lnTo>
                  <a:lnTo>
                    <a:pt x="89408" y="359663"/>
                  </a:lnTo>
                  <a:lnTo>
                    <a:pt x="100711" y="359663"/>
                  </a:lnTo>
                  <a:lnTo>
                    <a:pt x="105410" y="354964"/>
                  </a:lnTo>
                  <a:lnTo>
                    <a:pt x="105410" y="314579"/>
                  </a:lnTo>
                  <a:lnTo>
                    <a:pt x="285241" y="314579"/>
                  </a:lnTo>
                  <a:lnTo>
                    <a:pt x="297797" y="312098"/>
                  </a:lnTo>
                  <a:lnTo>
                    <a:pt x="307959" y="305307"/>
                  </a:lnTo>
                  <a:lnTo>
                    <a:pt x="314763" y="295183"/>
                  </a:lnTo>
                  <a:lnTo>
                    <a:pt x="314821" y="294894"/>
                  </a:lnTo>
                  <a:lnTo>
                    <a:pt x="69723" y="294894"/>
                  </a:lnTo>
                  <a:lnTo>
                    <a:pt x="65912" y="290194"/>
                  </a:lnTo>
                  <a:lnTo>
                    <a:pt x="65912" y="69468"/>
                  </a:lnTo>
                  <a:lnTo>
                    <a:pt x="69723" y="64769"/>
                  </a:lnTo>
                  <a:lnTo>
                    <a:pt x="315376" y="64769"/>
                  </a:lnTo>
                  <a:lnTo>
                    <a:pt x="314763" y="61686"/>
                  </a:lnTo>
                  <a:lnTo>
                    <a:pt x="307959" y="51562"/>
                  </a:lnTo>
                  <a:lnTo>
                    <a:pt x="297797" y="44771"/>
                  </a:lnTo>
                  <a:lnTo>
                    <a:pt x="285241" y="42290"/>
                  </a:lnTo>
                  <a:close/>
                </a:path>
                <a:path w="360045" h="360044">
                  <a:moveTo>
                    <a:pt x="147827" y="314579"/>
                  </a:moveTo>
                  <a:lnTo>
                    <a:pt x="127126" y="314579"/>
                  </a:lnTo>
                  <a:lnTo>
                    <a:pt x="127126" y="352170"/>
                  </a:lnTo>
                  <a:lnTo>
                    <a:pt x="131825" y="356869"/>
                  </a:lnTo>
                  <a:lnTo>
                    <a:pt x="143128" y="356869"/>
                  </a:lnTo>
                  <a:lnTo>
                    <a:pt x="147827" y="352170"/>
                  </a:lnTo>
                  <a:lnTo>
                    <a:pt x="147827" y="314579"/>
                  </a:lnTo>
                  <a:close/>
                </a:path>
                <a:path w="360045" h="360044">
                  <a:moveTo>
                    <a:pt x="190246" y="314579"/>
                  </a:moveTo>
                  <a:lnTo>
                    <a:pt x="169417" y="314579"/>
                  </a:lnTo>
                  <a:lnTo>
                    <a:pt x="169417" y="352170"/>
                  </a:lnTo>
                  <a:lnTo>
                    <a:pt x="174244" y="356869"/>
                  </a:lnTo>
                  <a:lnTo>
                    <a:pt x="185420" y="356869"/>
                  </a:lnTo>
                  <a:lnTo>
                    <a:pt x="190246" y="352170"/>
                  </a:lnTo>
                  <a:lnTo>
                    <a:pt x="190246" y="314579"/>
                  </a:lnTo>
                  <a:close/>
                </a:path>
                <a:path w="360045" h="360044">
                  <a:moveTo>
                    <a:pt x="232537" y="314579"/>
                  </a:moveTo>
                  <a:lnTo>
                    <a:pt x="211836" y="314579"/>
                  </a:lnTo>
                  <a:lnTo>
                    <a:pt x="211836" y="352170"/>
                  </a:lnTo>
                  <a:lnTo>
                    <a:pt x="216535" y="356869"/>
                  </a:lnTo>
                  <a:lnTo>
                    <a:pt x="227837" y="356869"/>
                  </a:lnTo>
                  <a:lnTo>
                    <a:pt x="232537" y="352170"/>
                  </a:lnTo>
                  <a:lnTo>
                    <a:pt x="232537" y="314579"/>
                  </a:lnTo>
                  <a:close/>
                </a:path>
                <a:path w="360045" h="360044">
                  <a:moveTo>
                    <a:pt x="274954" y="314579"/>
                  </a:moveTo>
                  <a:lnTo>
                    <a:pt x="254253" y="314579"/>
                  </a:lnTo>
                  <a:lnTo>
                    <a:pt x="254253" y="352170"/>
                  </a:lnTo>
                  <a:lnTo>
                    <a:pt x="258952" y="356869"/>
                  </a:lnTo>
                  <a:lnTo>
                    <a:pt x="270255" y="356869"/>
                  </a:lnTo>
                  <a:lnTo>
                    <a:pt x="274954" y="352170"/>
                  </a:lnTo>
                  <a:lnTo>
                    <a:pt x="274954" y="314579"/>
                  </a:lnTo>
                  <a:close/>
                </a:path>
                <a:path w="360045" h="360044">
                  <a:moveTo>
                    <a:pt x="315376" y="64769"/>
                  </a:moveTo>
                  <a:lnTo>
                    <a:pt x="290957" y="64769"/>
                  </a:lnTo>
                  <a:lnTo>
                    <a:pt x="295655" y="69468"/>
                  </a:lnTo>
                  <a:lnTo>
                    <a:pt x="295655" y="290194"/>
                  </a:lnTo>
                  <a:lnTo>
                    <a:pt x="290957" y="294894"/>
                  </a:lnTo>
                  <a:lnTo>
                    <a:pt x="314821" y="294894"/>
                  </a:lnTo>
                  <a:lnTo>
                    <a:pt x="317246" y="282701"/>
                  </a:lnTo>
                  <a:lnTo>
                    <a:pt x="317246" y="272288"/>
                  </a:lnTo>
                  <a:lnTo>
                    <a:pt x="354964" y="272288"/>
                  </a:lnTo>
                  <a:lnTo>
                    <a:pt x="359663" y="267588"/>
                  </a:lnTo>
                  <a:lnTo>
                    <a:pt x="359663" y="256412"/>
                  </a:lnTo>
                  <a:lnTo>
                    <a:pt x="354964" y="251713"/>
                  </a:lnTo>
                  <a:lnTo>
                    <a:pt x="317246" y="251713"/>
                  </a:lnTo>
                  <a:lnTo>
                    <a:pt x="317246" y="230124"/>
                  </a:lnTo>
                  <a:lnTo>
                    <a:pt x="354964" y="230124"/>
                  </a:lnTo>
                  <a:lnTo>
                    <a:pt x="359663" y="225425"/>
                  </a:lnTo>
                  <a:lnTo>
                    <a:pt x="359663" y="213232"/>
                  </a:lnTo>
                  <a:lnTo>
                    <a:pt x="354964" y="208533"/>
                  </a:lnTo>
                  <a:lnTo>
                    <a:pt x="317246" y="208533"/>
                  </a:lnTo>
                  <a:lnTo>
                    <a:pt x="317246" y="187832"/>
                  </a:lnTo>
                  <a:lnTo>
                    <a:pt x="354964" y="187832"/>
                  </a:lnTo>
                  <a:lnTo>
                    <a:pt x="359663" y="183133"/>
                  </a:lnTo>
                  <a:lnTo>
                    <a:pt x="359663" y="170942"/>
                  </a:lnTo>
                  <a:lnTo>
                    <a:pt x="354964" y="166243"/>
                  </a:lnTo>
                  <a:lnTo>
                    <a:pt x="317246" y="166243"/>
                  </a:lnTo>
                  <a:lnTo>
                    <a:pt x="317246" y="145542"/>
                  </a:lnTo>
                  <a:lnTo>
                    <a:pt x="357758" y="145542"/>
                  </a:lnTo>
                  <a:lnTo>
                    <a:pt x="359663" y="143637"/>
                  </a:lnTo>
                  <a:lnTo>
                    <a:pt x="359663" y="131444"/>
                  </a:lnTo>
                  <a:lnTo>
                    <a:pt x="354964" y="126745"/>
                  </a:lnTo>
                  <a:lnTo>
                    <a:pt x="317246" y="126745"/>
                  </a:lnTo>
                  <a:lnTo>
                    <a:pt x="317246" y="105156"/>
                  </a:lnTo>
                  <a:lnTo>
                    <a:pt x="354964" y="105156"/>
                  </a:lnTo>
                  <a:lnTo>
                    <a:pt x="359663" y="100456"/>
                  </a:lnTo>
                  <a:lnTo>
                    <a:pt x="359663" y="89281"/>
                  </a:lnTo>
                  <a:lnTo>
                    <a:pt x="354964" y="84581"/>
                  </a:lnTo>
                  <a:lnTo>
                    <a:pt x="317246" y="84581"/>
                  </a:lnTo>
                  <a:lnTo>
                    <a:pt x="317246" y="74168"/>
                  </a:lnTo>
                  <a:lnTo>
                    <a:pt x="315376" y="64769"/>
                  </a:lnTo>
                  <a:close/>
                </a:path>
                <a:path w="360045" h="360044">
                  <a:moveTo>
                    <a:pt x="357758" y="145542"/>
                  </a:moveTo>
                  <a:lnTo>
                    <a:pt x="349250" y="145542"/>
                  </a:lnTo>
                  <a:lnTo>
                    <a:pt x="349250" y="148336"/>
                  </a:lnTo>
                  <a:lnTo>
                    <a:pt x="354964" y="148336"/>
                  </a:lnTo>
                  <a:lnTo>
                    <a:pt x="357758" y="145542"/>
                  </a:lnTo>
                  <a:close/>
                </a:path>
                <a:path w="360045" h="360044">
                  <a:moveTo>
                    <a:pt x="100711" y="0"/>
                  </a:moveTo>
                  <a:lnTo>
                    <a:pt x="89408" y="0"/>
                  </a:lnTo>
                  <a:lnTo>
                    <a:pt x="84709" y="4699"/>
                  </a:lnTo>
                  <a:lnTo>
                    <a:pt x="84709" y="42290"/>
                  </a:lnTo>
                  <a:lnTo>
                    <a:pt x="105410" y="42290"/>
                  </a:lnTo>
                  <a:lnTo>
                    <a:pt x="105410" y="4699"/>
                  </a:lnTo>
                  <a:lnTo>
                    <a:pt x="100711" y="0"/>
                  </a:lnTo>
                  <a:close/>
                </a:path>
                <a:path w="360045" h="360044">
                  <a:moveTo>
                    <a:pt x="143128" y="0"/>
                  </a:moveTo>
                  <a:lnTo>
                    <a:pt x="131825" y="0"/>
                  </a:lnTo>
                  <a:lnTo>
                    <a:pt x="127126" y="4699"/>
                  </a:lnTo>
                  <a:lnTo>
                    <a:pt x="127126" y="42290"/>
                  </a:lnTo>
                  <a:lnTo>
                    <a:pt x="147827" y="42290"/>
                  </a:lnTo>
                  <a:lnTo>
                    <a:pt x="147827" y="4699"/>
                  </a:lnTo>
                  <a:lnTo>
                    <a:pt x="143128" y="0"/>
                  </a:lnTo>
                  <a:close/>
                </a:path>
                <a:path w="360045" h="360044">
                  <a:moveTo>
                    <a:pt x="185420" y="0"/>
                  </a:moveTo>
                  <a:lnTo>
                    <a:pt x="174244" y="0"/>
                  </a:lnTo>
                  <a:lnTo>
                    <a:pt x="169417" y="4699"/>
                  </a:lnTo>
                  <a:lnTo>
                    <a:pt x="169417" y="42290"/>
                  </a:lnTo>
                  <a:lnTo>
                    <a:pt x="190246" y="42290"/>
                  </a:lnTo>
                  <a:lnTo>
                    <a:pt x="190246" y="4699"/>
                  </a:lnTo>
                  <a:lnTo>
                    <a:pt x="185420" y="0"/>
                  </a:lnTo>
                  <a:close/>
                </a:path>
                <a:path w="360045" h="360044">
                  <a:moveTo>
                    <a:pt x="227837" y="0"/>
                  </a:moveTo>
                  <a:lnTo>
                    <a:pt x="216535" y="0"/>
                  </a:lnTo>
                  <a:lnTo>
                    <a:pt x="211836" y="4699"/>
                  </a:lnTo>
                  <a:lnTo>
                    <a:pt x="211836" y="42290"/>
                  </a:lnTo>
                  <a:lnTo>
                    <a:pt x="232537" y="42290"/>
                  </a:lnTo>
                  <a:lnTo>
                    <a:pt x="232537" y="4699"/>
                  </a:lnTo>
                  <a:lnTo>
                    <a:pt x="227837" y="0"/>
                  </a:lnTo>
                  <a:close/>
                </a:path>
                <a:path w="360045" h="360044">
                  <a:moveTo>
                    <a:pt x="270255" y="0"/>
                  </a:moveTo>
                  <a:lnTo>
                    <a:pt x="258952" y="0"/>
                  </a:lnTo>
                  <a:lnTo>
                    <a:pt x="254253" y="4699"/>
                  </a:lnTo>
                  <a:lnTo>
                    <a:pt x="254253" y="42290"/>
                  </a:lnTo>
                  <a:lnTo>
                    <a:pt x="274954" y="42290"/>
                  </a:lnTo>
                  <a:lnTo>
                    <a:pt x="274954" y="4699"/>
                  </a:lnTo>
                  <a:lnTo>
                    <a:pt x="270255" y="0"/>
                  </a:lnTo>
                  <a:close/>
                </a:path>
              </a:pathLst>
            </a:custGeom>
            <a:solidFill>
              <a:srgbClr val="99D3FF">
                <a:alpha val="7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06667" y="2046731"/>
              <a:ext cx="188976" cy="1889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67272" y="1961388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285242" y="42291"/>
                  </a:moveTo>
                  <a:lnTo>
                    <a:pt x="73405" y="42291"/>
                  </a:lnTo>
                  <a:lnTo>
                    <a:pt x="61438" y="44771"/>
                  </a:lnTo>
                  <a:lnTo>
                    <a:pt x="51577" y="51562"/>
                  </a:lnTo>
                  <a:lnTo>
                    <a:pt x="44884" y="61686"/>
                  </a:lnTo>
                  <a:lnTo>
                    <a:pt x="42417" y="74168"/>
                  </a:lnTo>
                  <a:lnTo>
                    <a:pt x="42417" y="84581"/>
                  </a:lnTo>
                  <a:lnTo>
                    <a:pt x="4699" y="84581"/>
                  </a:lnTo>
                  <a:lnTo>
                    <a:pt x="0" y="89281"/>
                  </a:lnTo>
                  <a:lnTo>
                    <a:pt x="0" y="100456"/>
                  </a:lnTo>
                  <a:lnTo>
                    <a:pt x="4699" y="105156"/>
                  </a:lnTo>
                  <a:lnTo>
                    <a:pt x="42417" y="105156"/>
                  </a:lnTo>
                  <a:lnTo>
                    <a:pt x="42417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7"/>
                  </a:lnTo>
                  <a:lnTo>
                    <a:pt x="4699" y="148336"/>
                  </a:lnTo>
                  <a:lnTo>
                    <a:pt x="42417" y="148336"/>
                  </a:lnTo>
                  <a:lnTo>
                    <a:pt x="42417" y="169037"/>
                  </a:lnTo>
                  <a:lnTo>
                    <a:pt x="4699" y="169037"/>
                  </a:lnTo>
                  <a:lnTo>
                    <a:pt x="0" y="173736"/>
                  </a:lnTo>
                  <a:lnTo>
                    <a:pt x="0" y="185928"/>
                  </a:lnTo>
                  <a:lnTo>
                    <a:pt x="4699" y="190626"/>
                  </a:lnTo>
                  <a:lnTo>
                    <a:pt x="42417" y="190626"/>
                  </a:lnTo>
                  <a:lnTo>
                    <a:pt x="42417" y="211328"/>
                  </a:lnTo>
                  <a:lnTo>
                    <a:pt x="4699" y="211328"/>
                  </a:lnTo>
                  <a:lnTo>
                    <a:pt x="0" y="216026"/>
                  </a:lnTo>
                  <a:lnTo>
                    <a:pt x="0" y="228219"/>
                  </a:lnTo>
                  <a:lnTo>
                    <a:pt x="4699" y="232918"/>
                  </a:lnTo>
                  <a:lnTo>
                    <a:pt x="42417" y="232918"/>
                  </a:lnTo>
                  <a:lnTo>
                    <a:pt x="42417" y="253492"/>
                  </a:lnTo>
                  <a:lnTo>
                    <a:pt x="4699" y="253492"/>
                  </a:lnTo>
                  <a:lnTo>
                    <a:pt x="0" y="258191"/>
                  </a:lnTo>
                  <a:lnTo>
                    <a:pt x="0" y="270382"/>
                  </a:lnTo>
                  <a:lnTo>
                    <a:pt x="4699" y="275081"/>
                  </a:lnTo>
                  <a:lnTo>
                    <a:pt x="42417" y="275081"/>
                  </a:lnTo>
                  <a:lnTo>
                    <a:pt x="42417" y="285495"/>
                  </a:lnTo>
                  <a:lnTo>
                    <a:pt x="44884" y="297977"/>
                  </a:lnTo>
                  <a:lnTo>
                    <a:pt x="51577" y="308101"/>
                  </a:lnTo>
                  <a:lnTo>
                    <a:pt x="61438" y="314892"/>
                  </a:lnTo>
                  <a:lnTo>
                    <a:pt x="73405" y="317373"/>
                  </a:lnTo>
                  <a:lnTo>
                    <a:pt x="84708" y="317373"/>
                  </a:lnTo>
                  <a:lnTo>
                    <a:pt x="84708" y="354964"/>
                  </a:lnTo>
                  <a:lnTo>
                    <a:pt x="89407" y="359663"/>
                  </a:lnTo>
                  <a:lnTo>
                    <a:pt x="100711" y="359663"/>
                  </a:lnTo>
                  <a:lnTo>
                    <a:pt x="105410" y="354964"/>
                  </a:lnTo>
                  <a:lnTo>
                    <a:pt x="105410" y="314579"/>
                  </a:lnTo>
                  <a:lnTo>
                    <a:pt x="285242" y="314579"/>
                  </a:lnTo>
                  <a:lnTo>
                    <a:pt x="297797" y="312098"/>
                  </a:lnTo>
                  <a:lnTo>
                    <a:pt x="307959" y="305307"/>
                  </a:lnTo>
                  <a:lnTo>
                    <a:pt x="314763" y="295183"/>
                  </a:lnTo>
                  <a:lnTo>
                    <a:pt x="314821" y="294894"/>
                  </a:lnTo>
                  <a:lnTo>
                    <a:pt x="69723" y="294894"/>
                  </a:lnTo>
                  <a:lnTo>
                    <a:pt x="65912" y="290194"/>
                  </a:lnTo>
                  <a:lnTo>
                    <a:pt x="65912" y="69468"/>
                  </a:lnTo>
                  <a:lnTo>
                    <a:pt x="69723" y="64769"/>
                  </a:lnTo>
                  <a:lnTo>
                    <a:pt x="315376" y="64769"/>
                  </a:lnTo>
                  <a:lnTo>
                    <a:pt x="314763" y="61686"/>
                  </a:lnTo>
                  <a:lnTo>
                    <a:pt x="307959" y="51562"/>
                  </a:lnTo>
                  <a:lnTo>
                    <a:pt x="297797" y="44771"/>
                  </a:lnTo>
                  <a:lnTo>
                    <a:pt x="285242" y="42291"/>
                  </a:lnTo>
                  <a:close/>
                </a:path>
                <a:path w="360045" h="360044">
                  <a:moveTo>
                    <a:pt x="147827" y="314579"/>
                  </a:moveTo>
                  <a:lnTo>
                    <a:pt x="127126" y="314579"/>
                  </a:lnTo>
                  <a:lnTo>
                    <a:pt x="127126" y="352170"/>
                  </a:lnTo>
                  <a:lnTo>
                    <a:pt x="131825" y="356869"/>
                  </a:lnTo>
                  <a:lnTo>
                    <a:pt x="143128" y="356869"/>
                  </a:lnTo>
                  <a:lnTo>
                    <a:pt x="147827" y="352170"/>
                  </a:lnTo>
                  <a:lnTo>
                    <a:pt x="147827" y="314579"/>
                  </a:lnTo>
                  <a:close/>
                </a:path>
                <a:path w="360045" h="360044">
                  <a:moveTo>
                    <a:pt x="190246" y="314579"/>
                  </a:moveTo>
                  <a:lnTo>
                    <a:pt x="169418" y="314579"/>
                  </a:lnTo>
                  <a:lnTo>
                    <a:pt x="169418" y="352170"/>
                  </a:lnTo>
                  <a:lnTo>
                    <a:pt x="174244" y="356869"/>
                  </a:lnTo>
                  <a:lnTo>
                    <a:pt x="185420" y="356869"/>
                  </a:lnTo>
                  <a:lnTo>
                    <a:pt x="190246" y="352170"/>
                  </a:lnTo>
                  <a:lnTo>
                    <a:pt x="190246" y="314579"/>
                  </a:lnTo>
                  <a:close/>
                </a:path>
                <a:path w="360045" h="360044">
                  <a:moveTo>
                    <a:pt x="232536" y="314579"/>
                  </a:moveTo>
                  <a:lnTo>
                    <a:pt x="211835" y="314579"/>
                  </a:lnTo>
                  <a:lnTo>
                    <a:pt x="211835" y="352170"/>
                  </a:lnTo>
                  <a:lnTo>
                    <a:pt x="216534" y="356869"/>
                  </a:lnTo>
                  <a:lnTo>
                    <a:pt x="227837" y="356869"/>
                  </a:lnTo>
                  <a:lnTo>
                    <a:pt x="232536" y="352170"/>
                  </a:lnTo>
                  <a:lnTo>
                    <a:pt x="232536" y="314579"/>
                  </a:lnTo>
                  <a:close/>
                </a:path>
                <a:path w="360045" h="360044">
                  <a:moveTo>
                    <a:pt x="274954" y="314579"/>
                  </a:moveTo>
                  <a:lnTo>
                    <a:pt x="254253" y="314579"/>
                  </a:lnTo>
                  <a:lnTo>
                    <a:pt x="254253" y="352170"/>
                  </a:lnTo>
                  <a:lnTo>
                    <a:pt x="258952" y="356869"/>
                  </a:lnTo>
                  <a:lnTo>
                    <a:pt x="270255" y="356869"/>
                  </a:lnTo>
                  <a:lnTo>
                    <a:pt x="274954" y="352170"/>
                  </a:lnTo>
                  <a:lnTo>
                    <a:pt x="274954" y="314579"/>
                  </a:lnTo>
                  <a:close/>
                </a:path>
                <a:path w="360045" h="360044">
                  <a:moveTo>
                    <a:pt x="315376" y="64769"/>
                  </a:moveTo>
                  <a:lnTo>
                    <a:pt x="290956" y="64769"/>
                  </a:lnTo>
                  <a:lnTo>
                    <a:pt x="295655" y="69468"/>
                  </a:lnTo>
                  <a:lnTo>
                    <a:pt x="295655" y="290194"/>
                  </a:lnTo>
                  <a:lnTo>
                    <a:pt x="290956" y="294894"/>
                  </a:lnTo>
                  <a:lnTo>
                    <a:pt x="314821" y="294894"/>
                  </a:lnTo>
                  <a:lnTo>
                    <a:pt x="317246" y="282701"/>
                  </a:lnTo>
                  <a:lnTo>
                    <a:pt x="317246" y="272288"/>
                  </a:lnTo>
                  <a:lnTo>
                    <a:pt x="354964" y="272288"/>
                  </a:lnTo>
                  <a:lnTo>
                    <a:pt x="359663" y="267588"/>
                  </a:lnTo>
                  <a:lnTo>
                    <a:pt x="359663" y="256412"/>
                  </a:lnTo>
                  <a:lnTo>
                    <a:pt x="354964" y="251713"/>
                  </a:lnTo>
                  <a:lnTo>
                    <a:pt x="317246" y="251713"/>
                  </a:lnTo>
                  <a:lnTo>
                    <a:pt x="317246" y="230124"/>
                  </a:lnTo>
                  <a:lnTo>
                    <a:pt x="354964" y="230124"/>
                  </a:lnTo>
                  <a:lnTo>
                    <a:pt x="359663" y="225425"/>
                  </a:lnTo>
                  <a:lnTo>
                    <a:pt x="359663" y="213232"/>
                  </a:lnTo>
                  <a:lnTo>
                    <a:pt x="354964" y="208534"/>
                  </a:lnTo>
                  <a:lnTo>
                    <a:pt x="317246" y="208534"/>
                  </a:lnTo>
                  <a:lnTo>
                    <a:pt x="317246" y="187832"/>
                  </a:lnTo>
                  <a:lnTo>
                    <a:pt x="354964" y="187832"/>
                  </a:lnTo>
                  <a:lnTo>
                    <a:pt x="359663" y="183134"/>
                  </a:lnTo>
                  <a:lnTo>
                    <a:pt x="359663" y="170942"/>
                  </a:lnTo>
                  <a:lnTo>
                    <a:pt x="354964" y="166243"/>
                  </a:lnTo>
                  <a:lnTo>
                    <a:pt x="317246" y="166243"/>
                  </a:lnTo>
                  <a:lnTo>
                    <a:pt x="317246" y="145542"/>
                  </a:lnTo>
                  <a:lnTo>
                    <a:pt x="357758" y="145542"/>
                  </a:lnTo>
                  <a:lnTo>
                    <a:pt x="359663" y="143637"/>
                  </a:lnTo>
                  <a:lnTo>
                    <a:pt x="359663" y="131444"/>
                  </a:lnTo>
                  <a:lnTo>
                    <a:pt x="354964" y="126745"/>
                  </a:lnTo>
                  <a:lnTo>
                    <a:pt x="317246" y="126745"/>
                  </a:lnTo>
                  <a:lnTo>
                    <a:pt x="317246" y="105156"/>
                  </a:lnTo>
                  <a:lnTo>
                    <a:pt x="354964" y="105156"/>
                  </a:lnTo>
                  <a:lnTo>
                    <a:pt x="359663" y="100456"/>
                  </a:lnTo>
                  <a:lnTo>
                    <a:pt x="359663" y="89281"/>
                  </a:lnTo>
                  <a:lnTo>
                    <a:pt x="354964" y="84581"/>
                  </a:lnTo>
                  <a:lnTo>
                    <a:pt x="317246" y="84581"/>
                  </a:lnTo>
                  <a:lnTo>
                    <a:pt x="317246" y="74168"/>
                  </a:lnTo>
                  <a:lnTo>
                    <a:pt x="315376" y="64769"/>
                  </a:lnTo>
                  <a:close/>
                </a:path>
                <a:path w="360045" h="360044">
                  <a:moveTo>
                    <a:pt x="357758" y="145542"/>
                  </a:moveTo>
                  <a:lnTo>
                    <a:pt x="349250" y="145542"/>
                  </a:lnTo>
                  <a:lnTo>
                    <a:pt x="349250" y="148336"/>
                  </a:lnTo>
                  <a:lnTo>
                    <a:pt x="354964" y="148336"/>
                  </a:lnTo>
                  <a:lnTo>
                    <a:pt x="357758" y="145542"/>
                  </a:lnTo>
                  <a:close/>
                </a:path>
                <a:path w="360045" h="360044">
                  <a:moveTo>
                    <a:pt x="100711" y="0"/>
                  </a:moveTo>
                  <a:lnTo>
                    <a:pt x="89407" y="0"/>
                  </a:lnTo>
                  <a:lnTo>
                    <a:pt x="84708" y="4699"/>
                  </a:lnTo>
                  <a:lnTo>
                    <a:pt x="84708" y="42291"/>
                  </a:lnTo>
                  <a:lnTo>
                    <a:pt x="105410" y="42291"/>
                  </a:lnTo>
                  <a:lnTo>
                    <a:pt x="105410" y="4699"/>
                  </a:lnTo>
                  <a:lnTo>
                    <a:pt x="100711" y="0"/>
                  </a:lnTo>
                  <a:close/>
                </a:path>
                <a:path w="360045" h="360044">
                  <a:moveTo>
                    <a:pt x="143128" y="0"/>
                  </a:moveTo>
                  <a:lnTo>
                    <a:pt x="131825" y="0"/>
                  </a:lnTo>
                  <a:lnTo>
                    <a:pt x="127126" y="4699"/>
                  </a:lnTo>
                  <a:lnTo>
                    <a:pt x="127126" y="42291"/>
                  </a:lnTo>
                  <a:lnTo>
                    <a:pt x="147827" y="42291"/>
                  </a:lnTo>
                  <a:lnTo>
                    <a:pt x="147827" y="4699"/>
                  </a:lnTo>
                  <a:lnTo>
                    <a:pt x="143128" y="0"/>
                  </a:lnTo>
                  <a:close/>
                </a:path>
                <a:path w="360045" h="360044">
                  <a:moveTo>
                    <a:pt x="185420" y="0"/>
                  </a:moveTo>
                  <a:lnTo>
                    <a:pt x="174244" y="0"/>
                  </a:lnTo>
                  <a:lnTo>
                    <a:pt x="169418" y="4699"/>
                  </a:lnTo>
                  <a:lnTo>
                    <a:pt x="169418" y="42291"/>
                  </a:lnTo>
                  <a:lnTo>
                    <a:pt x="190246" y="42291"/>
                  </a:lnTo>
                  <a:lnTo>
                    <a:pt x="190246" y="4699"/>
                  </a:lnTo>
                  <a:lnTo>
                    <a:pt x="185420" y="0"/>
                  </a:lnTo>
                  <a:close/>
                </a:path>
                <a:path w="360045" h="360044">
                  <a:moveTo>
                    <a:pt x="227837" y="0"/>
                  </a:moveTo>
                  <a:lnTo>
                    <a:pt x="216534" y="0"/>
                  </a:lnTo>
                  <a:lnTo>
                    <a:pt x="211835" y="4699"/>
                  </a:lnTo>
                  <a:lnTo>
                    <a:pt x="211835" y="42291"/>
                  </a:lnTo>
                  <a:lnTo>
                    <a:pt x="232536" y="42291"/>
                  </a:lnTo>
                  <a:lnTo>
                    <a:pt x="232536" y="4699"/>
                  </a:lnTo>
                  <a:lnTo>
                    <a:pt x="227837" y="0"/>
                  </a:lnTo>
                  <a:close/>
                </a:path>
                <a:path w="360045" h="360044">
                  <a:moveTo>
                    <a:pt x="270255" y="0"/>
                  </a:moveTo>
                  <a:lnTo>
                    <a:pt x="258952" y="0"/>
                  </a:lnTo>
                  <a:lnTo>
                    <a:pt x="254253" y="4699"/>
                  </a:lnTo>
                  <a:lnTo>
                    <a:pt x="254253" y="42291"/>
                  </a:lnTo>
                  <a:lnTo>
                    <a:pt x="274954" y="42291"/>
                  </a:lnTo>
                  <a:lnTo>
                    <a:pt x="274954" y="4699"/>
                  </a:lnTo>
                  <a:lnTo>
                    <a:pt x="270255" y="0"/>
                  </a:lnTo>
                  <a:close/>
                </a:path>
              </a:pathLst>
            </a:custGeom>
            <a:solidFill>
              <a:srgbClr val="99D3FF">
                <a:alpha val="7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54140" y="2045208"/>
              <a:ext cx="188976" cy="188975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2624327" y="3390900"/>
            <a:ext cx="707390" cy="706120"/>
            <a:chOff x="2624327" y="3390900"/>
            <a:chExt cx="707390" cy="706120"/>
          </a:xfrm>
        </p:grpSpPr>
        <p:sp>
          <p:nvSpPr>
            <p:cNvPr id="11" name="object 11"/>
            <p:cNvSpPr/>
            <p:nvPr/>
          </p:nvSpPr>
          <p:spPr>
            <a:xfrm>
              <a:off x="2624327" y="3735324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4" h="361314">
                  <a:moveTo>
                    <a:pt x="285242" y="42417"/>
                  </a:moveTo>
                  <a:lnTo>
                    <a:pt x="73406" y="42417"/>
                  </a:lnTo>
                  <a:lnTo>
                    <a:pt x="61438" y="44920"/>
                  </a:lnTo>
                  <a:lnTo>
                    <a:pt x="51577" y="51768"/>
                  </a:lnTo>
                  <a:lnTo>
                    <a:pt x="44884" y="61974"/>
                  </a:lnTo>
                  <a:lnTo>
                    <a:pt x="42418" y="74548"/>
                  </a:lnTo>
                  <a:lnTo>
                    <a:pt x="42418" y="84835"/>
                  </a:lnTo>
                  <a:lnTo>
                    <a:pt x="4699" y="84835"/>
                  </a:lnTo>
                  <a:lnTo>
                    <a:pt x="0" y="89662"/>
                  </a:lnTo>
                  <a:lnTo>
                    <a:pt x="0" y="100964"/>
                  </a:lnTo>
                  <a:lnTo>
                    <a:pt x="4699" y="105663"/>
                  </a:lnTo>
                  <a:lnTo>
                    <a:pt x="42418" y="105663"/>
                  </a:lnTo>
                  <a:lnTo>
                    <a:pt x="42418" y="127381"/>
                  </a:lnTo>
                  <a:lnTo>
                    <a:pt x="4699" y="127381"/>
                  </a:lnTo>
                  <a:lnTo>
                    <a:pt x="0" y="132079"/>
                  </a:lnTo>
                  <a:lnTo>
                    <a:pt x="0" y="144284"/>
                  </a:lnTo>
                  <a:lnTo>
                    <a:pt x="4699" y="149021"/>
                  </a:lnTo>
                  <a:lnTo>
                    <a:pt x="42418" y="149021"/>
                  </a:lnTo>
                  <a:lnTo>
                    <a:pt x="42418" y="169760"/>
                  </a:lnTo>
                  <a:lnTo>
                    <a:pt x="4699" y="169760"/>
                  </a:lnTo>
                  <a:lnTo>
                    <a:pt x="0" y="174459"/>
                  </a:lnTo>
                  <a:lnTo>
                    <a:pt x="0" y="186728"/>
                  </a:lnTo>
                  <a:lnTo>
                    <a:pt x="4699" y="191427"/>
                  </a:lnTo>
                  <a:lnTo>
                    <a:pt x="42418" y="191427"/>
                  </a:lnTo>
                  <a:lnTo>
                    <a:pt x="42418" y="212204"/>
                  </a:lnTo>
                  <a:lnTo>
                    <a:pt x="4699" y="212204"/>
                  </a:lnTo>
                  <a:lnTo>
                    <a:pt x="0" y="216903"/>
                  </a:lnTo>
                  <a:lnTo>
                    <a:pt x="0" y="229171"/>
                  </a:lnTo>
                  <a:lnTo>
                    <a:pt x="4699" y="233870"/>
                  </a:lnTo>
                  <a:lnTo>
                    <a:pt x="42418" y="233870"/>
                  </a:lnTo>
                  <a:lnTo>
                    <a:pt x="42418" y="254609"/>
                  </a:lnTo>
                  <a:lnTo>
                    <a:pt x="4699" y="254609"/>
                  </a:lnTo>
                  <a:lnTo>
                    <a:pt x="0" y="259334"/>
                  </a:lnTo>
                  <a:lnTo>
                    <a:pt x="0" y="271576"/>
                  </a:lnTo>
                  <a:lnTo>
                    <a:pt x="4699" y="276313"/>
                  </a:lnTo>
                  <a:lnTo>
                    <a:pt x="42418" y="276313"/>
                  </a:lnTo>
                  <a:lnTo>
                    <a:pt x="42418" y="286664"/>
                  </a:lnTo>
                  <a:lnTo>
                    <a:pt x="44884" y="299242"/>
                  </a:lnTo>
                  <a:lnTo>
                    <a:pt x="51577" y="309429"/>
                  </a:lnTo>
                  <a:lnTo>
                    <a:pt x="61438" y="316253"/>
                  </a:lnTo>
                  <a:lnTo>
                    <a:pt x="73406" y="318744"/>
                  </a:lnTo>
                  <a:lnTo>
                    <a:pt x="84709" y="318744"/>
                  </a:lnTo>
                  <a:lnTo>
                    <a:pt x="84709" y="356463"/>
                  </a:lnTo>
                  <a:lnTo>
                    <a:pt x="89408" y="361162"/>
                  </a:lnTo>
                  <a:lnTo>
                    <a:pt x="100711" y="361162"/>
                  </a:lnTo>
                  <a:lnTo>
                    <a:pt x="105410" y="356463"/>
                  </a:lnTo>
                  <a:lnTo>
                    <a:pt x="105410" y="315899"/>
                  </a:lnTo>
                  <a:lnTo>
                    <a:pt x="285242" y="315899"/>
                  </a:lnTo>
                  <a:lnTo>
                    <a:pt x="297797" y="313409"/>
                  </a:lnTo>
                  <a:lnTo>
                    <a:pt x="307959" y="306587"/>
                  </a:lnTo>
                  <a:lnTo>
                    <a:pt x="314763" y="296408"/>
                  </a:lnTo>
                  <a:lnTo>
                    <a:pt x="314826" y="296087"/>
                  </a:lnTo>
                  <a:lnTo>
                    <a:pt x="69723" y="296087"/>
                  </a:lnTo>
                  <a:lnTo>
                    <a:pt x="65913" y="291388"/>
                  </a:lnTo>
                  <a:lnTo>
                    <a:pt x="65913" y="69850"/>
                  </a:lnTo>
                  <a:lnTo>
                    <a:pt x="69723" y="65150"/>
                  </a:lnTo>
                  <a:lnTo>
                    <a:pt x="315390" y="65150"/>
                  </a:lnTo>
                  <a:lnTo>
                    <a:pt x="314763" y="61974"/>
                  </a:lnTo>
                  <a:lnTo>
                    <a:pt x="307959" y="51768"/>
                  </a:lnTo>
                  <a:lnTo>
                    <a:pt x="297797" y="44920"/>
                  </a:lnTo>
                  <a:lnTo>
                    <a:pt x="285242" y="42417"/>
                  </a:lnTo>
                  <a:close/>
                </a:path>
                <a:path w="360044" h="361314">
                  <a:moveTo>
                    <a:pt x="147828" y="315899"/>
                  </a:moveTo>
                  <a:lnTo>
                    <a:pt x="127127" y="315899"/>
                  </a:lnTo>
                  <a:lnTo>
                    <a:pt x="127127" y="353618"/>
                  </a:lnTo>
                  <a:lnTo>
                    <a:pt x="131826" y="358343"/>
                  </a:lnTo>
                  <a:lnTo>
                    <a:pt x="143129" y="358343"/>
                  </a:lnTo>
                  <a:lnTo>
                    <a:pt x="147828" y="353618"/>
                  </a:lnTo>
                  <a:lnTo>
                    <a:pt x="147828" y="315899"/>
                  </a:lnTo>
                  <a:close/>
                </a:path>
                <a:path w="360044" h="361314">
                  <a:moveTo>
                    <a:pt x="190246" y="315899"/>
                  </a:moveTo>
                  <a:lnTo>
                    <a:pt x="169418" y="315899"/>
                  </a:lnTo>
                  <a:lnTo>
                    <a:pt x="169418" y="353618"/>
                  </a:lnTo>
                  <a:lnTo>
                    <a:pt x="174244" y="358343"/>
                  </a:lnTo>
                  <a:lnTo>
                    <a:pt x="185420" y="358343"/>
                  </a:lnTo>
                  <a:lnTo>
                    <a:pt x="190246" y="353618"/>
                  </a:lnTo>
                  <a:lnTo>
                    <a:pt x="190246" y="315899"/>
                  </a:lnTo>
                  <a:close/>
                </a:path>
                <a:path w="360044" h="361314">
                  <a:moveTo>
                    <a:pt x="232537" y="315899"/>
                  </a:moveTo>
                  <a:lnTo>
                    <a:pt x="211836" y="315899"/>
                  </a:lnTo>
                  <a:lnTo>
                    <a:pt x="211836" y="353618"/>
                  </a:lnTo>
                  <a:lnTo>
                    <a:pt x="216535" y="358343"/>
                  </a:lnTo>
                  <a:lnTo>
                    <a:pt x="227838" y="358343"/>
                  </a:lnTo>
                  <a:lnTo>
                    <a:pt x="232537" y="353618"/>
                  </a:lnTo>
                  <a:lnTo>
                    <a:pt x="232537" y="315899"/>
                  </a:lnTo>
                  <a:close/>
                </a:path>
                <a:path w="360044" h="361314">
                  <a:moveTo>
                    <a:pt x="274955" y="315899"/>
                  </a:moveTo>
                  <a:lnTo>
                    <a:pt x="254254" y="315899"/>
                  </a:lnTo>
                  <a:lnTo>
                    <a:pt x="254254" y="353618"/>
                  </a:lnTo>
                  <a:lnTo>
                    <a:pt x="258953" y="358343"/>
                  </a:lnTo>
                  <a:lnTo>
                    <a:pt x="270256" y="358343"/>
                  </a:lnTo>
                  <a:lnTo>
                    <a:pt x="274955" y="353618"/>
                  </a:lnTo>
                  <a:lnTo>
                    <a:pt x="274955" y="315899"/>
                  </a:lnTo>
                  <a:close/>
                </a:path>
                <a:path w="360044" h="361314">
                  <a:moveTo>
                    <a:pt x="315390" y="65150"/>
                  </a:moveTo>
                  <a:lnTo>
                    <a:pt x="290957" y="65150"/>
                  </a:lnTo>
                  <a:lnTo>
                    <a:pt x="295656" y="69850"/>
                  </a:lnTo>
                  <a:lnTo>
                    <a:pt x="295656" y="291388"/>
                  </a:lnTo>
                  <a:lnTo>
                    <a:pt x="290957" y="296087"/>
                  </a:lnTo>
                  <a:lnTo>
                    <a:pt x="314826" y="296087"/>
                  </a:lnTo>
                  <a:lnTo>
                    <a:pt x="317246" y="283844"/>
                  </a:lnTo>
                  <a:lnTo>
                    <a:pt x="317246" y="273469"/>
                  </a:lnTo>
                  <a:lnTo>
                    <a:pt x="354965" y="273469"/>
                  </a:lnTo>
                  <a:lnTo>
                    <a:pt x="359664" y="268770"/>
                  </a:lnTo>
                  <a:lnTo>
                    <a:pt x="359664" y="257454"/>
                  </a:lnTo>
                  <a:lnTo>
                    <a:pt x="354965" y="252717"/>
                  </a:lnTo>
                  <a:lnTo>
                    <a:pt x="317246" y="252717"/>
                  </a:lnTo>
                  <a:lnTo>
                    <a:pt x="317246" y="231051"/>
                  </a:lnTo>
                  <a:lnTo>
                    <a:pt x="354965" y="231051"/>
                  </a:lnTo>
                  <a:lnTo>
                    <a:pt x="359664" y="226326"/>
                  </a:lnTo>
                  <a:lnTo>
                    <a:pt x="359664" y="214083"/>
                  </a:lnTo>
                  <a:lnTo>
                    <a:pt x="354965" y="209359"/>
                  </a:lnTo>
                  <a:lnTo>
                    <a:pt x="317246" y="209359"/>
                  </a:lnTo>
                  <a:lnTo>
                    <a:pt x="317246" y="188620"/>
                  </a:lnTo>
                  <a:lnTo>
                    <a:pt x="354965" y="188620"/>
                  </a:lnTo>
                  <a:lnTo>
                    <a:pt x="359664" y="183883"/>
                  </a:lnTo>
                  <a:lnTo>
                    <a:pt x="359664" y="171640"/>
                  </a:lnTo>
                  <a:lnTo>
                    <a:pt x="354965" y="166916"/>
                  </a:lnTo>
                  <a:lnTo>
                    <a:pt x="317246" y="166916"/>
                  </a:lnTo>
                  <a:lnTo>
                    <a:pt x="317246" y="146176"/>
                  </a:lnTo>
                  <a:lnTo>
                    <a:pt x="357786" y="146176"/>
                  </a:lnTo>
                  <a:lnTo>
                    <a:pt x="359664" y="144284"/>
                  </a:lnTo>
                  <a:lnTo>
                    <a:pt x="359664" y="132079"/>
                  </a:lnTo>
                  <a:lnTo>
                    <a:pt x="354965" y="127381"/>
                  </a:lnTo>
                  <a:lnTo>
                    <a:pt x="317246" y="127381"/>
                  </a:lnTo>
                  <a:lnTo>
                    <a:pt x="317246" y="105663"/>
                  </a:lnTo>
                  <a:lnTo>
                    <a:pt x="354965" y="105663"/>
                  </a:lnTo>
                  <a:lnTo>
                    <a:pt x="359664" y="100964"/>
                  </a:lnTo>
                  <a:lnTo>
                    <a:pt x="359664" y="89662"/>
                  </a:lnTo>
                  <a:lnTo>
                    <a:pt x="354965" y="84835"/>
                  </a:lnTo>
                  <a:lnTo>
                    <a:pt x="317246" y="84835"/>
                  </a:lnTo>
                  <a:lnTo>
                    <a:pt x="317246" y="74548"/>
                  </a:lnTo>
                  <a:lnTo>
                    <a:pt x="315390" y="65150"/>
                  </a:lnTo>
                  <a:close/>
                </a:path>
                <a:path w="360044" h="361314">
                  <a:moveTo>
                    <a:pt x="357786" y="146176"/>
                  </a:moveTo>
                  <a:lnTo>
                    <a:pt x="349250" y="146176"/>
                  </a:lnTo>
                  <a:lnTo>
                    <a:pt x="349250" y="149021"/>
                  </a:lnTo>
                  <a:lnTo>
                    <a:pt x="354965" y="149021"/>
                  </a:lnTo>
                  <a:lnTo>
                    <a:pt x="357786" y="146176"/>
                  </a:lnTo>
                  <a:close/>
                </a:path>
                <a:path w="360044" h="361314">
                  <a:moveTo>
                    <a:pt x="100711" y="0"/>
                  </a:moveTo>
                  <a:lnTo>
                    <a:pt x="89408" y="0"/>
                  </a:lnTo>
                  <a:lnTo>
                    <a:pt x="84709" y="4698"/>
                  </a:lnTo>
                  <a:lnTo>
                    <a:pt x="84709" y="42417"/>
                  </a:lnTo>
                  <a:lnTo>
                    <a:pt x="105410" y="42417"/>
                  </a:lnTo>
                  <a:lnTo>
                    <a:pt x="105410" y="4698"/>
                  </a:lnTo>
                  <a:lnTo>
                    <a:pt x="100711" y="0"/>
                  </a:lnTo>
                  <a:close/>
                </a:path>
                <a:path w="360044" h="361314">
                  <a:moveTo>
                    <a:pt x="143129" y="0"/>
                  </a:moveTo>
                  <a:lnTo>
                    <a:pt x="131826" y="0"/>
                  </a:lnTo>
                  <a:lnTo>
                    <a:pt x="127127" y="4698"/>
                  </a:lnTo>
                  <a:lnTo>
                    <a:pt x="127127" y="42417"/>
                  </a:lnTo>
                  <a:lnTo>
                    <a:pt x="147828" y="42417"/>
                  </a:lnTo>
                  <a:lnTo>
                    <a:pt x="147828" y="4698"/>
                  </a:lnTo>
                  <a:lnTo>
                    <a:pt x="143129" y="0"/>
                  </a:lnTo>
                  <a:close/>
                </a:path>
                <a:path w="360044" h="361314">
                  <a:moveTo>
                    <a:pt x="185420" y="0"/>
                  </a:moveTo>
                  <a:lnTo>
                    <a:pt x="174244" y="0"/>
                  </a:lnTo>
                  <a:lnTo>
                    <a:pt x="169418" y="4698"/>
                  </a:lnTo>
                  <a:lnTo>
                    <a:pt x="169418" y="42417"/>
                  </a:lnTo>
                  <a:lnTo>
                    <a:pt x="190246" y="42417"/>
                  </a:lnTo>
                  <a:lnTo>
                    <a:pt x="190246" y="4698"/>
                  </a:lnTo>
                  <a:lnTo>
                    <a:pt x="185420" y="0"/>
                  </a:lnTo>
                  <a:close/>
                </a:path>
                <a:path w="360044" h="361314">
                  <a:moveTo>
                    <a:pt x="227838" y="0"/>
                  </a:moveTo>
                  <a:lnTo>
                    <a:pt x="216535" y="0"/>
                  </a:lnTo>
                  <a:lnTo>
                    <a:pt x="211836" y="4698"/>
                  </a:lnTo>
                  <a:lnTo>
                    <a:pt x="211836" y="42417"/>
                  </a:lnTo>
                  <a:lnTo>
                    <a:pt x="232537" y="42417"/>
                  </a:lnTo>
                  <a:lnTo>
                    <a:pt x="232537" y="4698"/>
                  </a:lnTo>
                  <a:lnTo>
                    <a:pt x="227838" y="0"/>
                  </a:lnTo>
                  <a:close/>
                </a:path>
                <a:path w="360044" h="361314">
                  <a:moveTo>
                    <a:pt x="270256" y="0"/>
                  </a:moveTo>
                  <a:lnTo>
                    <a:pt x="258953" y="0"/>
                  </a:lnTo>
                  <a:lnTo>
                    <a:pt x="254254" y="4698"/>
                  </a:lnTo>
                  <a:lnTo>
                    <a:pt x="254254" y="42417"/>
                  </a:lnTo>
                  <a:lnTo>
                    <a:pt x="274955" y="42417"/>
                  </a:lnTo>
                  <a:lnTo>
                    <a:pt x="274955" y="4698"/>
                  </a:lnTo>
                  <a:lnTo>
                    <a:pt x="270256" y="0"/>
                  </a:lnTo>
                  <a:close/>
                </a:path>
              </a:pathLst>
            </a:custGeom>
            <a:solidFill>
              <a:srgbClr val="99D3FF">
                <a:alpha val="7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11195" y="3820668"/>
              <a:ext cx="188976" cy="1889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971800" y="3733800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5" h="361314">
                  <a:moveTo>
                    <a:pt x="285241" y="42418"/>
                  </a:moveTo>
                  <a:lnTo>
                    <a:pt x="73406" y="42418"/>
                  </a:lnTo>
                  <a:lnTo>
                    <a:pt x="61438" y="44920"/>
                  </a:lnTo>
                  <a:lnTo>
                    <a:pt x="51577" y="51768"/>
                  </a:lnTo>
                  <a:lnTo>
                    <a:pt x="44884" y="61974"/>
                  </a:lnTo>
                  <a:lnTo>
                    <a:pt x="42418" y="74549"/>
                  </a:lnTo>
                  <a:lnTo>
                    <a:pt x="42418" y="84836"/>
                  </a:lnTo>
                  <a:lnTo>
                    <a:pt x="4699" y="84836"/>
                  </a:lnTo>
                  <a:lnTo>
                    <a:pt x="0" y="89662"/>
                  </a:lnTo>
                  <a:lnTo>
                    <a:pt x="0" y="100965"/>
                  </a:lnTo>
                  <a:lnTo>
                    <a:pt x="4699" y="105663"/>
                  </a:lnTo>
                  <a:lnTo>
                    <a:pt x="42418" y="105663"/>
                  </a:lnTo>
                  <a:lnTo>
                    <a:pt x="42418" y="127381"/>
                  </a:lnTo>
                  <a:lnTo>
                    <a:pt x="4699" y="127381"/>
                  </a:lnTo>
                  <a:lnTo>
                    <a:pt x="0" y="132080"/>
                  </a:lnTo>
                  <a:lnTo>
                    <a:pt x="0" y="144284"/>
                  </a:lnTo>
                  <a:lnTo>
                    <a:pt x="4699" y="149021"/>
                  </a:lnTo>
                  <a:lnTo>
                    <a:pt x="42418" y="149021"/>
                  </a:lnTo>
                  <a:lnTo>
                    <a:pt x="42418" y="169760"/>
                  </a:lnTo>
                  <a:lnTo>
                    <a:pt x="4699" y="169760"/>
                  </a:lnTo>
                  <a:lnTo>
                    <a:pt x="0" y="174459"/>
                  </a:lnTo>
                  <a:lnTo>
                    <a:pt x="0" y="186728"/>
                  </a:lnTo>
                  <a:lnTo>
                    <a:pt x="4699" y="191427"/>
                  </a:lnTo>
                  <a:lnTo>
                    <a:pt x="42418" y="191427"/>
                  </a:lnTo>
                  <a:lnTo>
                    <a:pt x="42418" y="212204"/>
                  </a:lnTo>
                  <a:lnTo>
                    <a:pt x="4699" y="212204"/>
                  </a:lnTo>
                  <a:lnTo>
                    <a:pt x="0" y="216903"/>
                  </a:lnTo>
                  <a:lnTo>
                    <a:pt x="0" y="229171"/>
                  </a:lnTo>
                  <a:lnTo>
                    <a:pt x="4699" y="233870"/>
                  </a:lnTo>
                  <a:lnTo>
                    <a:pt x="42418" y="233870"/>
                  </a:lnTo>
                  <a:lnTo>
                    <a:pt x="42418" y="254609"/>
                  </a:lnTo>
                  <a:lnTo>
                    <a:pt x="4699" y="254609"/>
                  </a:lnTo>
                  <a:lnTo>
                    <a:pt x="0" y="259334"/>
                  </a:lnTo>
                  <a:lnTo>
                    <a:pt x="0" y="271576"/>
                  </a:lnTo>
                  <a:lnTo>
                    <a:pt x="4699" y="276313"/>
                  </a:lnTo>
                  <a:lnTo>
                    <a:pt x="42418" y="276313"/>
                  </a:lnTo>
                  <a:lnTo>
                    <a:pt x="42418" y="286664"/>
                  </a:lnTo>
                  <a:lnTo>
                    <a:pt x="44884" y="299242"/>
                  </a:lnTo>
                  <a:lnTo>
                    <a:pt x="51577" y="309429"/>
                  </a:lnTo>
                  <a:lnTo>
                    <a:pt x="61438" y="316253"/>
                  </a:lnTo>
                  <a:lnTo>
                    <a:pt x="73406" y="318744"/>
                  </a:lnTo>
                  <a:lnTo>
                    <a:pt x="84708" y="318744"/>
                  </a:lnTo>
                  <a:lnTo>
                    <a:pt x="84708" y="356463"/>
                  </a:lnTo>
                  <a:lnTo>
                    <a:pt x="89407" y="361162"/>
                  </a:lnTo>
                  <a:lnTo>
                    <a:pt x="100711" y="361162"/>
                  </a:lnTo>
                  <a:lnTo>
                    <a:pt x="105410" y="356463"/>
                  </a:lnTo>
                  <a:lnTo>
                    <a:pt x="105410" y="315899"/>
                  </a:lnTo>
                  <a:lnTo>
                    <a:pt x="285241" y="315899"/>
                  </a:lnTo>
                  <a:lnTo>
                    <a:pt x="297797" y="313409"/>
                  </a:lnTo>
                  <a:lnTo>
                    <a:pt x="307959" y="306587"/>
                  </a:lnTo>
                  <a:lnTo>
                    <a:pt x="314763" y="296408"/>
                  </a:lnTo>
                  <a:lnTo>
                    <a:pt x="314826" y="296087"/>
                  </a:lnTo>
                  <a:lnTo>
                    <a:pt x="69723" y="296087"/>
                  </a:lnTo>
                  <a:lnTo>
                    <a:pt x="65912" y="291388"/>
                  </a:lnTo>
                  <a:lnTo>
                    <a:pt x="65912" y="69850"/>
                  </a:lnTo>
                  <a:lnTo>
                    <a:pt x="69723" y="65150"/>
                  </a:lnTo>
                  <a:lnTo>
                    <a:pt x="315390" y="65150"/>
                  </a:lnTo>
                  <a:lnTo>
                    <a:pt x="314763" y="61974"/>
                  </a:lnTo>
                  <a:lnTo>
                    <a:pt x="307959" y="51768"/>
                  </a:lnTo>
                  <a:lnTo>
                    <a:pt x="297797" y="44920"/>
                  </a:lnTo>
                  <a:lnTo>
                    <a:pt x="285241" y="42418"/>
                  </a:lnTo>
                  <a:close/>
                </a:path>
                <a:path w="360045" h="361314">
                  <a:moveTo>
                    <a:pt x="147827" y="315899"/>
                  </a:moveTo>
                  <a:lnTo>
                    <a:pt x="127126" y="315899"/>
                  </a:lnTo>
                  <a:lnTo>
                    <a:pt x="127126" y="353618"/>
                  </a:lnTo>
                  <a:lnTo>
                    <a:pt x="131825" y="358343"/>
                  </a:lnTo>
                  <a:lnTo>
                    <a:pt x="143129" y="358343"/>
                  </a:lnTo>
                  <a:lnTo>
                    <a:pt x="147827" y="353618"/>
                  </a:lnTo>
                  <a:lnTo>
                    <a:pt x="147827" y="315899"/>
                  </a:lnTo>
                  <a:close/>
                </a:path>
                <a:path w="360045" h="361314">
                  <a:moveTo>
                    <a:pt x="190245" y="315899"/>
                  </a:moveTo>
                  <a:lnTo>
                    <a:pt x="169418" y="315899"/>
                  </a:lnTo>
                  <a:lnTo>
                    <a:pt x="169418" y="353618"/>
                  </a:lnTo>
                  <a:lnTo>
                    <a:pt x="174244" y="358343"/>
                  </a:lnTo>
                  <a:lnTo>
                    <a:pt x="185419" y="358343"/>
                  </a:lnTo>
                  <a:lnTo>
                    <a:pt x="190245" y="353618"/>
                  </a:lnTo>
                  <a:lnTo>
                    <a:pt x="190245" y="315899"/>
                  </a:lnTo>
                  <a:close/>
                </a:path>
                <a:path w="360045" h="361314">
                  <a:moveTo>
                    <a:pt x="232537" y="315899"/>
                  </a:moveTo>
                  <a:lnTo>
                    <a:pt x="211836" y="315899"/>
                  </a:lnTo>
                  <a:lnTo>
                    <a:pt x="211836" y="353618"/>
                  </a:lnTo>
                  <a:lnTo>
                    <a:pt x="216535" y="358343"/>
                  </a:lnTo>
                  <a:lnTo>
                    <a:pt x="227837" y="358343"/>
                  </a:lnTo>
                  <a:lnTo>
                    <a:pt x="232537" y="353618"/>
                  </a:lnTo>
                  <a:lnTo>
                    <a:pt x="232537" y="315899"/>
                  </a:lnTo>
                  <a:close/>
                </a:path>
                <a:path w="360045" h="361314">
                  <a:moveTo>
                    <a:pt x="274955" y="315899"/>
                  </a:moveTo>
                  <a:lnTo>
                    <a:pt x="254254" y="315899"/>
                  </a:lnTo>
                  <a:lnTo>
                    <a:pt x="254254" y="353618"/>
                  </a:lnTo>
                  <a:lnTo>
                    <a:pt x="258952" y="358343"/>
                  </a:lnTo>
                  <a:lnTo>
                    <a:pt x="270256" y="358343"/>
                  </a:lnTo>
                  <a:lnTo>
                    <a:pt x="274955" y="353618"/>
                  </a:lnTo>
                  <a:lnTo>
                    <a:pt x="274955" y="315899"/>
                  </a:lnTo>
                  <a:close/>
                </a:path>
                <a:path w="360045" h="361314">
                  <a:moveTo>
                    <a:pt x="315390" y="65150"/>
                  </a:moveTo>
                  <a:lnTo>
                    <a:pt x="290957" y="65150"/>
                  </a:lnTo>
                  <a:lnTo>
                    <a:pt x="295655" y="69850"/>
                  </a:lnTo>
                  <a:lnTo>
                    <a:pt x="295655" y="291388"/>
                  </a:lnTo>
                  <a:lnTo>
                    <a:pt x="290957" y="296087"/>
                  </a:lnTo>
                  <a:lnTo>
                    <a:pt x="314826" y="296087"/>
                  </a:lnTo>
                  <a:lnTo>
                    <a:pt x="317246" y="283844"/>
                  </a:lnTo>
                  <a:lnTo>
                    <a:pt x="317246" y="273469"/>
                  </a:lnTo>
                  <a:lnTo>
                    <a:pt x="354964" y="273469"/>
                  </a:lnTo>
                  <a:lnTo>
                    <a:pt x="359663" y="268770"/>
                  </a:lnTo>
                  <a:lnTo>
                    <a:pt x="359663" y="257454"/>
                  </a:lnTo>
                  <a:lnTo>
                    <a:pt x="354964" y="252717"/>
                  </a:lnTo>
                  <a:lnTo>
                    <a:pt x="317246" y="252717"/>
                  </a:lnTo>
                  <a:lnTo>
                    <a:pt x="317246" y="231051"/>
                  </a:lnTo>
                  <a:lnTo>
                    <a:pt x="354964" y="231051"/>
                  </a:lnTo>
                  <a:lnTo>
                    <a:pt x="359663" y="226326"/>
                  </a:lnTo>
                  <a:lnTo>
                    <a:pt x="359663" y="214083"/>
                  </a:lnTo>
                  <a:lnTo>
                    <a:pt x="354964" y="209359"/>
                  </a:lnTo>
                  <a:lnTo>
                    <a:pt x="317246" y="209359"/>
                  </a:lnTo>
                  <a:lnTo>
                    <a:pt x="317246" y="188620"/>
                  </a:lnTo>
                  <a:lnTo>
                    <a:pt x="354964" y="188620"/>
                  </a:lnTo>
                  <a:lnTo>
                    <a:pt x="359663" y="183883"/>
                  </a:lnTo>
                  <a:lnTo>
                    <a:pt x="359663" y="171640"/>
                  </a:lnTo>
                  <a:lnTo>
                    <a:pt x="354964" y="166916"/>
                  </a:lnTo>
                  <a:lnTo>
                    <a:pt x="317246" y="166916"/>
                  </a:lnTo>
                  <a:lnTo>
                    <a:pt x="317246" y="146177"/>
                  </a:lnTo>
                  <a:lnTo>
                    <a:pt x="357786" y="146177"/>
                  </a:lnTo>
                  <a:lnTo>
                    <a:pt x="359663" y="144284"/>
                  </a:lnTo>
                  <a:lnTo>
                    <a:pt x="359663" y="132080"/>
                  </a:lnTo>
                  <a:lnTo>
                    <a:pt x="354964" y="127381"/>
                  </a:lnTo>
                  <a:lnTo>
                    <a:pt x="317246" y="127381"/>
                  </a:lnTo>
                  <a:lnTo>
                    <a:pt x="317246" y="105663"/>
                  </a:lnTo>
                  <a:lnTo>
                    <a:pt x="354964" y="105663"/>
                  </a:lnTo>
                  <a:lnTo>
                    <a:pt x="359663" y="100965"/>
                  </a:lnTo>
                  <a:lnTo>
                    <a:pt x="359663" y="89662"/>
                  </a:lnTo>
                  <a:lnTo>
                    <a:pt x="354964" y="84836"/>
                  </a:lnTo>
                  <a:lnTo>
                    <a:pt x="317246" y="84836"/>
                  </a:lnTo>
                  <a:lnTo>
                    <a:pt x="317246" y="74549"/>
                  </a:lnTo>
                  <a:lnTo>
                    <a:pt x="315390" y="65150"/>
                  </a:lnTo>
                  <a:close/>
                </a:path>
                <a:path w="360045" h="361314">
                  <a:moveTo>
                    <a:pt x="357786" y="146177"/>
                  </a:moveTo>
                  <a:lnTo>
                    <a:pt x="349250" y="146177"/>
                  </a:lnTo>
                  <a:lnTo>
                    <a:pt x="349250" y="149021"/>
                  </a:lnTo>
                  <a:lnTo>
                    <a:pt x="354964" y="149021"/>
                  </a:lnTo>
                  <a:lnTo>
                    <a:pt x="357786" y="146177"/>
                  </a:lnTo>
                  <a:close/>
                </a:path>
                <a:path w="360045" h="361314">
                  <a:moveTo>
                    <a:pt x="100711" y="0"/>
                  </a:moveTo>
                  <a:lnTo>
                    <a:pt x="89407" y="0"/>
                  </a:lnTo>
                  <a:lnTo>
                    <a:pt x="84708" y="4699"/>
                  </a:lnTo>
                  <a:lnTo>
                    <a:pt x="84708" y="42418"/>
                  </a:lnTo>
                  <a:lnTo>
                    <a:pt x="105410" y="42418"/>
                  </a:lnTo>
                  <a:lnTo>
                    <a:pt x="105410" y="4699"/>
                  </a:lnTo>
                  <a:lnTo>
                    <a:pt x="100711" y="0"/>
                  </a:lnTo>
                  <a:close/>
                </a:path>
                <a:path w="360045" h="361314">
                  <a:moveTo>
                    <a:pt x="143129" y="0"/>
                  </a:moveTo>
                  <a:lnTo>
                    <a:pt x="131825" y="0"/>
                  </a:lnTo>
                  <a:lnTo>
                    <a:pt x="127126" y="4699"/>
                  </a:lnTo>
                  <a:lnTo>
                    <a:pt x="127126" y="42418"/>
                  </a:lnTo>
                  <a:lnTo>
                    <a:pt x="147827" y="42418"/>
                  </a:lnTo>
                  <a:lnTo>
                    <a:pt x="147827" y="4699"/>
                  </a:lnTo>
                  <a:lnTo>
                    <a:pt x="143129" y="0"/>
                  </a:lnTo>
                  <a:close/>
                </a:path>
                <a:path w="360045" h="361314">
                  <a:moveTo>
                    <a:pt x="185419" y="0"/>
                  </a:moveTo>
                  <a:lnTo>
                    <a:pt x="174244" y="0"/>
                  </a:lnTo>
                  <a:lnTo>
                    <a:pt x="169418" y="4699"/>
                  </a:lnTo>
                  <a:lnTo>
                    <a:pt x="169418" y="42418"/>
                  </a:lnTo>
                  <a:lnTo>
                    <a:pt x="190245" y="42418"/>
                  </a:lnTo>
                  <a:lnTo>
                    <a:pt x="190245" y="4699"/>
                  </a:lnTo>
                  <a:lnTo>
                    <a:pt x="185419" y="0"/>
                  </a:lnTo>
                  <a:close/>
                </a:path>
                <a:path w="360045" h="361314">
                  <a:moveTo>
                    <a:pt x="227837" y="0"/>
                  </a:moveTo>
                  <a:lnTo>
                    <a:pt x="216535" y="0"/>
                  </a:lnTo>
                  <a:lnTo>
                    <a:pt x="211836" y="4699"/>
                  </a:lnTo>
                  <a:lnTo>
                    <a:pt x="211836" y="42418"/>
                  </a:lnTo>
                  <a:lnTo>
                    <a:pt x="232537" y="42418"/>
                  </a:lnTo>
                  <a:lnTo>
                    <a:pt x="232537" y="4699"/>
                  </a:lnTo>
                  <a:lnTo>
                    <a:pt x="227837" y="0"/>
                  </a:lnTo>
                  <a:close/>
                </a:path>
                <a:path w="360045" h="361314">
                  <a:moveTo>
                    <a:pt x="270256" y="0"/>
                  </a:moveTo>
                  <a:lnTo>
                    <a:pt x="258952" y="0"/>
                  </a:lnTo>
                  <a:lnTo>
                    <a:pt x="254254" y="4699"/>
                  </a:lnTo>
                  <a:lnTo>
                    <a:pt x="254254" y="42418"/>
                  </a:lnTo>
                  <a:lnTo>
                    <a:pt x="274955" y="42418"/>
                  </a:lnTo>
                  <a:lnTo>
                    <a:pt x="274955" y="4699"/>
                  </a:lnTo>
                  <a:lnTo>
                    <a:pt x="270256" y="0"/>
                  </a:lnTo>
                  <a:close/>
                </a:path>
              </a:pathLst>
            </a:custGeom>
            <a:solidFill>
              <a:srgbClr val="99D3FF">
                <a:alpha val="7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58668" y="3819144"/>
              <a:ext cx="188975" cy="18897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624327" y="339242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5">
                  <a:moveTo>
                    <a:pt x="285242" y="42290"/>
                  </a:moveTo>
                  <a:lnTo>
                    <a:pt x="73406" y="42290"/>
                  </a:lnTo>
                  <a:lnTo>
                    <a:pt x="61438" y="44771"/>
                  </a:lnTo>
                  <a:lnTo>
                    <a:pt x="51577" y="51562"/>
                  </a:lnTo>
                  <a:lnTo>
                    <a:pt x="44884" y="61686"/>
                  </a:lnTo>
                  <a:lnTo>
                    <a:pt x="42418" y="74168"/>
                  </a:lnTo>
                  <a:lnTo>
                    <a:pt x="42418" y="84581"/>
                  </a:lnTo>
                  <a:lnTo>
                    <a:pt x="4699" y="84581"/>
                  </a:lnTo>
                  <a:lnTo>
                    <a:pt x="0" y="89281"/>
                  </a:lnTo>
                  <a:lnTo>
                    <a:pt x="0" y="100456"/>
                  </a:lnTo>
                  <a:lnTo>
                    <a:pt x="4699" y="105156"/>
                  </a:lnTo>
                  <a:lnTo>
                    <a:pt x="42418" y="105156"/>
                  </a:lnTo>
                  <a:lnTo>
                    <a:pt x="42418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7"/>
                  </a:lnTo>
                  <a:lnTo>
                    <a:pt x="4699" y="148335"/>
                  </a:lnTo>
                  <a:lnTo>
                    <a:pt x="42418" y="148335"/>
                  </a:lnTo>
                  <a:lnTo>
                    <a:pt x="42418" y="169037"/>
                  </a:lnTo>
                  <a:lnTo>
                    <a:pt x="4699" y="169037"/>
                  </a:lnTo>
                  <a:lnTo>
                    <a:pt x="0" y="173735"/>
                  </a:lnTo>
                  <a:lnTo>
                    <a:pt x="0" y="185928"/>
                  </a:lnTo>
                  <a:lnTo>
                    <a:pt x="4699" y="190626"/>
                  </a:lnTo>
                  <a:lnTo>
                    <a:pt x="42418" y="190626"/>
                  </a:lnTo>
                  <a:lnTo>
                    <a:pt x="42418" y="211328"/>
                  </a:lnTo>
                  <a:lnTo>
                    <a:pt x="4699" y="211328"/>
                  </a:lnTo>
                  <a:lnTo>
                    <a:pt x="0" y="216026"/>
                  </a:lnTo>
                  <a:lnTo>
                    <a:pt x="0" y="228219"/>
                  </a:lnTo>
                  <a:lnTo>
                    <a:pt x="4699" y="232917"/>
                  </a:lnTo>
                  <a:lnTo>
                    <a:pt x="42418" y="232917"/>
                  </a:lnTo>
                  <a:lnTo>
                    <a:pt x="42418" y="253491"/>
                  </a:lnTo>
                  <a:lnTo>
                    <a:pt x="4699" y="253491"/>
                  </a:lnTo>
                  <a:lnTo>
                    <a:pt x="0" y="258190"/>
                  </a:lnTo>
                  <a:lnTo>
                    <a:pt x="0" y="270382"/>
                  </a:lnTo>
                  <a:lnTo>
                    <a:pt x="4699" y="275081"/>
                  </a:lnTo>
                  <a:lnTo>
                    <a:pt x="42418" y="275081"/>
                  </a:lnTo>
                  <a:lnTo>
                    <a:pt x="42418" y="285495"/>
                  </a:lnTo>
                  <a:lnTo>
                    <a:pt x="44884" y="297977"/>
                  </a:lnTo>
                  <a:lnTo>
                    <a:pt x="51577" y="308102"/>
                  </a:lnTo>
                  <a:lnTo>
                    <a:pt x="61438" y="314892"/>
                  </a:lnTo>
                  <a:lnTo>
                    <a:pt x="73406" y="317372"/>
                  </a:lnTo>
                  <a:lnTo>
                    <a:pt x="84709" y="317372"/>
                  </a:lnTo>
                  <a:lnTo>
                    <a:pt x="84709" y="354964"/>
                  </a:lnTo>
                  <a:lnTo>
                    <a:pt x="89408" y="359663"/>
                  </a:lnTo>
                  <a:lnTo>
                    <a:pt x="100711" y="359663"/>
                  </a:lnTo>
                  <a:lnTo>
                    <a:pt x="105410" y="354964"/>
                  </a:lnTo>
                  <a:lnTo>
                    <a:pt x="105410" y="314578"/>
                  </a:lnTo>
                  <a:lnTo>
                    <a:pt x="285242" y="314578"/>
                  </a:lnTo>
                  <a:lnTo>
                    <a:pt x="297797" y="312098"/>
                  </a:lnTo>
                  <a:lnTo>
                    <a:pt x="307959" y="305307"/>
                  </a:lnTo>
                  <a:lnTo>
                    <a:pt x="314763" y="295183"/>
                  </a:lnTo>
                  <a:lnTo>
                    <a:pt x="314821" y="294894"/>
                  </a:lnTo>
                  <a:lnTo>
                    <a:pt x="69723" y="294894"/>
                  </a:lnTo>
                  <a:lnTo>
                    <a:pt x="65913" y="290194"/>
                  </a:lnTo>
                  <a:lnTo>
                    <a:pt x="65913" y="69468"/>
                  </a:lnTo>
                  <a:lnTo>
                    <a:pt x="69723" y="64769"/>
                  </a:lnTo>
                  <a:lnTo>
                    <a:pt x="315376" y="64769"/>
                  </a:lnTo>
                  <a:lnTo>
                    <a:pt x="314763" y="61686"/>
                  </a:lnTo>
                  <a:lnTo>
                    <a:pt x="307959" y="51562"/>
                  </a:lnTo>
                  <a:lnTo>
                    <a:pt x="297797" y="44771"/>
                  </a:lnTo>
                  <a:lnTo>
                    <a:pt x="285242" y="42290"/>
                  </a:lnTo>
                  <a:close/>
                </a:path>
                <a:path w="360044" h="360045">
                  <a:moveTo>
                    <a:pt x="147828" y="314578"/>
                  </a:moveTo>
                  <a:lnTo>
                    <a:pt x="127127" y="314578"/>
                  </a:lnTo>
                  <a:lnTo>
                    <a:pt x="127127" y="352170"/>
                  </a:lnTo>
                  <a:lnTo>
                    <a:pt x="131826" y="356869"/>
                  </a:lnTo>
                  <a:lnTo>
                    <a:pt x="143129" y="356869"/>
                  </a:lnTo>
                  <a:lnTo>
                    <a:pt x="147828" y="352170"/>
                  </a:lnTo>
                  <a:lnTo>
                    <a:pt x="147828" y="314578"/>
                  </a:lnTo>
                  <a:close/>
                </a:path>
                <a:path w="360044" h="360045">
                  <a:moveTo>
                    <a:pt x="190246" y="314578"/>
                  </a:moveTo>
                  <a:lnTo>
                    <a:pt x="169418" y="314578"/>
                  </a:lnTo>
                  <a:lnTo>
                    <a:pt x="169418" y="352170"/>
                  </a:lnTo>
                  <a:lnTo>
                    <a:pt x="174244" y="356869"/>
                  </a:lnTo>
                  <a:lnTo>
                    <a:pt x="185420" y="356869"/>
                  </a:lnTo>
                  <a:lnTo>
                    <a:pt x="190246" y="352170"/>
                  </a:lnTo>
                  <a:lnTo>
                    <a:pt x="190246" y="314578"/>
                  </a:lnTo>
                  <a:close/>
                </a:path>
                <a:path w="360044" h="360045">
                  <a:moveTo>
                    <a:pt x="232537" y="314578"/>
                  </a:moveTo>
                  <a:lnTo>
                    <a:pt x="211836" y="314578"/>
                  </a:lnTo>
                  <a:lnTo>
                    <a:pt x="211836" y="352170"/>
                  </a:lnTo>
                  <a:lnTo>
                    <a:pt x="216535" y="356869"/>
                  </a:lnTo>
                  <a:lnTo>
                    <a:pt x="227838" y="356869"/>
                  </a:lnTo>
                  <a:lnTo>
                    <a:pt x="232537" y="352170"/>
                  </a:lnTo>
                  <a:lnTo>
                    <a:pt x="232537" y="314578"/>
                  </a:lnTo>
                  <a:close/>
                </a:path>
                <a:path w="360044" h="360045">
                  <a:moveTo>
                    <a:pt x="274955" y="314578"/>
                  </a:moveTo>
                  <a:lnTo>
                    <a:pt x="254254" y="314578"/>
                  </a:lnTo>
                  <a:lnTo>
                    <a:pt x="254254" y="352170"/>
                  </a:lnTo>
                  <a:lnTo>
                    <a:pt x="258953" y="356869"/>
                  </a:lnTo>
                  <a:lnTo>
                    <a:pt x="270256" y="356869"/>
                  </a:lnTo>
                  <a:lnTo>
                    <a:pt x="274955" y="352170"/>
                  </a:lnTo>
                  <a:lnTo>
                    <a:pt x="274955" y="314578"/>
                  </a:lnTo>
                  <a:close/>
                </a:path>
                <a:path w="360044" h="360045">
                  <a:moveTo>
                    <a:pt x="315376" y="64769"/>
                  </a:moveTo>
                  <a:lnTo>
                    <a:pt x="290957" y="64769"/>
                  </a:lnTo>
                  <a:lnTo>
                    <a:pt x="295656" y="69468"/>
                  </a:lnTo>
                  <a:lnTo>
                    <a:pt x="295656" y="290194"/>
                  </a:lnTo>
                  <a:lnTo>
                    <a:pt x="290957" y="294894"/>
                  </a:lnTo>
                  <a:lnTo>
                    <a:pt x="314821" y="294894"/>
                  </a:lnTo>
                  <a:lnTo>
                    <a:pt x="317246" y="282701"/>
                  </a:lnTo>
                  <a:lnTo>
                    <a:pt x="317246" y="272288"/>
                  </a:lnTo>
                  <a:lnTo>
                    <a:pt x="354965" y="272288"/>
                  </a:lnTo>
                  <a:lnTo>
                    <a:pt x="359664" y="267588"/>
                  </a:lnTo>
                  <a:lnTo>
                    <a:pt x="359664" y="256412"/>
                  </a:lnTo>
                  <a:lnTo>
                    <a:pt x="354965" y="251713"/>
                  </a:lnTo>
                  <a:lnTo>
                    <a:pt x="317246" y="251713"/>
                  </a:lnTo>
                  <a:lnTo>
                    <a:pt x="317246" y="230123"/>
                  </a:lnTo>
                  <a:lnTo>
                    <a:pt x="354965" y="230123"/>
                  </a:lnTo>
                  <a:lnTo>
                    <a:pt x="359664" y="225425"/>
                  </a:lnTo>
                  <a:lnTo>
                    <a:pt x="359664" y="213232"/>
                  </a:lnTo>
                  <a:lnTo>
                    <a:pt x="354965" y="208534"/>
                  </a:lnTo>
                  <a:lnTo>
                    <a:pt x="317246" y="208534"/>
                  </a:lnTo>
                  <a:lnTo>
                    <a:pt x="317246" y="187832"/>
                  </a:lnTo>
                  <a:lnTo>
                    <a:pt x="354965" y="187832"/>
                  </a:lnTo>
                  <a:lnTo>
                    <a:pt x="359664" y="183134"/>
                  </a:lnTo>
                  <a:lnTo>
                    <a:pt x="359664" y="170941"/>
                  </a:lnTo>
                  <a:lnTo>
                    <a:pt x="354965" y="166242"/>
                  </a:lnTo>
                  <a:lnTo>
                    <a:pt x="317246" y="166242"/>
                  </a:lnTo>
                  <a:lnTo>
                    <a:pt x="317246" y="145541"/>
                  </a:lnTo>
                  <a:lnTo>
                    <a:pt x="357759" y="145541"/>
                  </a:lnTo>
                  <a:lnTo>
                    <a:pt x="359664" y="143637"/>
                  </a:lnTo>
                  <a:lnTo>
                    <a:pt x="359664" y="131444"/>
                  </a:lnTo>
                  <a:lnTo>
                    <a:pt x="354965" y="126745"/>
                  </a:lnTo>
                  <a:lnTo>
                    <a:pt x="317246" y="126745"/>
                  </a:lnTo>
                  <a:lnTo>
                    <a:pt x="317246" y="105156"/>
                  </a:lnTo>
                  <a:lnTo>
                    <a:pt x="354965" y="105156"/>
                  </a:lnTo>
                  <a:lnTo>
                    <a:pt x="359664" y="100456"/>
                  </a:lnTo>
                  <a:lnTo>
                    <a:pt x="359664" y="89281"/>
                  </a:lnTo>
                  <a:lnTo>
                    <a:pt x="354965" y="84581"/>
                  </a:lnTo>
                  <a:lnTo>
                    <a:pt x="317246" y="84581"/>
                  </a:lnTo>
                  <a:lnTo>
                    <a:pt x="317246" y="74168"/>
                  </a:lnTo>
                  <a:lnTo>
                    <a:pt x="315376" y="64769"/>
                  </a:lnTo>
                  <a:close/>
                </a:path>
                <a:path w="360044" h="360045">
                  <a:moveTo>
                    <a:pt x="357759" y="145541"/>
                  </a:moveTo>
                  <a:lnTo>
                    <a:pt x="349250" y="145541"/>
                  </a:lnTo>
                  <a:lnTo>
                    <a:pt x="349250" y="148335"/>
                  </a:lnTo>
                  <a:lnTo>
                    <a:pt x="354965" y="148335"/>
                  </a:lnTo>
                  <a:lnTo>
                    <a:pt x="357759" y="145541"/>
                  </a:lnTo>
                  <a:close/>
                </a:path>
                <a:path w="360044" h="360045">
                  <a:moveTo>
                    <a:pt x="100711" y="0"/>
                  </a:moveTo>
                  <a:lnTo>
                    <a:pt x="89408" y="0"/>
                  </a:lnTo>
                  <a:lnTo>
                    <a:pt x="84709" y="4699"/>
                  </a:lnTo>
                  <a:lnTo>
                    <a:pt x="84709" y="42290"/>
                  </a:lnTo>
                  <a:lnTo>
                    <a:pt x="105410" y="42290"/>
                  </a:lnTo>
                  <a:lnTo>
                    <a:pt x="105410" y="4699"/>
                  </a:lnTo>
                  <a:lnTo>
                    <a:pt x="100711" y="0"/>
                  </a:lnTo>
                  <a:close/>
                </a:path>
                <a:path w="360044" h="360045">
                  <a:moveTo>
                    <a:pt x="143129" y="0"/>
                  </a:moveTo>
                  <a:lnTo>
                    <a:pt x="131826" y="0"/>
                  </a:lnTo>
                  <a:lnTo>
                    <a:pt x="127127" y="4699"/>
                  </a:lnTo>
                  <a:lnTo>
                    <a:pt x="127127" y="42290"/>
                  </a:lnTo>
                  <a:lnTo>
                    <a:pt x="147828" y="42290"/>
                  </a:lnTo>
                  <a:lnTo>
                    <a:pt x="147828" y="4699"/>
                  </a:lnTo>
                  <a:lnTo>
                    <a:pt x="143129" y="0"/>
                  </a:lnTo>
                  <a:close/>
                </a:path>
                <a:path w="360044" h="360045">
                  <a:moveTo>
                    <a:pt x="185420" y="0"/>
                  </a:moveTo>
                  <a:lnTo>
                    <a:pt x="174244" y="0"/>
                  </a:lnTo>
                  <a:lnTo>
                    <a:pt x="169418" y="4699"/>
                  </a:lnTo>
                  <a:lnTo>
                    <a:pt x="169418" y="42290"/>
                  </a:lnTo>
                  <a:lnTo>
                    <a:pt x="190246" y="42290"/>
                  </a:lnTo>
                  <a:lnTo>
                    <a:pt x="190246" y="4699"/>
                  </a:lnTo>
                  <a:lnTo>
                    <a:pt x="185420" y="0"/>
                  </a:lnTo>
                  <a:close/>
                </a:path>
                <a:path w="360044" h="360045">
                  <a:moveTo>
                    <a:pt x="227838" y="0"/>
                  </a:moveTo>
                  <a:lnTo>
                    <a:pt x="216535" y="0"/>
                  </a:lnTo>
                  <a:lnTo>
                    <a:pt x="211836" y="4699"/>
                  </a:lnTo>
                  <a:lnTo>
                    <a:pt x="211836" y="42290"/>
                  </a:lnTo>
                  <a:lnTo>
                    <a:pt x="232537" y="42290"/>
                  </a:lnTo>
                  <a:lnTo>
                    <a:pt x="232537" y="4699"/>
                  </a:lnTo>
                  <a:lnTo>
                    <a:pt x="227838" y="0"/>
                  </a:lnTo>
                  <a:close/>
                </a:path>
                <a:path w="360044" h="360045">
                  <a:moveTo>
                    <a:pt x="270256" y="0"/>
                  </a:moveTo>
                  <a:lnTo>
                    <a:pt x="258953" y="0"/>
                  </a:lnTo>
                  <a:lnTo>
                    <a:pt x="254254" y="4699"/>
                  </a:lnTo>
                  <a:lnTo>
                    <a:pt x="254254" y="42290"/>
                  </a:lnTo>
                  <a:lnTo>
                    <a:pt x="274955" y="42290"/>
                  </a:lnTo>
                  <a:lnTo>
                    <a:pt x="274955" y="4699"/>
                  </a:lnTo>
                  <a:lnTo>
                    <a:pt x="270256" y="0"/>
                  </a:lnTo>
                  <a:close/>
                </a:path>
              </a:pathLst>
            </a:custGeom>
            <a:solidFill>
              <a:srgbClr val="99D3FF">
                <a:alpha val="7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11195" y="3477768"/>
              <a:ext cx="188976" cy="18897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971800" y="3390900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285241" y="42291"/>
                  </a:moveTo>
                  <a:lnTo>
                    <a:pt x="73406" y="42291"/>
                  </a:lnTo>
                  <a:lnTo>
                    <a:pt x="61438" y="44771"/>
                  </a:lnTo>
                  <a:lnTo>
                    <a:pt x="51577" y="51562"/>
                  </a:lnTo>
                  <a:lnTo>
                    <a:pt x="44884" y="61686"/>
                  </a:lnTo>
                  <a:lnTo>
                    <a:pt x="42418" y="74168"/>
                  </a:lnTo>
                  <a:lnTo>
                    <a:pt x="42418" y="84581"/>
                  </a:lnTo>
                  <a:lnTo>
                    <a:pt x="4699" y="84581"/>
                  </a:lnTo>
                  <a:lnTo>
                    <a:pt x="0" y="89281"/>
                  </a:lnTo>
                  <a:lnTo>
                    <a:pt x="0" y="100456"/>
                  </a:lnTo>
                  <a:lnTo>
                    <a:pt x="4699" y="105156"/>
                  </a:lnTo>
                  <a:lnTo>
                    <a:pt x="42418" y="105156"/>
                  </a:lnTo>
                  <a:lnTo>
                    <a:pt x="42418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7"/>
                  </a:lnTo>
                  <a:lnTo>
                    <a:pt x="4699" y="148336"/>
                  </a:lnTo>
                  <a:lnTo>
                    <a:pt x="42418" y="148336"/>
                  </a:lnTo>
                  <a:lnTo>
                    <a:pt x="42418" y="169037"/>
                  </a:lnTo>
                  <a:lnTo>
                    <a:pt x="4699" y="169037"/>
                  </a:lnTo>
                  <a:lnTo>
                    <a:pt x="0" y="173736"/>
                  </a:lnTo>
                  <a:lnTo>
                    <a:pt x="0" y="185928"/>
                  </a:lnTo>
                  <a:lnTo>
                    <a:pt x="4699" y="190627"/>
                  </a:lnTo>
                  <a:lnTo>
                    <a:pt x="42418" y="190627"/>
                  </a:lnTo>
                  <a:lnTo>
                    <a:pt x="42418" y="211328"/>
                  </a:lnTo>
                  <a:lnTo>
                    <a:pt x="4699" y="211328"/>
                  </a:lnTo>
                  <a:lnTo>
                    <a:pt x="0" y="216027"/>
                  </a:lnTo>
                  <a:lnTo>
                    <a:pt x="0" y="228219"/>
                  </a:lnTo>
                  <a:lnTo>
                    <a:pt x="4699" y="232918"/>
                  </a:lnTo>
                  <a:lnTo>
                    <a:pt x="42418" y="232918"/>
                  </a:lnTo>
                  <a:lnTo>
                    <a:pt x="42418" y="253491"/>
                  </a:lnTo>
                  <a:lnTo>
                    <a:pt x="4699" y="253491"/>
                  </a:lnTo>
                  <a:lnTo>
                    <a:pt x="0" y="258190"/>
                  </a:lnTo>
                  <a:lnTo>
                    <a:pt x="0" y="270383"/>
                  </a:lnTo>
                  <a:lnTo>
                    <a:pt x="4699" y="275081"/>
                  </a:lnTo>
                  <a:lnTo>
                    <a:pt x="42418" y="275081"/>
                  </a:lnTo>
                  <a:lnTo>
                    <a:pt x="42418" y="285496"/>
                  </a:lnTo>
                  <a:lnTo>
                    <a:pt x="44884" y="297977"/>
                  </a:lnTo>
                  <a:lnTo>
                    <a:pt x="51577" y="308101"/>
                  </a:lnTo>
                  <a:lnTo>
                    <a:pt x="61438" y="314892"/>
                  </a:lnTo>
                  <a:lnTo>
                    <a:pt x="73406" y="317372"/>
                  </a:lnTo>
                  <a:lnTo>
                    <a:pt x="84708" y="317372"/>
                  </a:lnTo>
                  <a:lnTo>
                    <a:pt x="84708" y="354965"/>
                  </a:lnTo>
                  <a:lnTo>
                    <a:pt x="89407" y="359663"/>
                  </a:lnTo>
                  <a:lnTo>
                    <a:pt x="100711" y="359663"/>
                  </a:lnTo>
                  <a:lnTo>
                    <a:pt x="105410" y="354965"/>
                  </a:lnTo>
                  <a:lnTo>
                    <a:pt x="105410" y="314578"/>
                  </a:lnTo>
                  <a:lnTo>
                    <a:pt x="285241" y="314578"/>
                  </a:lnTo>
                  <a:lnTo>
                    <a:pt x="297797" y="312098"/>
                  </a:lnTo>
                  <a:lnTo>
                    <a:pt x="307959" y="305307"/>
                  </a:lnTo>
                  <a:lnTo>
                    <a:pt x="314763" y="295183"/>
                  </a:lnTo>
                  <a:lnTo>
                    <a:pt x="314821" y="294894"/>
                  </a:lnTo>
                  <a:lnTo>
                    <a:pt x="69723" y="294894"/>
                  </a:lnTo>
                  <a:lnTo>
                    <a:pt x="65912" y="290194"/>
                  </a:lnTo>
                  <a:lnTo>
                    <a:pt x="65912" y="69468"/>
                  </a:lnTo>
                  <a:lnTo>
                    <a:pt x="69723" y="64769"/>
                  </a:lnTo>
                  <a:lnTo>
                    <a:pt x="315376" y="64769"/>
                  </a:lnTo>
                  <a:lnTo>
                    <a:pt x="314763" y="61686"/>
                  </a:lnTo>
                  <a:lnTo>
                    <a:pt x="307959" y="51562"/>
                  </a:lnTo>
                  <a:lnTo>
                    <a:pt x="297797" y="44771"/>
                  </a:lnTo>
                  <a:lnTo>
                    <a:pt x="285241" y="42291"/>
                  </a:lnTo>
                  <a:close/>
                </a:path>
                <a:path w="360045" h="360045">
                  <a:moveTo>
                    <a:pt x="147827" y="314578"/>
                  </a:moveTo>
                  <a:lnTo>
                    <a:pt x="127126" y="314578"/>
                  </a:lnTo>
                  <a:lnTo>
                    <a:pt x="127126" y="352171"/>
                  </a:lnTo>
                  <a:lnTo>
                    <a:pt x="131825" y="356869"/>
                  </a:lnTo>
                  <a:lnTo>
                    <a:pt x="143129" y="356869"/>
                  </a:lnTo>
                  <a:lnTo>
                    <a:pt x="147827" y="352171"/>
                  </a:lnTo>
                  <a:lnTo>
                    <a:pt x="147827" y="314578"/>
                  </a:lnTo>
                  <a:close/>
                </a:path>
                <a:path w="360045" h="360045">
                  <a:moveTo>
                    <a:pt x="190245" y="314578"/>
                  </a:moveTo>
                  <a:lnTo>
                    <a:pt x="169418" y="314578"/>
                  </a:lnTo>
                  <a:lnTo>
                    <a:pt x="169418" y="352171"/>
                  </a:lnTo>
                  <a:lnTo>
                    <a:pt x="174244" y="356869"/>
                  </a:lnTo>
                  <a:lnTo>
                    <a:pt x="185419" y="356869"/>
                  </a:lnTo>
                  <a:lnTo>
                    <a:pt x="190245" y="352171"/>
                  </a:lnTo>
                  <a:lnTo>
                    <a:pt x="190245" y="314578"/>
                  </a:lnTo>
                  <a:close/>
                </a:path>
                <a:path w="360045" h="360045">
                  <a:moveTo>
                    <a:pt x="232537" y="314578"/>
                  </a:moveTo>
                  <a:lnTo>
                    <a:pt x="211836" y="314578"/>
                  </a:lnTo>
                  <a:lnTo>
                    <a:pt x="211836" y="352171"/>
                  </a:lnTo>
                  <a:lnTo>
                    <a:pt x="216535" y="356869"/>
                  </a:lnTo>
                  <a:lnTo>
                    <a:pt x="227837" y="356869"/>
                  </a:lnTo>
                  <a:lnTo>
                    <a:pt x="232537" y="352171"/>
                  </a:lnTo>
                  <a:lnTo>
                    <a:pt x="232537" y="314578"/>
                  </a:lnTo>
                  <a:close/>
                </a:path>
                <a:path w="360045" h="360045">
                  <a:moveTo>
                    <a:pt x="274955" y="314578"/>
                  </a:moveTo>
                  <a:lnTo>
                    <a:pt x="254254" y="314578"/>
                  </a:lnTo>
                  <a:lnTo>
                    <a:pt x="254254" y="352171"/>
                  </a:lnTo>
                  <a:lnTo>
                    <a:pt x="258952" y="356869"/>
                  </a:lnTo>
                  <a:lnTo>
                    <a:pt x="270256" y="356869"/>
                  </a:lnTo>
                  <a:lnTo>
                    <a:pt x="274955" y="352171"/>
                  </a:lnTo>
                  <a:lnTo>
                    <a:pt x="274955" y="314578"/>
                  </a:lnTo>
                  <a:close/>
                </a:path>
                <a:path w="360045" h="360045">
                  <a:moveTo>
                    <a:pt x="315376" y="64769"/>
                  </a:moveTo>
                  <a:lnTo>
                    <a:pt x="290957" y="64769"/>
                  </a:lnTo>
                  <a:lnTo>
                    <a:pt x="295655" y="69468"/>
                  </a:lnTo>
                  <a:lnTo>
                    <a:pt x="295655" y="290194"/>
                  </a:lnTo>
                  <a:lnTo>
                    <a:pt x="290957" y="294894"/>
                  </a:lnTo>
                  <a:lnTo>
                    <a:pt x="314821" y="294894"/>
                  </a:lnTo>
                  <a:lnTo>
                    <a:pt x="317246" y="282702"/>
                  </a:lnTo>
                  <a:lnTo>
                    <a:pt x="317246" y="272288"/>
                  </a:lnTo>
                  <a:lnTo>
                    <a:pt x="354964" y="272288"/>
                  </a:lnTo>
                  <a:lnTo>
                    <a:pt x="359663" y="267588"/>
                  </a:lnTo>
                  <a:lnTo>
                    <a:pt x="359663" y="256412"/>
                  </a:lnTo>
                  <a:lnTo>
                    <a:pt x="354964" y="251713"/>
                  </a:lnTo>
                  <a:lnTo>
                    <a:pt x="317246" y="251713"/>
                  </a:lnTo>
                  <a:lnTo>
                    <a:pt x="317246" y="230124"/>
                  </a:lnTo>
                  <a:lnTo>
                    <a:pt x="354964" y="230124"/>
                  </a:lnTo>
                  <a:lnTo>
                    <a:pt x="359663" y="225425"/>
                  </a:lnTo>
                  <a:lnTo>
                    <a:pt x="359663" y="213233"/>
                  </a:lnTo>
                  <a:lnTo>
                    <a:pt x="354964" y="208534"/>
                  </a:lnTo>
                  <a:lnTo>
                    <a:pt x="317246" y="208534"/>
                  </a:lnTo>
                  <a:lnTo>
                    <a:pt x="317246" y="187833"/>
                  </a:lnTo>
                  <a:lnTo>
                    <a:pt x="354964" y="187833"/>
                  </a:lnTo>
                  <a:lnTo>
                    <a:pt x="359663" y="183134"/>
                  </a:lnTo>
                  <a:lnTo>
                    <a:pt x="359663" y="170941"/>
                  </a:lnTo>
                  <a:lnTo>
                    <a:pt x="354964" y="166243"/>
                  </a:lnTo>
                  <a:lnTo>
                    <a:pt x="317246" y="166243"/>
                  </a:lnTo>
                  <a:lnTo>
                    <a:pt x="317246" y="145541"/>
                  </a:lnTo>
                  <a:lnTo>
                    <a:pt x="357759" y="145541"/>
                  </a:lnTo>
                  <a:lnTo>
                    <a:pt x="359663" y="143637"/>
                  </a:lnTo>
                  <a:lnTo>
                    <a:pt x="359663" y="131444"/>
                  </a:lnTo>
                  <a:lnTo>
                    <a:pt x="354964" y="126745"/>
                  </a:lnTo>
                  <a:lnTo>
                    <a:pt x="317246" y="126745"/>
                  </a:lnTo>
                  <a:lnTo>
                    <a:pt x="317246" y="105156"/>
                  </a:lnTo>
                  <a:lnTo>
                    <a:pt x="354964" y="105156"/>
                  </a:lnTo>
                  <a:lnTo>
                    <a:pt x="359663" y="100456"/>
                  </a:lnTo>
                  <a:lnTo>
                    <a:pt x="359663" y="89281"/>
                  </a:lnTo>
                  <a:lnTo>
                    <a:pt x="354964" y="84581"/>
                  </a:lnTo>
                  <a:lnTo>
                    <a:pt x="317246" y="84581"/>
                  </a:lnTo>
                  <a:lnTo>
                    <a:pt x="317246" y="74168"/>
                  </a:lnTo>
                  <a:lnTo>
                    <a:pt x="315376" y="64769"/>
                  </a:lnTo>
                  <a:close/>
                </a:path>
                <a:path w="360045" h="360045">
                  <a:moveTo>
                    <a:pt x="357759" y="145541"/>
                  </a:moveTo>
                  <a:lnTo>
                    <a:pt x="349250" y="145541"/>
                  </a:lnTo>
                  <a:lnTo>
                    <a:pt x="349250" y="148336"/>
                  </a:lnTo>
                  <a:lnTo>
                    <a:pt x="354964" y="148336"/>
                  </a:lnTo>
                  <a:lnTo>
                    <a:pt x="357759" y="145541"/>
                  </a:lnTo>
                  <a:close/>
                </a:path>
                <a:path w="360045" h="360045">
                  <a:moveTo>
                    <a:pt x="100711" y="0"/>
                  </a:moveTo>
                  <a:lnTo>
                    <a:pt x="89407" y="0"/>
                  </a:lnTo>
                  <a:lnTo>
                    <a:pt x="84708" y="4699"/>
                  </a:lnTo>
                  <a:lnTo>
                    <a:pt x="84708" y="42291"/>
                  </a:lnTo>
                  <a:lnTo>
                    <a:pt x="105410" y="42291"/>
                  </a:lnTo>
                  <a:lnTo>
                    <a:pt x="105410" y="4699"/>
                  </a:lnTo>
                  <a:lnTo>
                    <a:pt x="100711" y="0"/>
                  </a:lnTo>
                  <a:close/>
                </a:path>
                <a:path w="360045" h="360045">
                  <a:moveTo>
                    <a:pt x="143129" y="0"/>
                  </a:moveTo>
                  <a:lnTo>
                    <a:pt x="131825" y="0"/>
                  </a:lnTo>
                  <a:lnTo>
                    <a:pt x="127126" y="4699"/>
                  </a:lnTo>
                  <a:lnTo>
                    <a:pt x="127126" y="42291"/>
                  </a:lnTo>
                  <a:lnTo>
                    <a:pt x="147827" y="42291"/>
                  </a:lnTo>
                  <a:lnTo>
                    <a:pt x="147827" y="4699"/>
                  </a:lnTo>
                  <a:lnTo>
                    <a:pt x="143129" y="0"/>
                  </a:lnTo>
                  <a:close/>
                </a:path>
                <a:path w="360045" h="360045">
                  <a:moveTo>
                    <a:pt x="185419" y="0"/>
                  </a:moveTo>
                  <a:lnTo>
                    <a:pt x="174244" y="0"/>
                  </a:lnTo>
                  <a:lnTo>
                    <a:pt x="169418" y="4699"/>
                  </a:lnTo>
                  <a:lnTo>
                    <a:pt x="169418" y="42291"/>
                  </a:lnTo>
                  <a:lnTo>
                    <a:pt x="190245" y="42291"/>
                  </a:lnTo>
                  <a:lnTo>
                    <a:pt x="190245" y="4699"/>
                  </a:lnTo>
                  <a:lnTo>
                    <a:pt x="185419" y="0"/>
                  </a:lnTo>
                  <a:close/>
                </a:path>
                <a:path w="360045" h="360045">
                  <a:moveTo>
                    <a:pt x="227837" y="0"/>
                  </a:moveTo>
                  <a:lnTo>
                    <a:pt x="216535" y="0"/>
                  </a:lnTo>
                  <a:lnTo>
                    <a:pt x="211836" y="4699"/>
                  </a:lnTo>
                  <a:lnTo>
                    <a:pt x="211836" y="42291"/>
                  </a:lnTo>
                  <a:lnTo>
                    <a:pt x="232537" y="42291"/>
                  </a:lnTo>
                  <a:lnTo>
                    <a:pt x="232537" y="4699"/>
                  </a:lnTo>
                  <a:lnTo>
                    <a:pt x="227837" y="0"/>
                  </a:lnTo>
                  <a:close/>
                </a:path>
                <a:path w="360045" h="360045">
                  <a:moveTo>
                    <a:pt x="270256" y="0"/>
                  </a:moveTo>
                  <a:lnTo>
                    <a:pt x="258952" y="0"/>
                  </a:lnTo>
                  <a:lnTo>
                    <a:pt x="254254" y="4699"/>
                  </a:lnTo>
                  <a:lnTo>
                    <a:pt x="254254" y="42291"/>
                  </a:lnTo>
                  <a:lnTo>
                    <a:pt x="274955" y="42291"/>
                  </a:lnTo>
                  <a:lnTo>
                    <a:pt x="274955" y="4699"/>
                  </a:lnTo>
                  <a:lnTo>
                    <a:pt x="270256" y="0"/>
                  </a:lnTo>
                  <a:close/>
                </a:path>
              </a:pathLst>
            </a:custGeom>
            <a:solidFill>
              <a:srgbClr val="99D3FF">
                <a:alpha val="7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58668" y="3476243"/>
              <a:ext cx="188975" cy="188975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6051803" y="3528059"/>
            <a:ext cx="706120" cy="361315"/>
            <a:chOff x="6051803" y="3528059"/>
            <a:chExt cx="706120" cy="361315"/>
          </a:xfrm>
        </p:grpSpPr>
        <p:sp>
          <p:nvSpPr>
            <p:cNvPr id="20" name="object 20"/>
            <p:cNvSpPr/>
            <p:nvPr/>
          </p:nvSpPr>
          <p:spPr>
            <a:xfrm>
              <a:off x="6051803" y="3529583"/>
              <a:ext cx="358140" cy="360045"/>
            </a:xfrm>
            <a:custGeom>
              <a:avLst/>
              <a:gdLst/>
              <a:ahLst/>
              <a:cxnLst/>
              <a:rect l="l" t="t" r="r" b="b"/>
              <a:pathLst>
                <a:path w="358139" h="360045">
                  <a:moveTo>
                    <a:pt x="284099" y="42290"/>
                  </a:moveTo>
                  <a:lnTo>
                    <a:pt x="73151" y="42290"/>
                  </a:lnTo>
                  <a:lnTo>
                    <a:pt x="61184" y="44771"/>
                  </a:lnTo>
                  <a:lnTo>
                    <a:pt x="51323" y="51561"/>
                  </a:lnTo>
                  <a:lnTo>
                    <a:pt x="44630" y="61686"/>
                  </a:lnTo>
                  <a:lnTo>
                    <a:pt x="42163" y="74167"/>
                  </a:lnTo>
                  <a:lnTo>
                    <a:pt x="42163" y="84581"/>
                  </a:lnTo>
                  <a:lnTo>
                    <a:pt x="4699" y="84581"/>
                  </a:lnTo>
                  <a:lnTo>
                    <a:pt x="0" y="89280"/>
                  </a:lnTo>
                  <a:lnTo>
                    <a:pt x="0" y="100456"/>
                  </a:lnTo>
                  <a:lnTo>
                    <a:pt x="4699" y="105155"/>
                  </a:lnTo>
                  <a:lnTo>
                    <a:pt x="42163" y="105155"/>
                  </a:lnTo>
                  <a:lnTo>
                    <a:pt x="42163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6"/>
                  </a:lnTo>
                  <a:lnTo>
                    <a:pt x="4699" y="148335"/>
                  </a:lnTo>
                  <a:lnTo>
                    <a:pt x="42163" y="148335"/>
                  </a:lnTo>
                  <a:lnTo>
                    <a:pt x="42163" y="169036"/>
                  </a:lnTo>
                  <a:lnTo>
                    <a:pt x="4699" y="169036"/>
                  </a:lnTo>
                  <a:lnTo>
                    <a:pt x="0" y="173735"/>
                  </a:lnTo>
                  <a:lnTo>
                    <a:pt x="0" y="185927"/>
                  </a:lnTo>
                  <a:lnTo>
                    <a:pt x="4699" y="190626"/>
                  </a:lnTo>
                  <a:lnTo>
                    <a:pt x="42163" y="190626"/>
                  </a:lnTo>
                  <a:lnTo>
                    <a:pt x="42163" y="211327"/>
                  </a:lnTo>
                  <a:lnTo>
                    <a:pt x="4699" y="211327"/>
                  </a:lnTo>
                  <a:lnTo>
                    <a:pt x="0" y="216026"/>
                  </a:lnTo>
                  <a:lnTo>
                    <a:pt x="0" y="228218"/>
                  </a:lnTo>
                  <a:lnTo>
                    <a:pt x="4699" y="232917"/>
                  </a:lnTo>
                  <a:lnTo>
                    <a:pt x="42163" y="232917"/>
                  </a:lnTo>
                  <a:lnTo>
                    <a:pt x="42163" y="253491"/>
                  </a:lnTo>
                  <a:lnTo>
                    <a:pt x="4699" y="253491"/>
                  </a:lnTo>
                  <a:lnTo>
                    <a:pt x="0" y="258190"/>
                  </a:lnTo>
                  <a:lnTo>
                    <a:pt x="0" y="270382"/>
                  </a:lnTo>
                  <a:lnTo>
                    <a:pt x="4699" y="275081"/>
                  </a:lnTo>
                  <a:lnTo>
                    <a:pt x="42163" y="275081"/>
                  </a:lnTo>
                  <a:lnTo>
                    <a:pt x="42163" y="285495"/>
                  </a:lnTo>
                  <a:lnTo>
                    <a:pt x="44630" y="297977"/>
                  </a:lnTo>
                  <a:lnTo>
                    <a:pt x="51323" y="308101"/>
                  </a:lnTo>
                  <a:lnTo>
                    <a:pt x="61184" y="314892"/>
                  </a:lnTo>
                  <a:lnTo>
                    <a:pt x="73151" y="317372"/>
                  </a:lnTo>
                  <a:lnTo>
                    <a:pt x="84328" y="317372"/>
                  </a:lnTo>
                  <a:lnTo>
                    <a:pt x="84328" y="354952"/>
                  </a:lnTo>
                  <a:lnTo>
                    <a:pt x="89026" y="359638"/>
                  </a:lnTo>
                  <a:lnTo>
                    <a:pt x="100330" y="359638"/>
                  </a:lnTo>
                  <a:lnTo>
                    <a:pt x="105029" y="354952"/>
                  </a:lnTo>
                  <a:lnTo>
                    <a:pt x="105029" y="314578"/>
                  </a:lnTo>
                  <a:lnTo>
                    <a:pt x="284099" y="314578"/>
                  </a:lnTo>
                  <a:lnTo>
                    <a:pt x="296580" y="312098"/>
                  </a:lnTo>
                  <a:lnTo>
                    <a:pt x="306705" y="305307"/>
                  </a:lnTo>
                  <a:lnTo>
                    <a:pt x="313495" y="295183"/>
                  </a:lnTo>
                  <a:lnTo>
                    <a:pt x="313553" y="294893"/>
                  </a:lnTo>
                  <a:lnTo>
                    <a:pt x="69342" y="294893"/>
                  </a:lnTo>
                  <a:lnTo>
                    <a:pt x="65659" y="290194"/>
                  </a:lnTo>
                  <a:lnTo>
                    <a:pt x="65659" y="69468"/>
                  </a:lnTo>
                  <a:lnTo>
                    <a:pt x="69342" y="64769"/>
                  </a:lnTo>
                  <a:lnTo>
                    <a:pt x="314108" y="64769"/>
                  </a:lnTo>
                  <a:lnTo>
                    <a:pt x="313495" y="61686"/>
                  </a:lnTo>
                  <a:lnTo>
                    <a:pt x="306705" y="51561"/>
                  </a:lnTo>
                  <a:lnTo>
                    <a:pt x="296580" y="44771"/>
                  </a:lnTo>
                  <a:lnTo>
                    <a:pt x="284099" y="42290"/>
                  </a:lnTo>
                  <a:close/>
                </a:path>
                <a:path w="358139" h="360045">
                  <a:moveTo>
                    <a:pt x="147193" y="314578"/>
                  </a:moveTo>
                  <a:lnTo>
                    <a:pt x="126619" y="314578"/>
                  </a:lnTo>
                  <a:lnTo>
                    <a:pt x="126619" y="352120"/>
                  </a:lnTo>
                  <a:lnTo>
                    <a:pt x="131191" y="356831"/>
                  </a:lnTo>
                  <a:lnTo>
                    <a:pt x="142494" y="356831"/>
                  </a:lnTo>
                  <a:lnTo>
                    <a:pt x="147193" y="352120"/>
                  </a:lnTo>
                  <a:lnTo>
                    <a:pt x="147193" y="314578"/>
                  </a:lnTo>
                  <a:close/>
                </a:path>
                <a:path w="358139" h="360045">
                  <a:moveTo>
                    <a:pt x="189357" y="314578"/>
                  </a:moveTo>
                  <a:lnTo>
                    <a:pt x="168783" y="314578"/>
                  </a:lnTo>
                  <a:lnTo>
                    <a:pt x="168783" y="352120"/>
                  </a:lnTo>
                  <a:lnTo>
                    <a:pt x="173482" y="356831"/>
                  </a:lnTo>
                  <a:lnTo>
                    <a:pt x="184658" y="356831"/>
                  </a:lnTo>
                  <a:lnTo>
                    <a:pt x="189357" y="352120"/>
                  </a:lnTo>
                  <a:lnTo>
                    <a:pt x="189357" y="314578"/>
                  </a:lnTo>
                  <a:close/>
                </a:path>
                <a:path w="358139" h="360045">
                  <a:moveTo>
                    <a:pt x="231521" y="314578"/>
                  </a:moveTo>
                  <a:lnTo>
                    <a:pt x="210947" y="314578"/>
                  </a:lnTo>
                  <a:lnTo>
                    <a:pt x="210947" y="352120"/>
                  </a:lnTo>
                  <a:lnTo>
                    <a:pt x="215646" y="356831"/>
                  </a:lnTo>
                  <a:lnTo>
                    <a:pt x="226949" y="356831"/>
                  </a:lnTo>
                  <a:lnTo>
                    <a:pt x="231521" y="352120"/>
                  </a:lnTo>
                  <a:lnTo>
                    <a:pt x="231521" y="314578"/>
                  </a:lnTo>
                  <a:close/>
                </a:path>
                <a:path w="358139" h="360045">
                  <a:moveTo>
                    <a:pt x="273812" y="314578"/>
                  </a:moveTo>
                  <a:lnTo>
                    <a:pt x="253111" y="314578"/>
                  </a:lnTo>
                  <a:lnTo>
                    <a:pt x="253111" y="352120"/>
                  </a:lnTo>
                  <a:lnTo>
                    <a:pt x="257810" y="356831"/>
                  </a:lnTo>
                  <a:lnTo>
                    <a:pt x="269113" y="356831"/>
                  </a:lnTo>
                  <a:lnTo>
                    <a:pt x="273812" y="352120"/>
                  </a:lnTo>
                  <a:lnTo>
                    <a:pt x="273812" y="314578"/>
                  </a:lnTo>
                  <a:close/>
                </a:path>
                <a:path w="358139" h="360045">
                  <a:moveTo>
                    <a:pt x="314108" y="64769"/>
                  </a:moveTo>
                  <a:lnTo>
                    <a:pt x="289687" y="64769"/>
                  </a:lnTo>
                  <a:lnTo>
                    <a:pt x="294386" y="69468"/>
                  </a:lnTo>
                  <a:lnTo>
                    <a:pt x="294386" y="290194"/>
                  </a:lnTo>
                  <a:lnTo>
                    <a:pt x="289687" y="294893"/>
                  </a:lnTo>
                  <a:lnTo>
                    <a:pt x="313553" y="294893"/>
                  </a:lnTo>
                  <a:lnTo>
                    <a:pt x="315975" y="282701"/>
                  </a:lnTo>
                  <a:lnTo>
                    <a:pt x="315975" y="272287"/>
                  </a:lnTo>
                  <a:lnTo>
                    <a:pt x="353441" y="272287"/>
                  </a:lnTo>
                  <a:lnTo>
                    <a:pt x="358140" y="267588"/>
                  </a:lnTo>
                  <a:lnTo>
                    <a:pt x="358140" y="256412"/>
                  </a:lnTo>
                  <a:lnTo>
                    <a:pt x="353441" y="251713"/>
                  </a:lnTo>
                  <a:lnTo>
                    <a:pt x="315975" y="251713"/>
                  </a:lnTo>
                  <a:lnTo>
                    <a:pt x="315975" y="230123"/>
                  </a:lnTo>
                  <a:lnTo>
                    <a:pt x="353441" y="230123"/>
                  </a:lnTo>
                  <a:lnTo>
                    <a:pt x="358140" y="225424"/>
                  </a:lnTo>
                  <a:lnTo>
                    <a:pt x="358140" y="213232"/>
                  </a:lnTo>
                  <a:lnTo>
                    <a:pt x="353441" y="208533"/>
                  </a:lnTo>
                  <a:lnTo>
                    <a:pt x="315975" y="208533"/>
                  </a:lnTo>
                  <a:lnTo>
                    <a:pt x="315975" y="187832"/>
                  </a:lnTo>
                  <a:lnTo>
                    <a:pt x="353441" y="187832"/>
                  </a:lnTo>
                  <a:lnTo>
                    <a:pt x="358140" y="183133"/>
                  </a:lnTo>
                  <a:lnTo>
                    <a:pt x="358140" y="170941"/>
                  </a:lnTo>
                  <a:lnTo>
                    <a:pt x="353441" y="166242"/>
                  </a:lnTo>
                  <a:lnTo>
                    <a:pt x="315975" y="166242"/>
                  </a:lnTo>
                  <a:lnTo>
                    <a:pt x="315975" y="145541"/>
                  </a:lnTo>
                  <a:lnTo>
                    <a:pt x="356235" y="145541"/>
                  </a:lnTo>
                  <a:lnTo>
                    <a:pt x="358140" y="143636"/>
                  </a:lnTo>
                  <a:lnTo>
                    <a:pt x="358140" y="131444"/>
                  </a:lnTo>
                  <a:lnTo>
                    <a:pt x="353441" y="126745"/>
                  </a:lnTo>
                  <a:lnTo>
                    <a:pt x="315975" y="126745"/>
                  </a:lnTo>
                  <a:lnTo>
                    <a:pt x="315975" y="105155"/>
                  </a:lnTo>
                  <a:lnTo>
                    <a:pt x="353441" y="105155"/>
                  </a:lnTo>
                  <a:lnTo>
                    <a:pt x="358140" y="100456"/>
                  </a:lnTo>
                  <a:lnTo>
                    <a:pt x="358140" y="89280"/>
                  </a:lnTo>
                  <a:lnTo>
                    <a:pt x="353441" y="84581"/>
                  </a:lnTo>
                  <a:lnTo>
                    <a:pt x="315975" y="84581"/>
                  </a:lnTo>
                  <a:lnTo>
                    <a:pt x="315975" y="74167"/>
                  </a:lnTo>
                  <a:lnTo>
                    <a:pt x="314108" y="64769"/>
                  </a:lnTo>
                  <a:close/>
                </a:path>
                <a:path w="358139" h="360045">
                  <a:moveTo>
                    <a:pt x="356235" y="145541"/>
                  </a:moveTo>
                  <a:lnTo>
                    <a:pt x="347853" y="145541"/>
                  </a:lnTo>
                  <a:lnTo>
                    <a:pt x="347853" y="148335"/>
                  </a:lnTo>
                  <a:lnTo>
                    <a:pt x="353441" y="148335"/>
                  </a:lnTo>
                  <a:lnTo>
                    <a:pt x="356235" y="145541"/>
                  </a:lnTo>
                  <a:close/>
                </a:path>
                <a:path w="358139" h="360045">
                  <a:moveTo>
                    <a:pt x="100330" y="0"/>
                  </a:moveTo>
                  <a:lnTo>
                    <a:pt x="89026" y="0"/>
                  </a:lnTo>
                  <a:lnTo>
                    <a:pt x="84328" y="4698"/>
                  </a:lnTo>
                  <a:lnTo>
                    <a:pt x="84328" y="42290"/>
                  </a:lnTo>
                  <a:lnTo>
                    <a:pt x="105029" y="42290"/>
                  </a:lnTo>
                  <a:lnTo>
                    <a:pt x="105029" y="4698"/>
                  </a:lnTo>
                  <a:lnTo>
                    <a:pt x="100330" y="0"/>
                  </a:lnTo>
                  <a:close/>
                </a:path>
                <a:path w="358139" h="360045">
                  <a:moveTo>
                    <a:pt x="142494" y="0"/>
                  </a:moveTo>
                  <a:lnTo>
                    <a:pt x="131191" y="0"/>
                  </a:lnTo>
                  <a:lnTo>
                    <a:pt x="126619" y="4698"/>
                  </a:lnTo>
                  <a:lnTo>
                    <a:pt x="126619" y="42290"/>
                  </a:lnTo>
                  <a:lnTo>
                    <a:pt x="147193" y="42290"/>
                  </a:lnTo>
                  <a:lnTo>
                    <a:pt x="147193" y="4698"/>
                  </a:lnTo>
                  <a:lnTo>
                    <a:pt x="142494" y="0"/>
                  </a:lnTo>
                  <a:close/>
                </a:path>
                <a:path w="358139" h="360045">
                  <a:moveTo>
                    <a:pt x="184658" y="0"/>
                  </a:moveTo>
                  <a:lnTo>
                    <a:pt x="173482" y="0"/>
                  </a:lnTo>
                  <a:lnTo>
                    <a:pt x="168783" y="4698"/>
                  </a:lnTo>
                  <a:lnTo>
                    <a:pt x="168783" y="42290"/>
                  </a:lnTo>
                  <a:lnTo>
                    <a:pt x="189357" y="42290"/>
                  </a:lnTo>
                  <a:lnTo>
                    <a:pt x="189357" y="4698"/>
                  </a:lnTo>
                  <a:lnTo>
                    <a:pt x="184658" y="0"/>
                  </a:lnTo>
                  <a:close/>
                </a:path>
                <a:path w="358139" h="360045">
                  <a:moveTo>
                    <a:pt x="226949" y="0"/>
                  </a:moveTo>
                  <a:lnTo>
                    <a:pt x="215646" y="0"/>
                  </a:lnTo>
                  <a:lnTo>
                    <a:pt x="210947" y="4698"/>
                  </a:lnTo>
                  <a:lnTo>
                    <a:pt x="210947" y="42290"/>
                  </a:lnTo>
                  <a:lnTo>
                    <a:pt x="231521" y="42290"/>
                  </a:lnTo>
                  <a:lnTo>
                    <a:pt x="231521" y="4698"/>
                  </a:lnTo>
                  <a:lnTo>
                    <a:pt x="226949" y="0"/>
                  </a:lnTo>
                  <a:close/>
                </a:path>
                <a:path w="358139" h="360045">
                  <a:moveTo>
                    <a:pt x="269113" y="0"/>
                  </a:moveTo>
                  <a:lnTo>
                    <a:pt x="257810" y="0"/>
                  </a:lnTo>
                  <a:lnTo>
                    <a:pt x="253111" y="4698"/>
                  </a:lnTo>
                  <a:lnTo>
                    <a:pt x="253111" y="42290"/>
                  </a:lnTo>
                  <a:lnTo>
                    <a:pt x="273812" y="42290"/>
                  </a:lnTo>
                  <a:lnTo>
                    <a:pt x="273812" y="4698"/>
                  </a:lnTo>
                  <a:lnTo>
                    <a:pt x="269113" y="0"/>
                  </a:lnTo>
                  <a:close/>
                </a:path>
              </a:pathLst>
            </a:custGeom>
            <a:solidFill>
              <a:srgbClr val="99D3FF">
                <a:alpha val="7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37147" y="3613403"/>
              <a:ext cx="188975" cy="18897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399275" y="3528059"/>
              <a:ext cx="358140" cy="360045"/>
            </a:xfrm>
            <a:custGeom>
              <a:avLst/>
              <a:gdLst/>
              <a:ahLst/>
              <a:cxnLst/>
              <a:rect l="l" t="t" r="r" b="b"/>
              <a:pathLst>
                <a:path w="358140" h="360045">
                  <a:moveTo>
                    <a:pt x="284099" y="42290"/>
                  </a:moveTo>
                  <a:lnTo>
                    <a:pt x="73151" y="42290"/>
                  </a:lnTo>
                  <a:lnTo>
                    <a:pt x="61184" y="44771"/>
                  </a:lnTo>
                  <a:lnTo>
                    <a:pt x="51323" y="51561"/>
                  </a:lnTo>
                  <a:lnTo>
                    <a:pt x="44630" y="61686"/>
                  </a:lnTo>
                  <a:lnTo>
                    <a:pt x="42163" y="74167"/>
                  </a:lnTo>
                  <a:lnTo>
                    <a:pt x="42163" y="84581"/>
                  </a:lnTo>
                  <a:lnTo>
                    <a:pt x="4699" y="84581"/>
                  </a:lnTo>
                  <a:lnTo>
                    <a:pt x="0" y="89280"/>
                  </a:lnTo>
                  <a:lnTo>
                    <a:pt x="0" y="100456"/>
                  </a:lnTo>
                  <a:lnTo>
                    <a:pt x="4699" y="105155"/>
                  </a:lnTo>
                  <a:lnTo>
                    <a:pt x="42163" y="105155"/>
                  </a:lnTo>
                  <a:lnTo>
                    <a:pt x="42163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6"/>
                  </a:lnTo>
                  <a:lnTo>
                    <a:pt x="4699" y="148335"/>
                  </a:lnTo>
                  <a:lnTo>
                    <a:pt x="42163" y="148335"/>
                  </a:lnTo>
                  <a:lnTo>
                    <a:pt x="42163" y="169036"/>
                  </a:lnTo>
                  <a:lnTo>
                    <a:pt x="4699" y="169036"/>
                  </a:lnTo>
                  <a:lnTo>
                    <a:pt x="0" y="173735"/>
                  </a:lnTo>
                  <a:lnTo>
                    <a:pt x="0" y="185927"/>
                  </a:lnTo>
                  <a:lnTo>
                    <a:pt x="4699" y="190626"/>
                  </a:lnTo>
                  <a:lnTo>
                    <a:pt x="42163" y="190626"/>
                  </a:lnTo>
                  <a:lnTo>
                    <a:pt x="42163" y="211327"/>
                  </a:lnTo>
                  <a:lnTo>
                    <a:pt x="4699" y="211327"/>
                  </a:lnTo>
                  <a:lnTo>
                    <a:pt x="0" y="216026"/>
                  </a:lnTo>
                  <a:lnTo>
                    <a:pt x="0" y="228218"/>
                  </a:lnTo>
                  <a:lnTo>
                    <a:pt x="4699" y="232917"/>
                  </a:lnTo>
                  <a:lnTo>
                    <a:pt x="42163" y="232917"/>
                  </a:lnTo>
                  <a:lnTo>
                    <a:pt x="42163" y="253491"/>
                  </a:lnTo>
                  <a:lnTo>
                    <a:pt x="4699" y="253491"/>
                  </a:lnTo>
                  <a:lnTo>
                    <a:pt x="0" y="258190"/>
                  </a:lnTo>
                  <a:lnTo>
                    <a:pt x="0" y="270382"/>
                  </a:lnTo>
                  <a:lnTo>
                    <a:pt x="4699" y="275081"/>
                  </a:lnTo>
                  <a:lnTo>
                    <a:pt x="42163" y="275081"/>
                  </a:lnTo>
                  <a:lnTo>
                    <a:pt x="42163" y="285495"/>
                  </a:lnTo>
                  <a:lnTo>
                    <a:pt x="44630" y="297977"/>
                  </a:lnTo>
                  <a:lnTo>
                    <a:pt x="51323" y="308102"/>
                  </a:lnTo>
                  <a:lnTo>
                    <a:pt x="61184" y="314892"/>
                  </a:lnTo>
                  <a:lnTo>
                    <a:pt x="73151" y="317372"/>
                  </a:lnTo>
                  <a:lnTo>
                    <a:pt x="84327" y="317372"/>
                  </a:lnTo>
                  <a:lnTo>
                    <a:pt x="84327" y="354952"/>
                  </a:lnTo>
                  <a:lnTo>
                    <a:pt x="89026" y="359638"/>
                  </a:lnTo>
                  <a:lnTo>
                    <a:pt x="100329" y="359638"/>
                  </a:lnTo>
                  <a:lnTo>
                    <a:pt x="105028" y="354952"/>
                  </a:lnTo>
                  <a:lnTo>
                    <a:pt x="105028" y="314578"/>
                  </a:lnTo>
                  <a:lnTo>
                    <a:pt x="284099" y="314578"/>
                  </a:lnTo>
                  <a:lnTo>
                    <a:pt x="296580" y="312098"/>
                  </a:lnTo>
                  <a:lnTo>
                    <a:pt x="306704" y="305307"/>
                  </a:lnTo>
                  <a:lnTo>
                    <a:pt x="313495" y="295183"/>
                  </a:lnTo>
                  <a:lnTo>
                    <a:pt x="313553" y="294893"/>
                  </a:lnTo>
                  <a:lnTo>
                    <a:pt x="69341" y="294893"/>
                  </a:lnTo>
                  <a:lnTo>
                    <a:pt x="65659" y="290194"/>
                  </a:lnTo>
                  <a:lnTo>
                    <a:pt x="65659" y="69468"/>
                  </a:lnTo>
                  <a:lnTo>
                    <a:pt x="69341" y="64769"/>
                  </a:lnTo>
                  <a:lnTo>
                    <a:pt x="314108" y="64769"/>
                  </a:lnTo>
                  <a:lnTo>
                    <a:pt x="313495" y="61686"/>
                  </a:lnTo>
                  <a:lnTo>
                    <a:pt x="306704" y="51561"/>
                  </a:lnTo>
                  <a:lnTo>
                    <a:pt x="296580" y="44771"/>
                  </a:lnTo>
                  <a:lnTo>
                    <a:pt x="284099" y="42290"/>
                  </a:lnTo>
                  <a:close/>
                </a:path>
                <a:path w="358140" h="360045">
                  <a:moveTo>
                    <a:pt x="147193" y="314578"/>
                  </a:moveTo>
                  <a:lnTo>
                    <a:pt x="126619" y="314578"/>
                  </a:lnTo>
                  <a:lnTo>
                    <a:pt x="126619" y="352120"/>
                  </a:lnTo>
                  <a:lnTo>
                    <a:pt x="131191" y="356831"/>
                  </a:lnTo>
                  <a:lnTo>
                    <a:pt x="142494" y="356831"/>
                  </a:lnTo>
                  <a:lnTo>
                    <a:pt x="147193" y="352120"/>
                  </a:lnTo>
                  <a:lnTo>
                    <a:pt x="147193" y="314578"/>
                  </a:lnTo>
                  <a:close/>
                </a:path>
                <a:path w="358140" h="360045">
                  <a:moveTo>
                    <a:pt x="189356" y="314578"/>
                  </a:moveTo>
                  <a:lnTo>
                    <a:pt x="168782" y="314578"/>
                  </a:lnTo>
                  <a:lnTo>
                    <a:pt x="168782" y="352120"/>
                  </a:lnTo>
                  <a:lnTo>
                    <a:pt x="173481" y="356831"/>
                  </a:lnTo>
                  <a:lnTo>
                    <a:pt x="184657" y="356831"/>
                  </a:lnTo>
                  <a:lnTo>
                    <a:pt x="189356" y="352120"/>
                  </a:lnTo>
                  <a:lnTo>
                    <a:pt x="189356" y="314578"/>
                  </a:lnTo>
                  <a:close/>
                </a:path>
                <a:path w="358140" h="360045">
                  <a:moveTo>
                    <a:pt x="231521" y="314578"/>
                  </a:moveTo>
                  <a:lnTo>
                    <a:pt x="210947" y="314578"/>
                  </a:lnTo>
                  <a:lnTo>
                    <a:pt x="210947" y="352120"/>
                  </a:lnTo>
                  <a:lnTo>
                    <a:pt x="215646" y="356831"/>
                  </a:lnTo>
                  <a:lnTo>
                    <a:pt x="226949" y="356831"/>
                  </a:lnTo>
                  <a:lnTo>
                    <a:pt x="231521" y="352120"/>
                  </a:lnTo>
                  <a:lnTo>
                    <a:pt x="231521" y="314578"/>
                  </a:lnTo>
                  <a:close/>
                </a:path>
                <a:path w="358140" h="360045">
                  <a:moveTo>
                    <a:pt x="273812" y="314578"/>
                  </a:moveTo>
                  <a:lnTo>
                    <a:pt x="253110" y="314578"/>
                  </a:lnTo>
                  <a:lnTo>
                    <a:pt x="253110" y="352120"/>
                  </a:lnTo>
                  <a:lnTo>
                    <a:pt x="257809" y="356831"/>
                  </a:lnTo>
                  <a:lnTo>
                    <a:pt x="269113" y="356831"/>
                  </a:lnTo>
                  <a:lnTo>
                    <a:pt x="273812" y="352120"/>
                  </a:lnTo>
                  <a:lnTo>
                    <a:pt x="273812" y="314578"/>
                  </a:lnTo>
                  <a:close/>
                </a:path>
                <a:path w="358140" h="360045">
                  <a:moveTo>
                    <a:pt x="314108" y="64769"/>
                  </a:moveTo>
                  <a:lnTo>
                    <a:pt x="289687" y="64769"/>
                  </a:lnTo>
                  <a:lnTo>
                    <a:pt x="294385" y="69468"/>
                  </a:lnTo>
                  <a:lnTo>
                    <a:pt x="294385" y="290194"/>
                  </a:lnTo>
                  <a:lnTo>
                    <a:pt x="289687" y="294893"/>
                  </a:lnTo>
                  <a:lnTo>
                    <a:pt x="313553" y="294893"/>
                  </a:lnTo>
                  <a:lnTo>
                    <a:pt x="315975" y="282701"/>
                  </a:lnTo>
                  <a:lnTo>
                    <a:pt x="315975" y="272287"/>
                  </a:lnTo>
                  <a:lnTo>
                    <a:pt x="353441" y="272287"/>
                  </a:lnTo>
                  <a:lnTo>
                    <a:pt x="358140" y="267588"/>
                  </a:lnTo>
                  <a:lnTo>
                    <a:pt x="358140" y="256412"/>
                  </a:lnTo>
                  <a:lnTo>
                    <a:pt x="353441" y="251713"/>
                  </a:lnTo>
                  <a:lnTo>
                    <a:pt x="315975" y="251713"/>
                  </a:lnTo>
                  <a:lnTo>
                    <a:pt x="315975" y="230123"/>
                  </a:lnTo>
                  <a:lnTo>
                    <a:pt x="353441" y="230123"/>
                  </a:lnTo>
                  <a:lnTo>
                    <a:pt x="358140" y="225424"/>
                  </a:lnTo>
                  <a:lnTo>
                    <a:pt x="358140" y="213232"/>
                  </a:lnTo>
                  <a:lnTo>
                    <a:pt x="353441" y="208533"/>
                  </a:lnTo>
                  <a:lnTo>
                    <a:pt x="315975" y="208533"/>
                  </a:lnTo>
                  <a:lnTo>
                    <a:pt x="315975" y="187832"/>
                  </a:lnTo>
                  <a:lnTo>
                    <a:pt x="353441" y="187832"/>
                  </a:lnTo>
                  <a:lnTo>
                    <a:pt x="358140" y="183133"/>
                  </a:lnTo>
                  <a:lnTo>
                    <a:pt x="358140" y="170941"/>
                  </a:lnTo>
                  <a:lnTo>
                    <a:pt x="353441" y="166242"/>
                  </a:lnTo>
                  <a:lnTo>
                    <a:pt x="315975" y="166242"/>
                  </a:lnTo>
                  <a:lnTo>
                    <a:pt x="315975" y="145541"/>
                  </a:lnTo>
                  <a:lnTo>
                    <a:pt x="356235" y="145541"/>
                  </a:lnTo>
                  <a:lnTo>
                    <a:pt x="358140" y="143636"/>
                  </a:lnTo>
                  <a:lnTo>
                    <a:pt x="358140" y="131444"/>
                  </a:lnTo>
                  <a:lnTo>
                    <a:pt x="353441" y="126745"/>
                  </a:lnTo>
                  <a:lnTo>
                    <a:pt x="315975" y="126745"/>
                  </a:lnTo>
                  <a:lnTo>
                    <a:pt x="315975" y="105155"/>
                  </a:lnTo>
                  <a:lnTo>
                    <a:pt x="353441" y="105155"/>
                  </a:lnTo>
                  <a:lnTo>
                    <a:pt x="358140" y="100456"/>
                  </a:lnTo>
                  <a:lnTo>
                    <a:pt x="358140" y="89280"/>
                  </a:lnTo>
                  <a:lnTo>
                    <a:pt x="353441" y="84581"/>
                  </a:lnTo>
                  <a:lnTo>
                    <a:pt x="315975" y="84581"/>
                  </a:lnTo>
                  <a:lnTo>
                    <a:pt x="315975" y="74167"/>
                  </a:lnTo>
                  <a:lnTo>
                    <a:pt x="314108" y="64769"/>
                  </a:lnTo>
                  <a:close/>
                </a:path>
                <a:path w="358140" h="360045">
                  <a:moveTo>
                    <a:pt x="356235" y="145541"/>
                  </a:moveTo>
                  <a:lnTo>
                    <a:pt x="347852" y="145541"/>
                  </a:lnTo>
                  <a:lnTo>
                    <a:pt x="347852" y="148335"/>
                  </a:lnTo>
                  <a:lnTo>
                    <a:pt x="353441" y="148335"/>
                  </a:lnTo>
                  <a:lnTo>
                    <a:pt x="356235" y="145541"/>
                  </a:lnTo>
                  <a:close/>
                </a:path>
                <a:path w="358140" h="360045">
                  <a:moveTo>
                    <a:pt x="100329" y="0"/>
                  </a:moveTo>
                  <a:lnTo>
                    <a:pt x="89026" y="0"/>
                  </a:lnTo>
                  <a:lnTo>
                    <a:pt x="84327" y="4698"/>
                  </a:lnTo>
                  <a:lnTo>
                    <a:pt x="84327" y="42290"/>
                  </a:lnTo>
                  <a:lnTo>
                    <a:pt x="105028" y="42290"/>
                  </a:lnTo>
                  <a:lnTo>
                    <a:pt x="105028" y="4698"/>
                  </a:lnTo>
                  <a:lnTo>
                    <a:pt x="100329" y="0"/>
                  </a:lnTo>
                  <a:close/>
                </a:path>
                <a:path w="358140" h="360045">
                  <a:moveTo>
                    <a:pt x="142494" y="0"/>
                  </a:moveTo>
                  <a:lnTo>
                    <a:pt x="131191" y="0"/>
                  </a:lnTo>
                  <a:lnTo>
                    <a:pt x="126619" y="4698"/>
                  </a:lnTo>
                  <a:lnTo>
                    <a:pt x="126619" y="42290"/>
                  </a:lnTo>
                  <a:lnTo>
                    <a:pt x="147193" y="42290"/>
                  </a:lnTo>
                  <a:lnTo>
                    <a:pt x="147193" y="4698"/>
                  </a:lnTo>
                  <a:lnTo>
                    <a:pt x="142494" y="0"/>
                  </a:lnTo>
                  <a:close/>
                </a:path>
                <a:path w="358140" h="360045">
                  <a:moveTo>
                    <a:pt x="184657" y="0"/>
                  </a:moveTo>
                  <a:lnTo>
                    <a:pt x="173481" y="0"/>
                  </a:lnTo>
                  <a:lnTo>
                    <a:pt x="168782" y="4698"/>
                  </a:lnTo>
                  <a:lnTo>
                    <a:pt x="168782" y="42290"/>
                  </a:lnTo>
                  <a:lnTo>
                    <a:pt x="189356" y="42290"/>
                  </a:lnTo>
                  <a:lnTo>
                    <a:pt x="189356" y="4698"/>
                  </a:lnTo>
                  <a:lnTo>
                    <a:pt x="184657" y="0"/>
                  </a:lnTo>
                  <a:close/>
                </a:path>
                <a:path w="358140" h="360045">
                  <a:moveTo>
                    <a:pt x="226949" y="0"/>
                  </a:moveTo>
                  <a:lnTo>
                    <a:pt x="215646" y="0"/>
                  </a:lnTo>
                  <a:lnTo>
                    <a:pt x="210947" y="4698"/>
                  </a:lnTo>
                  <a:lnTo>
                    <a:pt x="210947" y="42290"/>
                  </a:lnTo>
                  <a:lnTo>
                    <a:pt x="231521" y="42290"/>
                  </a:lnTo>
                  <a:lnTo>
                    <a:pt x="231521" y="4698"/>
                  </a:lnTo>
                  <a:lnTo>
                    <a:pt x="226949" y="0"/>
                  </a:lnTo>
                  <a:close/>
                </a:path>
                <a:path w="358140" h="360045">
                  <a:moveTo>
                    <a:pt x="269113" y="0"/>
                  </a:moveTo>
                  <a:lnTo>
                    <a:pt x="257809" y="0"/>
                  </a:lnTo>
                  <a:lnTo>
                    <a:pt x="253110" y="4698"/>
                  </a:lnTo>
                  <a:lnTo>
                    <a:pt x="253110" y="42290"/>
                  </a:lnTo>
                  <a:lnTo>
                    <a:pt x="273812" y="42290"/>
                  </a:lnTo>
                  <a:lnTo>
                    <a:pt x="273812" y="4698"/>
                  </a:lnTo>
                  <a:lnTo>
                    <a:pt x="269113" y="0"/>
                  </a:lnTo>
                  <a:close/>
                </a:path>
              </a:pathLst>
            </a:custGeom>
            <a:solidFill>
              <a:srgbClr val="99D3FF">
                <a:alpha val="7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84619" y="3611879"/>
              <a:ext cx="188975" cy="188975"/>
            </a:xfrm>
            <a:prstGeom prst="rect">
              <a:avLst/>
            </a:prstGeom>
          </p:spPr>
        </p:pic>
      </p:grpSp>
      <p:sp>
        <p:nvSpPr>
          <p:cNvPr id="24" name="object 24"/>
          <p:cNvSpPr/>
          <p:nvPr/>
        </p:nvSpPr>
        <p:spPr>
          <a:xfrm>
            <a:off x="4438675" y="2601937"/>
            <a:ext cx="488950" cy="662940"/>
          </a:xfrm>
          <a:custGeom>
            <a:avLst/>
            <a:gdLst/>
            <a:ahLst/>
            <a:cxnLst/>
            <a:rect l="l" t="t" r="r" b="b"/>
            <a:pathLst>
              <a:path w="488950" h="662939">
                <a:moveTo>
                  <a:pt x="488442" y="453542"/>
                </a:moveTo>
                <a:lnTo>
                  <a:pt x="479679" y="472033"/>
                </a:lnTo>
                <a:lnTo>
                  <a:pt x="454964" y="488696"/>
                </a:lnTo>
                <a:lnTo>
                  <a:pt x="436105" y="495668"/>
                </a:lnTo>
                <a:lnTo>
                  <a:pt x="436105" y="565188"/>
                </a:lnTo>
                <a:lnTo>
                  <a:pt x="436105" y="586130"/>
                </a:lnTo>
                <a:lnTo>
                  <a:pt x="429120" y="593102"/>
                </a:lnTo>
                <a:lnTo>
                  <a:pt x="408190" y="593102"/>
                </a:lnTo>
                <a:lnTo>
                  <a:pt x="401218" y="586130"/>
                </a:lnTo>
                <a:lnTo>
                  <a:pt x="401218" y="565188"/>
                </a:lnTo>
                <a:lnTo>
                  <a:pt x="408190" y="558215"/>
                </a:lnTo>
                <a:lnTo>
                  <a:pt x="429120" y="558215"/>
                </a:lnTo>
                <a:lnTo>
                  <a:pt x="436105" y="565188"/>
                </a:lnTo>
                <a:lnTo>
                  <a:pt x="436105" y="495668"/>
                </a:lnTo>
                <a:lnTo>
                  <a:pt x="416699" y="502831"/>
                </a:lnTo>
                <a:lnTo>
                  <a:pt x="367233" y="513765"/>
                </a:lnTo>
                <a:lnTo>
                  <a:pt x="308940" y="520814"/>
                </a:lnTo>
                <a:lnTo>
                  <a:pt x="244221" y="523328"/>
                </a:lnTo>
                <a:lnTo>
                  <a:pt x="179489" y="520814"/>
                </a:lnTo>
                <a:lnTo>
                  <a:pt x="121196" y="513765"/>
                </a:lnTo>
                <a:lnTo>
                  <a:pt x="71729" y="502831"/>
                </a:lnTo>
                <a:lnTo>
                  <a:pt x="33464" y="488696"/>
                </a:lnTo>
                <a:lnTo>
                  <a:pt x="0" y="453542"/>
                </a:lnTo>
                <a:lnTo>
                  <a:pt x="0" y="593102"/>
                </a:lnTo>
                <a:lnTo>
                  <a:pt x="33464" y="628256"/>
                </a:lnTo>
                <a:lnTo>
                  <a:pt x="71729" y="642391"/>
                </a:lnTo>
                <a:lnTo>
                  <a:pt x="121196" y="653326"/>
                </a:lnTo>
                <a:lnTo>
                  <a:pt x="179489" y="660374"/>
                </a:lnTo>
                <a:lnTo>
                  <a:pt x="244221" y="662889"/>
                </a:lnTo>
                <a:lnTo>
                  <a:pt x="308940" y="660374"/>
                </a:lnTo>
                <a:lnTo>
                  <a:pt x="367233" y="653326"/>
                </a:lnTo>
                <a:lnTo>
                  <a:pt x="416699" y="642391"/>
                </a:lnTo>
                <a:lnTo>
                  <a:pt x="454964" y="628256"/>
                </a:lnTo>
                <a:lnTo>
                  <a:pt x="488442" y="593102"/>
                </a:lnTo>
                <a:lnTo>
                  <a:pt x="488442" y="558215"/>
                </a:lnTo>
                <a:lnTo>
                  <a:pt x="488442" y="523328"/>
                </a:lnTo>
                <a:lnTo>
                  <a:pt x="488442" y="453542"/>
                </a:lnTo>
                <a:close/>
              </a:path>
              <a:path w="488950" h="662939">
                <a:moveTo>
                  <a:pt x="488442" y="279095"/>
                </a:moveTo>
                <a:lnTo>
                  <a:pt x="479679" y="297586"/>
                </a:lnTo>
                <a:lnTo>
                  <a:pt x="454964" y="314248"/>
                </a:lnTo>
                <a:lnTo>
                  <a:pt x="436105" y="321221"/>
                </a:lnTo>
                <a:lnTo>
                  <a:pt x="436105" y="390740"/>
                </a:lnTo>
                <a:lnTo>
                  <a:pt x="436105" y="411670"/>
                </a:lnTo>
                <a:lnTo>
                  <a:pt x="429120" y="418655"/>
                </a:lnTo>
                <a:lnTo>
                  <a:pt x="408190" y="418655"/>
                </a:lnTo>
                <a:lnTo>
                  <a:pt x="401218" y="411670"/>
                </a:lnTo>
                <a:lnTo>
                  <a:pt x="401218" y="390740"/>
                </a:lnTo>
                <a:lnTo>
                  <a:pt x="408190" y="383768"/>
                </a:lnTo>
                <a:lnTo>
                  <a:pt x="429120" y="383768"/>
                </a:lnTo>
                <a:lnTo>
                  <a:pt x="436105" y="390740"/>
                </a:lnTo>
                <a:lnTo>
                  <a:pt x="436105" y="321221"/>
                </a:lnTo>
                <a:lnTo>
                  <a:pt x="416699" y="328371"/>
                </a:lnTo>
                <a:lnTo>
                  <a:pt x="367233" y="339318"/>
                </a:lnTo>
                <a:lnTo>
                  <a:pt x="308940" y="346367"/>
                </a:lnTo>
                <a:lnTo>
                  <a:pt x="244221" y="348869"/>
                </a:lnTo>
                <a:lnTo>
                  <a:pt x="179489" y="346367"/>
                </a:lnTo>
                <a:lnTo>
                  <a:pt x="121196" y="339318"/>
                </a:lnTo>
                <a:lnTo>
                  <a:pt x="71729" y="328371"/>
                </a:lnTo>
                <a:lnTo>
                  <a:pt x="33464" y="314248"/>
                </a:lnTo>
                <a:lnTo>
                  <a:pt x="0" y="279095"/>
                </a:lnTo>
                <a:lnTo>
                  <a:pt x="0" y="418655"/>
                </a:lnTo>
                <a:lnTo>
                  <a:pt x="33464" y="453809"/>
                </a:lnTo>
                <a:lnTo>
                  <a:pt x="71729" y="467931"/>
                </a:lnTo>
                <a:lnTo>
                  <a:pt x="121196" y="478866"/>
                </a:lnTo>
                <a:lnTo>
                  <a:pt x="179489" y="485927"/>
                </a:lnTo>
                <a:lnTo>
                  <a:pt x="244221" y="488429"/>
                </a:lnTo>
                <a:lnTo>
                  <a:pt x="308940" y="485927"/>
                </a:lnTo>
                <a:lnTo>
                  <a:pt x="367233" y="478866"/>
                </a:lnTo>
                <a:lnTo>
                  <a:pt x="416699" y="467931"/>
                </a:lnTo>
                <a:lnTo>
                  <a:pt x="454964" y="453809"/>
                </a:lnTo>
                <a:lnTo>
                  <a:pt x="488442" y="418655"/>
                </a:lnTo>
                <a:lnTo>
                  <a:pt x="488442" y="383768"/>
                </a:lnTo>
                <a:lnTo>
                  <a:pt x="488442" y="348869"/>
                </a:lnTo>
                <a:lnTo>
                  <a:pt x="488442" y="279095"/>
                </a:lnTo>
                <a:close/>
              </a:path>
              <a:path w="488950" h="662939">
                <a:moveTo>
                  <a:pt x="488442" y="104648"/>
                </a:moveTo>
                <a:lnTo>
                  <a:pt x="479679" y="123139"/>
                </a:lnTo>
                <a:lnTo>
                  <a:pt x="454964" y="139788"/>
                </a:lnTo>
                <a:lnTo>
                  <a:pt x="436105" y="146761"/>
                </a:lnTo>
                <a:lnTo>
                  <a:pt x="436105" y="216293"/>
                </a:lnTo>
                <a:lnTo>
                  <a:pt x="436105" y="237223"/>
                </a:lnTo>
                <a:lnTo>
                  <a:pt x="429120" y="244208"/>
                </a:lnTo>
                <a:lnTo>
                  <a:pt x="408190" y="244208"/>
                </a:lnTo>
                <a:lnTo>
                  <a:pt x="401218" y="237223"/>
                </a:lnTo>
                <a:lnTo>
                  <a:pt x="401218" y="216293"/>
                </a:lnTo>
                <a:lnTo>
                  <a:pt x="408190" y="209321"/>
                </a:lnTo>
                <a:lnTo>
                  <a:pt x="429120" y="209321"/>
                </a:lnTo>
                <a:lnTo>
                  <a:pt x="436105" y="216293"/>
                </a:lnTo>
                <a:lnTo>
                  <a:pt x="436105" y="146761"/>
                </a:lnTo>
                <a:lnTo>
                  <a:pt x="416699" y="153924"/>
                </a:lnTo>
                <a:lnTo>
                  <a:pt x="367233" y="164858"/>
                </a:lnTo>
                <a:lnTo>
                  <a:pt x="308940" y="171919"/>
                </a:lnTo>
                <a:lnTo>
                  <a:pt x="244221" y="174421"/>
                </a:lnTo>
                <a:lnTo>
                  <a:pt x="179489" y="171919"/>
                </a:lnTo>
                <a:lnTo>
                  <a:pt x="121196" y="164858"/>
                </a:lnTo>
                <a:lnTo>
                  <a:pt x="71729" y="153924"/>
                </a:lnTo>
                <a:lnTo>
                  <a:pt x="33464" y="139788"/>
                </a:lnTo>
                <a:lnTo>
                  <a:pt x="0" y="104648"/>
                </a:lnTo>
                <a:lnTo>
                  <a:pt x="0" y="244208"/>
                </a:lnTo>
                <a:lnTo>
                  <a:pt x="33464" y="279349"/>
                </a:lnTo>
                <a:lnTo>
                  <a:pt x="71729" y="293484"/>
                </a:lnTo>
                <a:lnTo>
                  <a:pt x="121196" y="304419"/>
                </a:lnTo>
                <a:lnTo>
                  <a:pt x="179489" y="311480"/>
                </a:lnTo>
                <a:lnTo>
                  <a:pt x="244221" y="313982"/>
                </a:lnTo>
                <a:lnTo>
                  <a:pt x="308940" y="311480"/>
                </a:lnTo>
                <a:lnTo>
                  <a:pt x="367233" y="304419"/>
                </a:lnTo>
                <a:lnTo>
                  <a:pt x="416699" y="293484"/>
                </a:lnTo>
                <a:lnTo>
                  <a:pt x="454964" y="279349"/>
                </a:lnTo>
                <a:lnTo>
                  <a:pt x="488442" y="244208"/>
                </a:lnTo>
                <a:lnTo>
                  <a:pt x="488442" y="209321"/>
                </a:lnTo>
                <a:lnTo>
                  <a:pt x="488442" y="174421"/>
                </a:lnTo>
                <a:lnTo>
                  <a:pt x="488442" y="104648"/>
                </a:lnTo>
                <a:close/>
              </a:path>
              <a:path w="488950" h="662939">
                <a:moveTo>
                  <a:pt x="488442" y="69761"/>
                </a:moveTo>
                <a:lnTo>
                  <a:pt x="455091" y="34544"/>
                </a:lnTo>
                <a:lnTo>
                  <a:pt x="416902" y="20434"/>
                </a:lnTo>
                <a:lnTo>
                  <a:pt x="367474" y="9525"/>
                </a:lnTo>
                <a:lnTo>
                  <a:pt x="309143" y="2501"/>
                </a:lnTo>
                <a:lnTo>
                  <a:pt x="244221" y="0"/>
                </a:lnTo>
                <a:lnTo>
                  <a:pt x="179298" y="2501"/>
                </a:lnTo>
                <a:lnTo>
                  <a:pt x="120954" y="9525"/>
                </a:lnTo>
                <a:lnTo>
                  <a:pt x="71526" y="20434"/>
                </a:lnTo>
                <a:lnTo>
                  <a:pt x="33337" y="34544"/>
                </a:lnTo>
                <a:lnTo>
                  <a:pt x="0" y="69761"/>
                </a:lnTo>
                <a:lnTo>
                  <a:pt x="8724" y="88303"/>
                </a:lnTo>
                <a:lnTo>
                  <a:pt x="71526" y="119100"/>
                </a:lnTo>
                <a:lnTo>
                  <a:pt x="120954" y="130009"/>
                </a:lnTo>
                <a:lnTo>
                  <a:pt x="179298" y="137045"/>
                </a:lnTo>
                <a:lnTo>
                  <a:pt x="244221" y="139534"/>
                </a:lnTo>
                <a:lnTo>
                  <a:pt x="309143" y="137045"/>
                </a:lnTo>
                <a:lnTo>
                  <a:pt x="367474" y="130009"/>
                </a:lnTo>
                <a:lnTo>
                  <a:pt x="416902" y="119100"/>
                </a:lnTo>
                <a:lnTo>
                  <a:pt x="455091" y="104978"/>
                </a:lnTo>
                <a:lnTo>
                  <a:pt x="488442" y="69761"/>
                </a:lnTo>
                <a:close/>
              </a:path>
            </a:pathLst>
          </a:custGeom>
          <a:solidFill>
            <a:srgbClr val="66BE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57427" y="1472183"/>
            <a:ext cx="1072134" cy="345186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843178" y="1500327"/>
            <a:ext cx="8896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scources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63523" y="1728216"/>
            <a:ext cx="2153920" cy="982980"/>
            <a:chOff x="763523" y="1728216"/>
            <a:chExt cx="2153920" cy="982980"/>
          </a:xfrm>
        </p:grpSpPr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63523" y="1728216"/>
              <a:ext cx="425195" cy="98298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26463" y="2074138"/>
              <a:ext cx="1490472" cy="22252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73707" y="2107692"/>
              <a:ext cx="1399031" cy="11887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473707" y="2107692"/>
              <a:ext cx="1399540" cy="119380"/>
            </a:xfrm>
            <a:custGeom>
              <a:avLst/>
              <a:gdLst/>
              <a:ahLst/>
              <a:cxnLst/>
              <a:rect l="l" t="t" r="r" b="b"/>
              <a:pathLst>
                <a:path w="1399539" h="119380">
                  <a:moveTo>
                    <a:pt x="0" y="29718"/>
                  </a:moveTo>
                  <a:lnTo>
                    <a:pt x="1339596" y="29718"/>
                  </a:lnTo>
                  <a:lnTo>
                    <a:pt x="1339596" y="0"/>
                  </a:lnTo>
                  <a:lnTo>
                    <a:pt x="1399031" y="59435"/>
                  </a:lnTo>
                  <a:lnTo>
                    <a:pt x="1339596" y="118871"/>
                  </a:lnTo>
                  <a:lnTo>
                    <a:pt x="1339596" y="89153"/>
                  </a:lnTo>
                  <a:lnTo>
                    <a:pt x="0" y="89153"/>
                  </a:lnTo>
                  <a:lnTo>
                    <a:pt x="0" y="29718"/>
                  </a:lnTo>
                  <a:close/>
                </a:path>
              </a:pathLst>
            </a:custGeom>
            <a:ln w="9524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859407" y="1862073"/>
            <a:ext cx="5105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ETL/ELT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603067" y="791591"/>
            <a:ext cx="145830" cy="199098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656588" y="3390900"/>
            <a:ext cx="659892" cy="342900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519427" y="3845052"/>
            <a:ext cx="838199" cy="246887"/>
          </a:xfrm>
          <a:prstGeom prst="rect">
            <a:avLst/>
          </a:prstGeom>
        </p:spPr>
      </p:pic>
      <p:grpSp>
        <p:nvGrpSpPr>
          <p:cNvPr id="36" name="object 36"/>
          <p:cNvGrpSpPr/>
          <p:nvPr/>
        </p:nvGrpSpPr>
        <p:grpSpPr>
          <a:xfrm>
            <a:off x="1583436" y="2212848"/>
            <a:ext cx="1015365" cy="530860"/>
            <a:chOff x="1583436" y="2212848"/>
            <a:chExt cx="1015365" cy="530860"/>
          </a:xfrm>
        </p:grpSpPr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83436" y="2372868"/>
              <a:ext cx="1014984" cy="37033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911095" y="2212848"/>
              <a:ext cx="492251" cy="246887"/>
            </a:xfrm>
            <a:prstGeom prst="rect">
              <a:avLst/>
            </a:prstGeom>
          </p:spPr>
        </p:pic>
      </p:grpSp>
      <p:pic>
        <p:nvPicPr>
          <p:cNvPr id="39" name="object 3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935723" y="3531108"/>
            <a:ext cx="1522476" cy="316992"/>
          </a:xfrm>
          <a:prstGeom prst="rect">
            <a:avLst/>
          </a:prstGeom>
        </p:spPr>
      </p:pic>
      <p:grpSp>
        <p:nvGrpSpPr>
          <p:cNvPr id="40" name="object 40"/>
          <p:cNvGrpSpPr/>
          <p:nvPr/>
        </p:nvGrpSpPr>
        <p:grpSpPr>
          <a:xfrm>
            <a:off x="6874764" y="1661160"/>
            <a:ext cx="951230" cy="1183005"/>
            <a:chOff x="6874764" y="1661160"/>
            <a:chExt cx="951230" cy="1183005"/>
          </a:xfrm>
        </p:grpSpPr>
        <p:pic>
          <p:nvPicPr>
            <p:cNvPr id="41" name="object 4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874764" y="1892808"/>
              <a:ext cx="950976" cy="95097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075932" y="1661160"/>
              <a:ext cx="463296" cy="463295"/>
            </a:xfrm>
            <a:prstGeom prst="rect">
              <a:avLst/>
            </a:prstGeom>
          </p:spPr>
        </p:pic>
      </p:grpSp>
      <p:grpSp>
        <p:nvGrpSpPr>
          <p:cNvPr id="43" name="object 43"/>
          <p:cNvGrpSpPr/>
          <p:nvPr/>
        </p:nvGrpSpPr>
        <p:grpSpPr>
          <a:xfrm>
            <a:off x="2997707" y="1627632"/>
            <a:ext cx="3061970" cy="2070100"/>
            <a:chOff x="2997707" y="1627632"/>
            <a:chExt cx="3061970" cy="2070100"/>
          </a:xfrm>
        </p:grpSpPr>
        <p:sp>
          <p:nvSpPr>
            <p:cNvPr id="44" name="object 44"/>
            <p:cNvSpPr/>
            <p:nvPr/>
          </p:nvSpPr>
          <p:spPr>
            <a:xfrm>
              <a:off x="2997707" y="2008632"/>
              <a:ext cx="358140" cy="360045"/>
            </a:xfrm>
            <a:custGeom>
              <a:avLst/>
              <a:gdLst/>
              <a:ahLst/>
              <a:cxnLst/>
              <a:rect l="l" t="t" r="r" b="b"/>
              <a:pathLst>
                <a:path w="358139" h="360044">
                  <a:moveTo>
                    <a:pt x="284099" y="42291"/>
                  </a:moveTo>
                  <a:lnTo>
                    <a:pt x="73152" y="42291"/>
                  </a:lnTo>
                  <a:lnTo>
                    <a:pt x="61184" y="44771"/>
                  </a:lnTo>
                  <a:lnTo>
                    <a:pt x="51323" y="51562"/>
                  </a:lnTo>
                  <a:lnTo>
                    <a:pt x="44630" y="61686"/>
                  </a:lnTo>
                  <a:lnTo>
                    <a:pt x="42164" y="74168"/>
                  </a:lnTo>
                  <a:lnTo>
                    <a:pt x="42164" y="84581"/>
                  </a:lnTo>
                  <a:lnTo>
                    <a:pt x="4699" y="84581"/>
                  </a:lnTo>
                  <a:lnTo>
                    <a:pt x="0" y="89281"/>
                  </a:lnTo>
                  <a:lnTo>
                    <a:pt x="0" y="100456"/>
                  </a:lnTo>
                  <a:lnTo>
                    <a:pt x="4699" y="105156"/>
                  </a:lnTo>
                  <a:lnTo>
                    <a:pt x="42164" y="105156"/>
                  </a:lnTo>
                  <a:lnTo>
                    <a:pt x="42164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7"/>
                  </a:lnTo>
                  <a:lnTo>
                    <a:pt x="4699" y="148336"/>
                  </a:lnTo>
                  <a:lnTo>
                    <a:pt x="42164" y="148336"/>
                  </a:lnTo>
                  <a:lnTo>
                    <a:pt x="42164" y="169037"/>
                  </a:lnTo>
                  <a:lnTo>
                    <a:pt x="4699" y="169037"/>
                  </a:lnTo>
                  <a:lnTo>
                    <a:pt x="0" y="173736"/>
                  </a:lnTo>
                  <a:lnTo>
                    <a:pt x="0" y="185928"/>
                  </a:lnTo>
                  <a:lnTo>
                    <a:pt x="4699" y="190626"/>
                  </a:lnTo>
                  <a:lnTo>
                    <a:pt x="42164" y="190626"/>
                  </a:lnTo>
                  <a:lnTo>
                    <a:pt x="42164" y="211328"/>
                  </a:lnTo>
                  <a:lnTo>
                    <a:pt x="4699" y="211328"/>
                  </a:lnTo>
                  <a:lnTo>
                    <a:pt x="0" y="216026"/>
                  </a:lnTo>
                  <a:lnTo>
                    <a:pt x="0" y="228219"/>
                  </a:lnTo>
                  <a:lnTo>
                    <a:pt x="4699" y="232918"/>
                  </a:lnTo>
                  <a:lnTo>
                    <a:pt x="42164" y="232918"/>
                  </a:lnTo>
                  <a:lnTo>
                    <a:pt x="42164" y="253492"/>
                  </a:lnTo>
                  <a:lnTo>
                    <a:pt x="4699" y="253492"/>
                  </a:lnTo>
                  <a:lnTo>
                    <a:pt x="0" y="258191"/>
                  </a:lnTo>
                  <a:lnTo>
                    <a:pt x="0" y="270382"/>
                  </a:lnTo>
                  <a:lnTo>
                    <a:pt x="4699" y="275081"/>
                  </a:lnTo>
                  <a:lnTo>
                    <a:pt x="42164" y="275081"/>
                  </a:lnTo>
                  <a:lnTo>
                    <a:pt x="42164" y="285495"/>
                  </a:lnTo>
                  <a:lnTo>
                    <a:pt x="44630" y="297977"/>
                  </a:lnTo>
                  <a:lnTo>
                    <a:pt x="51323" y="308101"/>
                  </a:lnTo>
                  <a:lnTo>
                    <a:pt x="61184" y="314892"/>
                  </a:lnTo>
                  <a:lnTo>
                    <a:pt x="73152" y="317373"/>
                  </a:lnTo>
                  <a:lnTo>
                    <a:pt x="84328" y="317373"/>
                  </a:lnTo>
                  <a:lnTo>
                    <a:pt x="84328" y="354965"/>
                  </a:lnTo>
                  <a:lnTo>
                    <a:pt x="89027" y="359663"/>
                  </a:lnTo>
                  <a:lnTo>
                    <a:pt x="100330" y="359663"/>
                  </a:lnTo>
                  <a:lnTo>
                    <a:pt x="105029" y="354965"/>
                  </a:lnTo>
                  <a:lnTo>
                    <a:pt x="105029" y="314579"/>
                  </a:lnTo>
                  <a:lnTo>
                    <a:pt x="284099" y="314579"/>
                  </a:lnTo>
                  <a:lnTo>
                    <a:pt x="296580" y="312098"/>
                  </a:lnTo>
                  <a:lnTo>
                    <a:pt x="306705" y="305307"/>
                  </a:lnTo>
                  <a:lnTo>
                    <a:pt x="313495" y="295183"/>
                  </a:lnTo>
                  <a:lnTo>
                    <a:pt x="313553" y="294894"/>
                  </a:lnTo>
                  <a:lnTo>
                    <a:pt x="69342" y="294894"/>
                  </a:lnTo>
                  <a:lnTo>
                    <a:pt x="65659" y="290194"/>
                  </a:lnTo>
                  <a:lnTo>
                    <a:pt x="65659" y="69468"/>
                  </a:lnTo>
                  <a:lnTo>
                    <a:pt x="69342" y="64769"/>
                  </a:lnTo>
                  <a:lnTo>
                    <a:pt x="314108" y="64769"/>
                  </a:lnTo>
                  <a:lnTo>
                    <a:pt x="313495" y="61686"/>
                  </a:lnTo>
                  <a:lnTo>
                    <a:pt x="306705" y="51562"/>
                  </a:lnTo>
                  <a:lnTo>
                    <a:pt x="296580" y="44771"/>
                  </a:lnTo>
                  <a:lnTo>
                    <a:pt x="284099" y="42291"/>
                  </a:lnTo>
                  <a:close/>
                </a:path>
                <a:path w="358139" h="360044">
                  <a:moveTo>
                    <a:pt x="147193" y="314579"/>
                  </a:moveTo>
                  <a:lnTo>
                    <a:pt x="126618" y="314579"/>
                  </a:lnTo>
                  <a:lnTo>
                    <a:pt x="126618" y="352170"/>
                  </a:lnTo>
                  <a:lnTo>
                    <a:pt x="131191" y="356869"/>
                  </a:lnTo>
                  <a:lnTo>
                    <a:pt x="142494" y="356869"/>
                  </a:lnTo>
                  <a:lnTo>
                    <a:pt x="147193" y="352170"/>
                  </a:lnTo>
                  <a:lnTo>
                    <a:pt x="147193" y="314579"/>
                  </a:lnTo>
                  <a:close/>
                </a:path>
                <a:path w="358139" h="360044">
                  <a:moveTo>
                    <a:pt x="189356" y="314579"/>
                  </a:moveTo>
                  <a:lnTo>
                    <a:pt x="168783" y="314579"/>
                  </a:lnTo>
                  <a:lnTo>
                    <a:pt x="168783" y="352170"/>
                  </a:lnTo>
                  <a:lnTo>
                    <a:pt x="173481" y="356869"/>
                  </a:lnTo>
                  <a:lnTo>
                    <a:pt x="184658" y="356869"/>
                  </a:lnTo>
                  <a:lnTo>
                    <a:pt x="189356" y="352170"/>
                  </a:lnTo>
                  <a:lnTo>
                    <a:pt x="189356" y="314579"/>
                  </a:lnTo>
                  <a:close/>
                </a:path>
                <a:path w="358139" h="360044">
                  <a:moveTo>
                    <a:pt x="231521" y="314579"/>
                  </a:moveTo>
                  <a:lnTo>
                    <a:pt x="210947" y="314579"/>
                  </a:lnTo>
                  <a:lnTo>
                    <a:pt x="210947" y="352170"/>
                  </a:lnTo>
                  <a:lnTo>
                    <a:pt x="215646" y="356869"/>
                  </a:lnTo>
                  <a:lnTo>
                    <a:pt x="226949" y="356869"/>
                  </a:lnTo>
                  <a:lnTo>
                    <a:pt x="231521" y="352170"/>
                  </a:lnTo>
                  <a:lnTo>
                    <a:pt x="231521" y="314579"/>
                  </a:lnTo>
                  <a:close/>
                </a:path>
                <a:path w="358139" h="360044">
                  <a:moveTo>
                    <a:pt x="273812" y="314579"/>
                  </a:moveTo>
                  <a:lnTo>
                    <a:pt x="253111" y="314579"/>
                  </a:lnTo>
                  <a:lnTo>
                    <a:pt x="253111" y="352170"/>
                  </a:lnTo>
                  <a:lnTo>
                    <a:pt x="257809" y="356869"/>
                  </a:lnTo>
                  <a:lnTo>
                    <a:pt x="269113" y="356869"/>
                  </a:lnTo>
                  <a:lnTo>
                    <a:pt x="273812" y="352170"/>
                  </a:lnTo>
                  <a:lnTo>
                    <a:pt x="273812" y="314579"/>
                  </a:lnTo>
                  <a:close/>
                </a:path>
                <a:path w="358139" h="360044">
                  <a:moveTo>
                    <a:pt x="314108" y="64769"/>
                  </a:moveTo>
                  <a:lnTo>
                    <a:pt x="289687" y="64769"/>
                  </a:lnTo>
                  <a:lnTo>
                    <a:pt x="294386" y="69468"/>
                  </a:lnTo>
                  <a:lnTo>
                    <a:pt x="294386" y="290194"/>
                  </a:lnTo>
                  <a:lnTo>
                    <a:pt x="289687" y="294894"/>
                  </a:lnTo>
                  <a:lnTo>
                    <a:pt x="313553" y="294894"/>
                  </a:lnTo>
                  <a:lnTo>
                    <a:pt x="315976" y="282701"/>
                  </a:lnTo>
                  <a:lnTo>
                    <a:pt x="315976" y="272288"/>
                  </a:lnTo>
                  <a:lnTo>
                    <a:pt x="353441" y="272288"/>
                  </a:lnTo>
                  <a:lnTo>
                    <a:pt x="358140" y="267588"/>
                  </a:lnTo>
                  <a:lnTo>
                    <a:pt x="358140" y="256412"/>
                  </a:lnTo>
                  <a:lnTo>
                    <a:pt x="353441" y="251713"/>
                  </a:lnTo>
                  <a:lnTo>
                    <a:pt x="315976" y="251713"/>
                  </a:lnTo>
                  <a:lnTo>
                    <a:pt x="315976" y="230124"/>
                  </a:lnTo>
                  <a:lnTo>
                    <a:pt x="353441" y="230124"/>
                  </a:lnTo>
                  <a:lnTo>
                    <a:pt x="358140" y="225425"/>
                  </a:lnTo>
                  <a:lnTo>
                    <a:pt x="358140" y="213232"/>
                  </a:lnTo>
                  <a:lnTo>
                    <a:pt x="353441" y="208534"/>
                  </a:lnTo>
                  <a:lnTo>
                    <a:pt x="315976" y="208534"/>
                  </a:lnTo>
                  <a:lnTo>
                    <a:pt x="315976" y="187832"/>
                  </a:lnTo>
                  <a:lnTo>
                    <a:pt x="353441" y="187832"/>
                  </a:lnTo>
                  <a:lnTo>
                    <a:pt x="358140" y="183134"/>
                  </a:lnTo>
                  <a:lnTo>
                    <a:pt x="358140" y="170942"/>
                  </a:lnTo>
                  <a:lnTo>
                    <a:pt x="353441" y="166243"/>
                  </a:lnTo>
                  <a:lnTo>
                    <a:pt x="315976" y="166243"/>
                  </a:lnTo>
                  <a:lnTo>
                    <a:pt x="315976" y="145542"/>
                  </a:lnTo>
                  <a:lnTo>
                    <a:pt x="356235" y="145542"/>
                  </a:lnTo>
                  <a:lnTo>
                    <a:pt x="358140" y="143637"/>
                  </a:lnTo>
                  <a:lnTo>
                    <a:pt x="358140" y="131444"/>
                  </a:lnTo>
                  <a:lnTo>
                    <a:pt x="353441" y="126745"/>
                  </a:lnTo>
                  <a:lnTo>
                    <a:pt x="315976" y="126745"/>
                  </a:lnTo>
                  <a:lnTo>
                    <a:pt x="315976" y="105156"/>
                  </a:lnTo>
                  <a:lnTo>
                    <a:pt x="353441" y="105156"/>
                  </a:lnTo>
                  <a:lnTo>
                    <a:pt x="358140" y="100456"/>
                  </a:lnTo>
                  <a:lnTo>
                    <a:pt x="358140" y="89281"/>
                  </a:lnTo>
                  <a:lnTo>
                    <a:pt x="353441" y="84581"/>
                  </a:lnTo>
                  <a:lnTo>
                    <a:pt x="315976" y="84581"/>
                  </a:lnTo>
                  <a:lnTo>
                    <a:pt x="315976" y="74168"/>
                  </a:lnTo>
                  <a:lnTo>
                    <a:pt x="314108" y="64769"/>
                  </a:lnTo>
                  <a:close/>
                </a:path>
                <a:path w="358139" h="360044">
                  <a:moveTo>
                    <a:pt x="356235" y="145542"/>
                  </a:moveTo>
                  <a:lnTo>
                    <a:pt x="347853" y="145542"/>
                  </a:lnTo>
                  <a:lnTo>
                    <a:pt x="347853" y="148336"/>
                  </a:lnTo>
                  <a:lnTo>
                    <a:pt x="353441" y="148336"/>
                  </a:lnTo>
                  <a:lnTo>
                    <a:pt x="356235" y="145542"/>
                  </a:lnTo>
                  <a:close/>
                </a:path>
                <a:path w="358139" h="360044">
                  <a:moveTo>
                    <a:pt x="100330" y="0"/>
                  </a:moveTo>
                  <a:lnTo>
                    <a:pt x="89027" y="0"/>
                  </a:lnTo>
                  <a:lnTo>
                    <a:pt x="84328" y="4699"/>
                  </a:lnTo>
                  <a:lnTo>
                    <a:pt x="84328" y="42291"/>
                  </a:lnTo>
                  <a:lnTo>
                    <a:pt x="105029" y="42291"/>
                  </a:lnTo>
                  <a:lnTo>
                    <a:pt x="105029" y="4699"/>
                  </a:lnTo>
                  <a:lnTo>
                    <a:pt x="100330" y="0"/>
                  </a:lnTo>
                  <a:close/>
                </a:path>
                <a:path w="358139" h="360044">
                  <a:moveTo>
                    <a:pt x="142494" y="0"/>
                  </a:moveTo>
                  <a:lnTo>
                    <a:pt x="131191" y="0"/>
                  </a:lnTo>
                  <a:lnTo>
                    <a:pt x="126618" y="4699"/>
                  </a:lnTo>
                  <a:lnTo>
                    <a:pt x="126618" y="42291"/>
                  </a:lnTo>
                  <a:lnTo>
                    <a:pt x="147193" y="42291"/>
                  </a:lnTo>
                  <a:lnTo>
                    <a:pt x="147193" y="4699"/>
                  </a:lnTo>
                  <a:lnTo>
                    <a:pt x="142494" y="0"/>
                  </a:lnTo>
                  <a:close/>
                </a:path>
                <a:path w="358139" h="360044">
                  <a:moveTo>
                    <a:pt x="184658" y="0"/>
                  </a:moveTo>
                  <a:lnTo>
                    <a:pt x="173481" y="0"/>
                  </a:lnTo>
                  <a:lnTo>
                    <a:pt x="168783" y="4699"/>
                  </a:lnTo>
                  <a:lnTo>
                    <a:pt x="168783" y="42291"/>
                  </a:lnTo>
                  <a:lnTo>
                    <a:pt x="189356" y="42291"/>
                  </a:lnTo>
                  <a:lnTo>
                    <a:pt x="189356" y="4699"/>
                  </a:lnTo>
                  <a:lnTo>
                    <a:pt x="184658" y="0"/>
                  </a:lnTo>
                  <a:close/>
                </a:path>
                <a:path w="358139" h="360044">
                  <a:moveTo>
                    <a:pt x="226949" y="0"/>
                  </a:moveTo>
                  <a:lnTo>
                    <a:pt x="215646" y="0"/>
                  </a:lnTo>
                  <a:lnTo>
                    <a:pt x="210947" y="4699"/>
                  </a:lnTo>
                  <a:lnTo>
                    <a:pt x="210947" y="42291"/>
                  </a:lnTo>
                  <a:lnTo>
                    <a:pt x="231521" y="42291"/>
                  </a:lnTo>
                  <a:lnTo>
                    <a:pt x="231521" y="4699"/>
                  </a:lnTo>
                  <a:lnTo>
                    <a:pt x="226949" y="0"/>
                  </a:lnTo>
                  <a:close/>
                </a:path>
                <a:path w="358139" h="360044">
                  <a:moveTo>
                    <a:pt x="269113" y="0"/>
                  </a:moveTo>
                  <a:lnTo>
                    <a:pt x="257809" y="0"/>
                  </a:lnTo>
                  <a:lnTo>
                    <a:pt x="253111" y="4699"/>
                  </a:lnTo>
                  <a:lnTo>
                    <a:pt x="253111" y="42291"/>
                  </a:lnTo>
                  <a:lnTo>
                    <a:pt x="273812" y="42291"/>
                  </a:lnTo>
                  <a:lnTo>
                    <a:pt x="273812" y="4699"/>
                  </a:lnTo>
                  <a:lnTo>
                    <a:pt x="269113" y="0"/>
                  </a:lnTo>
                  <a:close/>
                </a:path>
              </a:pathLst>
            </a:custGeom>
            <a:solidFill>
              <a:srgbClr val="99D3FF">
                <a:alpha val="7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083051" y="2092452"/>
              <a:ext cx="188975" cy="18897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770119" y="2253996"/>
              <a:ext cx="1258824" cy="73609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819141" y="2284349"/>
              <a:ext cx="1165860" cy="640461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819141" y="2284349"/>
              <a:ext cx="1165860" cy="640715"/>
            </a:xfrm>
            <a:custGeom>
              <a:avLst/>
              <a:gdLst/>
              <a:ahLst/>
              <a:cxnLst/>
              <a:rect l="l" t="t" r="r" b="b"/>
              <a:pathLst>
                <a:path w="1165860" h="640714">
                  <a:moveTo>
                    <a:pt x="0" y="584707"/>
                  </a:moveTo>
                  <a:lnTo>
                    <a:pt x="1095883" y="27939"/>
                  </a:lnTo>
                  <a:lnTo>
                    <a:pt x="1081659" y="0"/>
                  </a:lnTo>
                  <a:lnTo>
                    <a:pt x="1165860" y="27431"/>
                  </a:lnTo>
                  <a:lnTo>
                    <a:pt x="1138428" y="111632"/>
                  </a:lnTo>
                  <a:lnTo>
                    <a:pt x="1124204" y="83693"/>
                  </a:lnTo>
                  <a:lnTo>
                    <a:pt x="28321" y="640461"/>
                  </a:lnTo>
                  <a:lnTo>
                    <a:pt x="0" y="584707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792979" y="2974822"/>
              <a:ext cx="1266444" cy="722401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842001" y="3003423"/>
              <a:ext cx="1172972" cy="626998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4842001" y="3003423"/>
              <a:ext cx="1173480" cy="627380"/>
            </a:xfrm>
            <a:custGeom>
              <a:avLst/>
              <a:gdLst/>
              <a:ahLst/>
              <a:cxnLst/>
              <a:rect l="l" t="t" r="r" b="b"/>
              <a:pathLst>
                <a:path w="1173479" h="627379">
                  <a:moveTo>
                    <a:pt x="27686" y="0"/>
                  </a:moveTo>
                  <a:lnTo>
                    <a:pt x="1130553" y="542797"/>
                  </a:lnTo>
                  <a:lnTo>
                    <a:pt x="1144397" y="514730"/>
                  </a:lnTo>
                  <a:lnTo>
                    <a:pt x="1172972" y="598551"/>
                  </a:lnTo>
                  <a:lnTo>
                    <a:pt x="1089152" y="626998"/>
                  </a:lnTo>
                  <a:lnTo>
                    <a:pt x="1102995" y="598932"/>
                  </a:lnTo>
                  <a:lnTo>
                    <a:pt x="0" y="56260"/>
                  </a:lnTo>
                  <a:lnTo>
                    <a:pt x="27686" y="0"/>
                  </a:lnTo>
                  <a:close/>
                </a:path>
              </a:pathLst>
            </a:custGeom>
            <a:ln w="9524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354323" y="2974822"/>
              <a:ext cx="1225308" cy="678205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403345" y="3003804"/>
              <a:ext cx="1132586" cy="583437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3403345" y="3003804"/>
              <a:ext cx="1132840" cy="583565"/>
            </a:xfrm>
            <a:custGeom>
              <a:avLst/>
              <a:gdLst/>
              <a:ahLst/>
              <a:cxnLst/>
              <a:rect l="l" t="t" r="r" b="b"/>
              <a:pathLst>
                <a:path w="1132839" h="583564">
                  <a:moveTo>
                    <a:pt x="1132586" y="55498"/>
                  </a:moveTo>
                  <a:lnTo>
                    <a:pt x="68579" y="555624"/>
                  </a:lnTo>
                  <a:lnTo>
                    <a:pt x="81661" y="583437"/>
                  </a:lnTo>
                  <a:lnTo>
                    <a:pt x="0" y="553973"/>
                  </a:lnTo>
                  <a:lnTo>
                    <a:pt x="29463" y="472439"/>
                  </a:lnTo>
                  <a:lnTo>
                    <a:pt x="42544" y="500125"/>
                  </a:lnTo>
                  <a:lnTo>
                    <a:pt x="1106424" y="0"/>
                  </a:lnTo>
                  <a:lnTo>
                    <a:pt x="1132586" y="55498"/>
                  </a:lnTo>
                  <a:close/>
                </a:path>
              </a:pathLst>
            </a:custGeom>
            <a:ln w="9524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564379" y="1627632"/>
              <a:ext cx="227012" cy="1146047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619243" y="1656588"/>
              <a:ext cx="121919" cy="1054608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4619243" y="1656588"/>
              <a:ext cx="121920" cy="1054735"/>
            </a:xfrm>
            <a:custGeom>
              <a:avLst/>
              <a:gdLst/>
              <a:ahLst/>
              <a:cxnLst/>
              <a:rect l="l" t="t" r="r" b="b"/>
              <a:pathLst>
                <a:path w="121920" h="1054735">
                  <a:moveTo>
                    <a:pt x="30479" y="1054608"/>
                  </a:moveTo>
                  <a:lnTo>
                    <a:pt x="30479" y="60960"/>
                  </a:lnTo>
                  <a:lnTo>
                    <a:pt x="0" y="60960"/>
                  </a:lnTo>
                  <a:lnTo>
                    <a:pt x="60959" y="0"/>
                  </a:lnTo>
                  <a:lnTo>
                    <a:pt x="121919" y="60960"/>
                  </a:lnTo>
                  <a:lnTo>
                    <a:pt x="91439" y="60960"/>
                  </a:lnTo>
                  <a:lnTo>
                    <a:pt x="91439" y="1054608"/>
                  </a:lnTo>
                  <a:lnTo>
                    <a:pt x="30479" y="1054608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3921378" y="1027557"/>
            <a:ext cx="1546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administrators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033896" y="1614678"/>
            <a:ext cx="6375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Reporting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068314" y="3218179"/>
            <a:ext cx="668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Marketing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585466" y="4177385"/>
            <a:ext cx="81724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Science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102610" y="1699640"/>
            <a:ext cx="1460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BI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3334511" y="2273807"/>
            <a:ext cx="1268095" cy="718185"/>
            <a:chOff x="3334511" y="2273807"/>
            <a:chExt cx="1268095" cy="718185"/>
          </a:xfrm>
        </p:grpSpPr>
        <p:pic>
          <p:nvPicPr>
            <p:cNvPr id="64" name="object 6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334511" y="2273807"/>
              <a:ext cx="1267967" cy="717804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383787" y="2302890"/>
              <a:ext cx="1175003" cy="622807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3383787" y="2302890"/>
              <a:ext cx="1175385" cy="622935"/>
            </a:xfrm>
            <a:custGeom>
              <a:avLst/>
              <a:gdLst/>
              <a:ahLst/>
              <a:cxnLst/>
              <a:rect l="l" t="t" r="r" b="b"/>
              <a:pathLst>
                <a:path w="1175385" h="622935">
                  <a:moveTo>
                    <a:pt x="27432" y="0"/>
                  </a:moveTo>
                  <a:lnTo>
                    <a:pt x="1132459" y="538352"/>
                  </a:lnTo>
                  <a:lnTo>
                    <a:pt x="1146175" y="510285"/>
                  </a:lnTo>
                  <a:lnTo>
                    <a:pt x="1175003" y="593851"/>
                  </a:lnTo>
                  <a:lnTo>
                    <a:pt x="1091311" y="622807"/>
                  </a:lnTo>
                  <a:lnTo>
                    <a:pt x="1105027" y="594613"/>
                  </a:lnTo>
                  <a:lnTo>
                    <a:pt x="0" y="56260"/>
                  </a:lnTo>
                  <a:lnTo>
                    <a:pt x="27432" y="0"/>
                  </a:lnTo>
                  <a:close/>
                </a:path>
              </a:pathLst>
            </a:custGeom>
            <a:ln w="9524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>
            <a:spLocks noGrp="1"/>
          </p:cNvSpPr>
          <p:nvPr>
            <p:ph type="title"/>
          </p:nvPr>
        </p:nvSpPr>
        <p:spPr>
          <a:xfrm>
            <a:off x="2180335" y="186308"/>
            <a:ext cx="478218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Dedicated</a:t>
            </a:r>
            <a:r>
              <a:rPr spc="-105" dirty="0"/>
              <a:t> </a:t>
            </a:r>
            <a:r>
              <a:rPr dirty="0"/>
              <a:t>virtual</a:t>
            </a:r>
            <a:r>
              <a:rPr spc="-105" dirty="0"/>
              <a:t> </a:t>
            </a:r>
            <a:r>
              <a:rPr spc="-10" dirty="0"/>
              <a:t>warehouse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>
              <a:lnSpc>
                <a:spcPct val="100000"/>
              </a:lnSpc>
              <a:spcBef>
                <a:spcPts val="105"/>
              </a:spcBef>
            </a:pPr>
            <a:r>
              <a:rPr dirty="0"/>
              <a:t>Dedicated</a:t>
            </a:r>
            <a:r>
              <a:rPr spc="-105" dirty="0"/>
              <a:t> </a:t>
            </a:r>
            <a:r>
              <a:rPr dirty="0"/>
              <a:t>virtual</a:t>
            </a:r>
            <a:r>
              <a:rPr spc="-105" dirty="0"/>
              <a:t> </a:t>
            </a:r>
            <a:r>
              <a:rPr spc="-10" dirty="0"/>
              <a:t>warehouse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88564" y="1275588"/>
            <a:ext cx="2726055" cy="1478915"/>
            <a:chOff x="2988564" y="1275588"/>
            <a:chExt cx="2726055" cy="14789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88564" y="1275588"/>
              <a:ext cx="2725801" cy="14787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15462" y="1430274"/>
              <a:ext cx="2092452" cy="8473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315462" y="1430274"/>
              <a:ext cx="2092960" cy="847725"/>
            </a:xfrm>
            <a:custGeom>
              <a:avLst/>
              <a:gdLst/>
              <a:ahLst/>
              <a:cxnLst/>
              <a:rect l="l" t="t" r="r" b="b"/>
              <a:pathLst>
                <a:path w="2092960" h="847725">
                  <a:moveTo>
                    <a:pt x="0" y="423672"/>
                  </a:moveTo>
                  <a:lnTo>
                    <a:pt x="211836" y="0"/>
                  </a:lnTo>
                  <a:lnTo>
                    <a:pt x="1880615" y="0"/>
                  </a:lnTo>
                  <a:lnTo>
                    <a:pt x="2092452" y="423672"/>
                  </a:lnTo>
                  <a:lnTo>
                    <a:pt x="1880615" y="847344"/>
                  </a:lnTo>
                  <a:lnTo>
                    <a:pt x="211836" y="847344"/>
                  </a:lnTo>
                  <a:lnTo>
                    <a:pt x="0" y="423672"/>
                  </a:lnTo>
                  <a:close/>
                </a:path>
              </a:pathLst>
            </a:custGeom>
            <a:ln w="19049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993135" y="3057118"/>
            <a:ext cx="2727325" cy="1480820"/>
            <a:chOff x="2993135" y="3057118"/>
            <a:chExt cx="2727325" cy="148082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93135" y="3057118"/>
              <a:ext cx="2727325" cy="14803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20033" y="3211830"/>
              <a:ext cx="2093976" cy="84886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320033" y="3211830"/>
              <a:ext cx="2094230" cy="848994"/>
            </a:xfrm>
            <a:custGeom>
              <a:avLst/>
              <a:gdLst/>
              <a:ahLst/>
              <a:cxnLst/>
              <a:rect l="l" t="t" r="r" b="b"/>
              <a:pathLst>
                <a:path w="2094229" h="848995">
                  <a:moveTo>
                    <a:pt x="0" y="424433"/>
                  </a:moveTo>
                  <a:lnTo>
                    <a:pt x="212216" y="0"/>
                  </a:lnTo>
                  <a:lnTo>
                    <a:pt x="1881758" y="0"/>
                  </a:lnTo>
                  <a:lnTo>
                    <a:pt x="2093976" y="424433"/>
                  </a:lnTo>
                  <a:lnTo>
                    <a:pt x="1881758" y="848867"/>
                  </a:lnTo>
                  <a:lnTo>
                    <a:pt x="212216" y="848867"/>
                  </a:lnTo>
                  <a:lnTo>
                    <a:pt x="0" y="424433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48788" y="3384041"/>
            <a:ext cx="3105785" cy="970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67410" marR="754380" algn="ctr">
              <a:lnSpc>
                <a:spcPct val="100000"/>
              </a:lnSpc>
              <a:spcBef>
                <a:spcPts val="95"/>
              </a:spcBef>
            </a:pPr>
            <a:r>
              <a:rPr sz="1600" b="1" spc="-100" dirty="0">
                <a:solidFill>
                  <a:srgbClr val="CCEAFF"/>
                </a:solidFill>
                <a:latin typeface="Trebuchet MS"/>
                <a:cs typeface="Trebuchet MS"/>
              </a:rPr>
              <a:t>Create</a:t>
            </a:r>
            <a:r>
              <a:rPr sz="1600" b="1" spc="-75" dirty="0">
                <a:solidFill>
                  <a:srgbClr val="CCEAFF"/>
                </a:solidFill>
                <a:latin typeface="Trebuchet MS"/>
                <a:cs typeface="Trebuchet MS"/>
              </a:rPr>
              <a:t> </a:t>
            </a:r>
            <a:r>
              <a:rPr sz="1600" b="1" spc="-80" dirty="0">
                <a:solidFill>
                  <a:srgbClr val="CCEAFF"/>
                </a:solidFill>
                <a:latin typeface="Trebuchet MS"/>
                <a:cs typeface="Trebuchet MS"/>
              </a:rPr>
              <a:t>dedicated </a:t>
            </a:r>
            <a:r>
              <a:rPr sz="1600" b="1" spc="-10" dirty="0">
                <a:solidFill>
                  <a:srgbClr val="CCEAFF"/>
                </a:solidFill>
                <a:latin typeface="Trebuchet MS"/>
                <a:cs typeface="Trebuchet MS"/>
              </a:rPr>
              <a:t>virtual warehouses</a:t>
            </a:r>
            <a:endParaRPr sz="16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244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70" dirty="0">
                <a:solidFill>
                  <a:srgbClr val="D9D9D9"/>
                </a:solidFill>
                <a:latin typeface="Trebuchet MS"/>
                <a:cs typeface="Trebuchet MS"/>
              </a:rPr>
              <a:t>For every</a:t>
            </a:r>
            <a:r>
              <a:rPr sz="12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D9D9D9"/>
                </a:solidFill>
                <a:latin typeface="Trebuchet MS"/>
                <a:cs typeface="Trebuchet MS"/>
              </a:rPr>
              <a:t>class</a:t>
            </a:r>
            <a:r>
              <a:rPr sz="12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35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2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workload</a:t>
            </a:r>
            <a:r>
              <a:rPr sz="12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D9D9D9"/>
                </a:solidFill>
                <a:latin typeface="Trebuchet MS"/>
                <a:cs typeface="Trebuchet MS"/>
              </a:rPr>
              <a:t>&amp;</a:t>
            </a:r>
            <a:r>
              <a:rPr sz="12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D9D9D9"/>
                </a:solidFill>
                <a:latin typeface="Trebuchet MS"/>
                <a:cs typeface="Trebuchet MS"/>
              </a:rPr>
              <a:t>assign</a:t>
            </a:r>
            <a:r>
              <a:rPr sz="12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D9D9D9"/>
                </a:solidFill>
                <a:latin typeface="Trebuchet MS"/>
                <a:cs typeface="Trebuchet MS"/>
              </a:rPr>
              <a:t>users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48788" y="1597279"/>
            <a:ext cx="3718560" cy="1221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418465" algn="ctr">
              <a:lnSpc>
                <a:spcPct val="100000"/>
              </a:lnSpc>
              <a:spcBef>
                <a:spcPts val="95"/>
              </a:spcBef>
            </a:pPr>
            <a:r>
              <a:rPr sz="1600" b="1" spc="-60" dirty="0">
                <a:solidFill>
                  <a:srgbClr val="CCEAFF"/>
                </a:solidFill>
                <a:latin typeface="Trebuchet MS"/>
                <a:cs typeface="Trebuchet MS"/>
              </a:rPr>
              <a:t>Identify</a:t>
            </a:r>
            <a:r>
              <a:rPr sz="1600" b="1" spc="-75" dirty="0">
                <a:solidFill>
                  <a:srgbClr val="CCEAFF"/>
                </a:solidFill>
                <a:latin typeface="Trebuchet MS"/>
                <a:cs typeface="Trebuchet MS"/>
              </a:rPr>
              <a:t> </a:t>
            </a:r>
            <a:r>
              <a:rPr sz="1600" b="1" spc="-50" dirty="0">
                <a:solidFill>
                  <a:srgbClr val="CCEAFF"/>
                </a:solidFill>
                <a:latin typeface="Trebuchet MS"/>
                <a:cs typeface="Trebuchet MS"/>
              </a:rPr>
              <a:t>&amp;</a:t>
            </a:r>
            <a:endParaRPr sz="1600">
              <a:latin typeface="Trebuchet MS"/>
              <a:cs typeface="Trebuchet MS"/>
            </a:endParaRPr>
          </a:p>
          <a:p>
            <a:pPr marR="417195" algn="ctr">
              <a:lnSpc>
                <a:spcPct val="100000"/>
              </a:lnSpc>
            </a:pPr>
            <a:r>
              <a:rPr sz="1600" b="1" spc="-10" dirty="0">
                <a:solidFill>
                  <a:srgbClr val="CCEAFF"/>
                </a:solidFill>
                <a:latin typeface="Trebuchet MS"/>
                <a:cs typeface="Trebuchet MS"/>
              </a:rPr>
              <a:t>Classify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6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Identify</a:t>
            </a:r>
            <a:r>
              <a:rPr sz="12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D9D9D9"/>
                </a:solidFill>
                <a:latin typeface="Trebuchet MS"/>
                <a:cs typeface="Trebuchet MS"/>
              </a:rPr>
              <a:t>&amp;</a:t>
            </a:r>
            <a:r>
              <a:rPr sz="12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D9D9D9"/>
                </a:solidFill>
                <a:latin typeface="Trebuchet MS"/>
                <a:cs typeface="Trebuchet MS"/>
              </a:rPr>
              <a:t>Classify</a:t>
            </a:r>
            <a:r>
              <a:rPr sz="12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D9D9D9"/>
                </a:solidFill>
                <a:latin typeface="Trebuchet MS"/>
                <a:cs typeface="Trebuchet MS"/>
              </a:rPr>
              <a:t>groups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35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2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D9D9D9"/>
                </a:solidFill>
                <a:latin typeface="Trebuchet MS"/>
                <a:cs typeface="Trebuchet MS"/>
              </a:rPr>
              <a:t>workload/users</a:t>
            </a:r>
            <a:endParaRPr sz="12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509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dirty="0">
                <a:solidFill>
                  <a:srgbClr val="D9D9D9"/>
                </a:solidFill>
                <a:latin typeface="Trebuchet MS"/>
                <a:cs typeface="Trebuchet MS"/>
              </a:rPr>
              <a:t>BI</a:t>
            </a:r>
            <a:r>
              <a:rPr sz="12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85" dirty="0">
                <a:solidFill>
                  <a:srgbClr val="D9D9D9"/>
                </a:solidFill>
                <a:latin typeface="Trebuchet MS"/>
                <a:cs typeface="Trebuchet MS"/>
              </a:rPr>
              <a:t>Team,</a:t>
            </a:r>
            <a:r>
              <a:rPr sz="12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35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r>
              <a:rPr sz="12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Science</a:t>
            </a:r>
            <a:r>
              <a:rPr sz="12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85" dirty="0">
                <a:solidFill>
                  <a:srgbClr val="D9D9D9"/>
                </a:solidFill>
                <a:latin typeface="Trebuchet MS"/>
                <a:cs typeface="Trebuchet MS"/>
              </a:rPr>
              <a:t>Team, </a:t>
            </a:r>
            <a:r>
              <a:rPr sz="1200" b="1" spc="-30" dirty="0">
                <a:solidFill>
                  <a:srgbClr val="D9D9D9"/>
                </a:solidFill>
                <a:latin typeface="Trebuchet MS"/>
                <a:cs typeface="Trebuchet MS"/>
              </a:rPr>
              <a:t>Marketing</a:t>
            </a:r>
            <a:r>
              <a:rPr sz="12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D9D9D9"/>
                </a:solidFill>
                <a:latin typeface="Trebuchet MS"/>
                <a:cs typeface="Trebuchet MS"/>
              </a:rPr>
              <a:t>department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1605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Considerations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71444" y="1275588"/>
            <a:ext cx="2727325" cy="1478915"/>
            <a:chOff x="3171444" y="1275588"/>
            <a:chExt cx="2727325" cy="14789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1444" y="1275588"/>
              <a:ext cx="2727325" cy="147878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98342" y="1430274"/>
              <a:ext cx="2093976" cy="8473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498342" y="1430274"/>
              <a:ext cx="2094230" cy="847725"/>
            </a:xfrm>
            <a:custGeom>
              <a:avLst/>
              <a:gdLst/>
              <a:ahLst/>
              <a:cxnLst/>
              <a:rect l="l" t="t" r="r" b="b"/>
              <a:pathLst>
                <a:path w="2094229" h="847725">
                  <a:moveTo>
                    <a:pt x="0" y="423672"/>
                  </a:moveTo>
                  <a:lnTo>
                    <a:pt x="211836" y="0"/>
                  </a:lnTo>
                  <a:lnTo>
                    <a:pt x="1882140" y="0"/>
                  </a:lnTo>
                  <a:lnTo>
                    <a:pt x="2093976" y="423672"/>
                  </a:lnTo>
                  <a:lnTo>
                    <a:pt x="1882140" y="847344"/>
                  </a:lnTo>
                  <a:lnTo>
                    <a:pt x="211836" y="847344"/>
                  </a:lnTo>
                  <a:lnTo>
                    <a:pt x="0" y="423672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630295" y="1597279"/>
            <a:ext cx="1769110" cy="970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0" algn="ctr">
              <a:lnSpc>
                <a:spcPct val="100000"/>
              </a:lnSpc>
              <a:spcBef>
                <a:spcPts val="95"/>
              </a:spcBef>
            </a:pPr>
            <a:r>
              <a:rPr sz="1600" b="1" spc="-30" dirty="0">
                <a:solidFill>
                  <a:srgbClr val="CCEAFF"/>
                </a:solidFill>
                <a:latin typeface="Trebuchet MS"/>
                <a:cs typeface="Trebuchet MS"/>
              </a:rPr>
              <a:t>Not</a:t>
            </a:r>
            <a:r>
              <a:rPr sz="1600" b="1" spc="-100" dirty="0">
                <a:solidFill>
                  <a:srgbClr val="CCEAFF"/>
                </a:solidFill>
                <a:latin typeface="Trebuchet MS"/>
                <a:cs typeface="Trebuchet MS"/>
              </a:rPr>
              <a:t> </a:t>
            </a:r>
            <a:r>
              <a:rPr sz="1600" b="1" spc="-65" dirty="0">
                <a:solidFill>
                  <a:srgbClr val="CCEAFF"/>
                </a:solidFill>
                <a:latin typeface="Trebuchet MS"/>
                <a:cs typeface="Trebuchet MS"/>
              </a:rPr>
              <a:t>too</a:t>
            </a:r>
            <a:r>
              <a:rPr sz="1600" b="1" spc="-110" dirty="0">
                <a:solidFill>
                  <a:srgbClr val="CCEAFF"/>
                </a:solidFill>
                <a:latin typeface="Trebuchet MS"/>
                <a:cs typeface="Trebuchet MS"/>
              </a:rPr>
              <a:t> </a:t>
            </a:r>
            <a:r>
              <a:rPr sz="1600" b="1" spc="-20" dirty="0">
                <a:solidFill>
                  <a:srgbClr val="CCEAFF"/>
                </a:solidFill>
                <a:latin typeface="Trebuchet MS"/>
                <a:cs typeface="Trebuchet MS"/>
              </a:rPr>
              <a:t>many</a:t>
            </a:r>
            <a:endParaRPr sz="1600">
              <a:latin typeface="Trebuchet MS"/>
              <a:cs typeface="Trebuchet MS"/>
            </a:endParaRPr>
          </a:p>
          <a:p>
            <a:pPr marL="128270" algn="ctr">
              <a:lnSpc>
                <a:spcPct val="100000"/>
              </a:lnSpc>
            </a:pPr>
            <a:r>
              <a:rPr sz="1600" b="1" spc="-25" dirty="0">
                <a:solidFill>
                  <a:srgbClr val="CCEAFF"/>
                </a:solidFill>
                <a:latin typeface="Trebuchet MS"/>
                <a:cs typeface="Trebuchet MS"/>
              </a:rPr>
              <a:t>VW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6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50" dirty="0">
                <a:solidFill>
                  <a:srgbClr val="D9D9D9"/>
                </a:solidFill>
                <a:latin typeface="Trebuchet MS"/>
                <a:cs typeface="Trebuchet MS"/>
              </a:rPr>
              <a:t>Avoid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underutilization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76016" y="3057118"/>
            <a:ext cx="2727325" cy="1480820"/>
            <a:chOff x="3176016" y="3057118"/>
            <a:chExt cx="2727325" cy="148082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76016" y="3057118"/>
              <a:ext cx="2727325" cy="148031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02914" y="3211830"/>
              <a:ext cx="2093976" cy="84886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502914" y="3211830"/>
              <a:ext cx="2094230" cy="848994"/>
            </a:xfrm>
            <a:custGeom>
              <a:avLst/>
              <a:gdLst/>
              <a:ahLst/>
              <a:cxnLst/>
              <a:rect l="l" t="t" r="r" b="b"/>
              <a:pathLst>
                <a:path w="2094229" h="848995">
                  <a:moveTo>
                    <a:pt x="0" y="424433"/>
                  </a:moveTo>
                  <a:lnTo>
                    <a:pt x="212216" y="0"/>
                  </a:lnTo>
                  <a:lnTo>
                    <a:pt x="1881759" y="0"/>
                  </a:lnTo>
                  <a:lnTo>
                    <a:pt x="2093976" y="424433"/>
                  </a:lnTo>
                  <a:lnTo>
                    <a:pt x="1881759" y="848867"/>
                  </a:lnTo>
                  <a:lnTo>
                    <a:pt x="212216" y="848867"/>
                  </a:lnTo>
                  <a:lnTo>
                    <a:pt x="0" y="424433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508375" y="3384041"/>
            <a:ext cx="2033905" cy="969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034"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CCEAFF"/>
                </a:solidFill>
                <a:latin typeface="Trebuchet MS"/>
                <a:cs typeface="Trebuchet MS"/>
              </a:rPr>
              <a:t>Refine</a:t>
            </a:r>
            <a:endParaRPr sz="1600">
              <a:latin typeface="Trebuchet MS"/>
              <a:cs typeface="Trebuchet MS"/>
            </a:endParaRPr>
          </a:p>
          <a:p>
            <a:pPr marL="25400" algn="ctr">
              <a:lnSpc>
                <a:spcPct val="100000"/>
              </a:lnSpc>
            </a:pPr>
            <a:r>
              <a:rPr sz="1600" b="1" spc="-10" dirty="0">
                <a:solidFill>
                  <a:srgbClr val="CCEAFF"/>
                </a:solidFill>
                <a:latin typeface="Trebuchet MS"/>
                <a:cs typeface="Trebuchet MS"/>
              </a:rPr>
              <a:t>classifications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6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35" dirty="0">
                <a:solidFill>
                  <a:srgbClr val="D9D9D9"/>
                </a:solidFill>
                <a:latin typeface="Trebuchet MS"/>
                <a:cs typeface="Trebuchet MS"/>
              </a:rPr>
              <a:t>Work</a:t>
            </a:r>
            <a:r>
              <a:rPr sz="12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patterns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can</a:t>
            </a:r>
            <a:r>
              <a:rPr sz="12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D9D9D9"/>
                </a:solidFill>
                <a:latin typeface="Trebuchet MS"/>
                <a:cs typeface="Trebuchet MS"/>
              </a:rPr>
              <a:t>change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15" dirty="0"/>
              <a:t> </a:t>
            </a:r>
            <a:r>
              <a:rPr dirty="0"/>
              <a:t>does</a:t>
            </a:r>
            <a:r>
              <a:rPr spc="-20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work</a:t>
            </a:r>
            <a:r>
              <a:rPr spc="-30" dirty="0"/>
              <a:t> </a:t>
            </a:r>
            <a:r>
              <a:rPr dirty="0"/>
              <a:t>in</a:t>
            </a:r>
            <a:r>
              <a:rPr spc="-10" dirty="0"/>
              <a:t> Snowflake?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504" y="2788920"/>
            <a:ext cx="1072134" cy="34518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68908" y="1299972"/>
            <a:ext cx="5332730" cy="3843654"/>
            <a:chOff x="1168908" y="1299972"/>
            <a:chExt cx="5332730" cy="3843654"/>
          </a:xfrm>
        </p:grpSpPr>
        <p:sp>
          <p:nvSpPr>
            <p:cNvPr id="5" name="object 5"/>
            <p:cNvSpPr/>
            <p:nvPr/>
          </p:nvSpPr>
          <p:spPr>
            <a:xfrm>
              <a:off x="4239768" y="1299972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285242" y="42290"/>
                  </a:moveTo>
                  <a:lnTo>
                    <a:pt x="73406" y="42290"/>
                  </a:lnTo>
                  <a:lnTo>
                    <a:pt x="61438" y="44771"/>
                  </a:lnTo>
                  <a:lnTo>
                    <a:pt x="51577" y="51562"/>
                  </a:lnTo>
                  <a:lnTo>
                    <a:pt x="44884" y="61686"/>
                  </a:lnTo>
                  <a:lnTo>
                    <a:pt x="42418" y="74167"/>
                  </a:lnTo>
                  <a:lnTo>
                    <a:pt x="42418" y="84581"/>
                  </a:lnTo>
                  <a:lnTo>
                    <a:pt x="4699" y="84581"/>
                  </a:lnTo>
                  <a:lnTo>
                    <a:pt x="0" y="89280"/>
                  </a:lnTo>
                  <a:lnTo>
                    <a:pt x="0" y="100456"/>
                  </a:lnTo>
                  <a:lnTo>
                    <a:pt x="4699" y="105155"/>
                  </a:lnTo>
                  <a:lnTo>
                    <a:pt x="42418" y="105155"/>
                  </a:lnTo>
                  <a:lnTo>
                    <a:pt x="42418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7"/>
                  </a:lnTo>
                  <a:lnTo>
                    <a:pt x="4699" y="148336"/>
                  </a:lnTo>
                  <a:lnTo>
                    <a:pt x="42418" y="148336"/>
                  </a:lnTo>
                  <a:lnTo>
                    <a:pt x="42418" y="169037"/>
                  </a:lnTo>
                  <a:lnTo>
                    <a:pt x="4699" y="169037"/>
                  </a:lnTo>
                  <a:lnTo>
                    <a:pt x="0" y="173736"/>
                  </a:lnTo>
                  <a:lnTo>
                    <a:pt x="0" y="185927"/>
                  </a:lnTo>
                  <a:lnTo>
                    <a:pt x="4699" y="190626"/>
                  </a:lnTo>
                  <a:lnTo>
                    <a:pt x="42418" y="190626"/>
                  </a:lnTo>
                  <a:lnTo>
                    <a:pt x="42418" y="211327"/>
                  </a:lnTo>
                  <a:lnTo>
                    <a:pt x="4699" y="211327"/>
                  </a:lnTo>
                  <a:lnTo>
                    <a:pt x="0" y="216026"/>
                  </a:lnTo>
                  <a:lnTo>
                    <a:pt x="0" y="228218"/>
                  </a:lnTo>
                  <a:lnTo>
                    <a:pt x="4699" y="232917"/>
                  </a:lnTo>
                  <a:lnTo>
                    <a:pt x="42418" y="232917"/>
                  </a:lnTo>
                  <a:lnTo>
                    <a:pt x="42418" y="253491"/>
                  </a:lnTo>
                  <a:lnTo>
                    <a:pt x="4699" y="253491"/>
                  </a:lnTo>
                  <a:lnTo>
                    <a:pt x="0" y="258190"/>
                  </a:lnTo>
                  <a:lnTo>
                    <a:pt x="0" y="270382"/>
                  </a:lnTo>
                  <a:lnTo>
                    <a:pt x="4699" y="275081"/>
                  </a:lnTo>
                  <a:lnTo>
                    <a:pt x="42418" y="275081"/>
                  </a:lnTo>
                  <a:lnTo>
                    <a:pt x="42418" y="285495"/>
                  </a:lnTo>
                  <a:lnTo>
                    <a:pt x="44884" y="297977"/>
                  </a:lnTo>
                  <a:lnTo>
                    <a:pt x="51577" y="308101"/>
                  </a:lnTo>
                  <a:lnTo>
                    <a:pt x="61438" y="314892"/>
                  </a:lnTo>
                  <a:lnTo>
                    <a:pt x="73406" y="317373"/>
                  </a:lnTo>
                  <a:lnTo>
                    <a:pt x="84709" y="317373"/>
                  </a:lnTo>
                  <a:lnTo>
                    <a:pt x="84709" y="354964"/>
                  </a:lnTo>
                  <a:lnTo>
                    <a:pt x="89408" y="359663"/>
                  </a:lnTo>
                  <a:lnTo>
                    <a:pt x="100711" y="359663"/>
                  </a:lnTo>
                  <a:lnTo>
                    <a:pt x="105410" y="354964"/>
                  </a:lnTo>
                  <a:lnTo>
                    <a:pt x="105410" y="314578"/>
                  </a:lnTo>
                  <a:lnTo>
                    <a:pt x="285242" y="314578"/>
                  </a:lnTo>
                  <a:lnTo>
                    <a:pt x="297797" y="312098"/>
                  </a:lnTo>
                  <a:lnTo>
                    <a:pt x="307959" y="305307"/>
                  </a:lnTo>
                  <a:lnTo>
                    <a:pt x="314763" y="295183"/>
                  </a:lnTo>
                  <a:lnTo>
                    <a:pt x="314821" y="294893"/>
                  </a:lnTo>
                  <a:lnTo>
                    <a:pt x="69723" y="294893"/>
                  </a:lnTo>
                  <a:lnTo>
                    <a:pt x="65912" y="290194"/>
                  </a:lnTo>
                  <a:lnTo>
                    <a:pt x="65912" y="69468"/>
                  </a:lnTo>
                  <a:lnTo>
                    <a:pt x="69723" y="64769"/>
                  </a:lnTo>
                  <a:lnTo>
                    <a:pt x="315376" y="64769"/>
                  </a:lnTo>
                  <a:lnTo>
                    <a:pt x="314763" y="61686"/>
                  </a:lnTo>
                  <a:lnTo>
                    <a:pt x="307959" y="51562"/>
                  </a:lnTo>
                  <a:lnTo>
                    <a:pt x="297797" y="44771"/>
                  </a:lnTo>
                  <a:lnTo>
                    <a:pt x="285242" y="42290"/>
                  </a:lnTo>
                  <a:close/>
                </a:path>
                <a:path w="360045" h="360044">
                  <a:moveTo>
                    <a:pt x="147828" y="314578"/>
                  </a:moveTo>
                  <a:lnTo>
                    <a:pt x="127127" y="314578"/>
                  </a:lnTo>
                  <a:lnTo>
                    <a:pt x="127127" y="352170"/>
                  </a:lnTo>
                  <a:lnTo>
                    <a:pt x="131826" y="356869"/>
                  </a:lnTo>
                  <a:lnTo>
                    <a:pt x="143129" y="356869"/>
                  </a:lnTo>
                  <a:lnTo>
                    <a:pt x="147828" y="352170"/>
                  </a:lnTo>
                  <a:lnTo>
                    <a:pt x="147828" y="314578"/>
                  </a:lnTo>
                  <a:close/>
                </a:path>
                <a:path w="360045" h="360044">
                  <a:moveTo>
                    <a:pt x="190246" y="314578"/>
                  </a:moveTo>
                  <a:lnTo>
                    <a:pt x="169418" y="314578"/>
                  </a:lnTo>
                  <a:lnTo>
                    <a:pt x="169418" y="352170"/>
                  </a:lnTo>
                  <a:lnTo>
                    <a:pt x="174244" y="356869"/>
                  </a:lnTo>
                  <a:lnTo>
                    <a:pt x="185420" y="356869"/>
                  </a:lnTo>
                  <a:lnTo>
                    <a:pt x="190246" y="352170"/>
                  </a:lnTo>
                  <a:lnTo>
                    <a:pt x="190246" y="314578"/>
                  </a:lnTo>
                  <a:close/>
                </a:path>
                <a:path w="360045" h="360044">
                  <a:moveTo>
                    <a:pt x="232537" y="314578"/>
                  </a:moveTo>
                  <a:lnTo>
                    <a:pt x="211836" y="314578"/>
                  </a:lnTo>
                  <a:lnTo>
                    <a:pt x="211836" y="352170"/>
                  </a:lnTo>
                  <a:lnTo>
                    <a:pt x="216535" y="356869"/>
                  </a:lnTo>
                  <a:lnTo>
                    <a:pt x="227837" y="356869"/>
                  </a:lnTo>
                  <a:lnTo>
                    <a:pt x="232537" y="352170"/>
                  </a:lnTo>
                  <a:lnTo>
                    <a:pt x="232537" y="314578"/>
                  </a:lnTo>
                  <a:close/>
                </a:path>
                <a:path w="360045" h="360044">
                  <a:moveTo>
                    <a:pt x="274955" y="314578"/>
                  </a:moveTo>
                  <a:lnTo>
                    <a:pt x="254254" y="314578"/>
                  </a:lnTo>
                  <a:lnTo>
                    <a:pt x="254254" y="352170"/>
                  </a:lnTo>
                  <a:lnTo>
                    <a:pt x="258953" y="356869"/>
                  </a:lnTo>
                  <a:lnTo>
                    <a:pt x="270256" y="356869"/>
                  </a:lnTo>
                  <a:lnTo>
                    <a:pt x="274955" y="352170"/>
                  </a:lnTo>
                  <a:lnTo>
                    <a:pt x="274955" y="314578"/>
                  </a:lnTo>
                  <a:close/>
                </a:path>
                <a:path w="360045" h="360044">
                  <a:moveTo>
                    <a:pt x="315376" y="64769"/>
                  </a:moveTo>
                  <a:lnTo>
                    <a:pt x="290957" y="64769"/>
                  </a:lnTo>
                  <a:lnTo>
                    <a:pt x="295656" y="69468"/>
                  </a:lnTo>
                  <a:lnTo>
                    <a:pt x="295656" y="290194"/>
                  </a:lnTo>
                  <a:lnTo>
                    <a:pt x="290957" y="294893"/>
                  </a:lnTo>
                  <a:lnTo>
                    <a:pt x="314821" y="294893"/>
                  </a:lnTo>
                  <a:lnTo>
                    <a:pt x="317246" y="282701"/>
                  </a:lnTo>
                  <a:lnTo>
                    <a:pt x="317246" y="272288"/>
                  </a:lnTo>
                  <a:lnTo>
                    <a:pt x="354965" y="272288"/>
                  </a:lnTo>
                  <a:lnTo>
                    <a:pt x="359664" y="267588"/>
                  </a:lnTo>
                  <a:lnTo>
                    <a:pt x="359664" y="256412"/>
                  </a:lnTo>
                  <a:lnTo>
                    <a:pt x="354965" y="251713"/>
                  </a:lnTo>
                  <a:lnTo>
                    <a:pt x="317246" y="251713"/>
                  </a:lnTo>
                  <a:lnTo>
                    <a:pt x="317246" y="230124"/>
                  </a:lnTo>
                  <a:lnTo>
                    <a:pt x="354965" y="230124"/>
                  </a:lnTo>
                  <a:lnTo>
                    <a:pt x="359664" y="225425"/>
                  </a:lnTo>
                  <a:lnTo>
                    <a:pt x="359664" y="213232"/>
                  </a:lnTo>
                  <a:lnTo>
                    <a:pt x="354965" y="208533"/>
                  </a:lnTo>
                  <a:lnTo>
                    <a:pt x="317246" y="208533"/>
                  </a:lnTo>
                  <a:lnTo>
                    <a:pt x="317246" y="187832"/>
                  </a:lnTo>
                  <a:lnTo>
                    <a:pt x="354965" y="187832"/>
                  </a:lnTo>
                  <a:lnTo>
                    <a:pt x="359664" y="183133"/>
                  </a:lnTo>
                  <a:lnTo>
                    <a:pt x="359664" y="170941"/>
                  </a:lnTo>
                  <a:lnTo>
                    <a:pt x="354965" y="166242"/>
                  </a:lnTo>
                  <a:lnTo>
                    <a:pt x="317246" y="166242"/>
                  </a:lnTo>
                  <a:lnTo>
                    <a:pt x="317246" y="145541"/>
                  </a:lnTo>
                  <a:lnTo>
                    <a:pt x="357759" y="145541"/>
                  </a:lnTo>
                  <a:lnTo>
                    <a:pt x="359664" y="143637"/>
                  </a:lnTo>
                  <a:lnTo>
                    <a:pt x="359664" y="131444"/>
                  </a:lnTo>
                  <a:lnTo>
                    <a:pt x="354965" y="126745"/>
                  </a:lnTo>
                  <a:lnTo>
                    <a:pt x="317246" y="126745"/>
                  </a:lnTo>
                  <a:lnTo>
                    <a:pt x="317246" y="105155"/>
                  </a:lnTo>
                  <a:lnTo>
                    <a:pt x="354965" y="105155"/>
                  </a:lnTo>
                  <a:lnTo>
                    <a:pt x="359664" y="100456"/>
                  </a:lnTo>
                  <a:lnTo>
                    <a:pt x="359664" y="89280"/>
                  </a:lnTo>
                  <a:lnTo>
                    <a:pt x="354965" y="84581"/>
                  </a:lnTo>
                  <a:lnTo>
                    <a:pt x="317246" y="84581"/>
                  </a:lnTo>
                  <a:lnTo>
                    <a:pt x="317246" y="74167"/>
                  </a:lnTo>
                  <a:lnTo>
                    <a:pt x="315376" y="64769"/>
                  </a:lnTo>
                  <a:close/>
                </a:path>
                <a:path w="360045" h="360044">
                  <a:moveTo>
                    <a:pt x="357759" y="145541"/>
                  </a:moveTo>
                  <a:lnTo>
                    <a:pt x="349250" y="145541"/>
                  </a:lnTo>
                  <a:lnTo>
                    <a:pt x="349250" y="148336"/>
                  </a:lnTo>
                  <a:lnTo>
                    <a:pt x="354965" y="148336"/>
                  </a:lnTo>
                  <a:lnTo>
                    <a:pt x="357759" y="145541"/>
                  </a:lnTo>
                  <a:close/>
                </a:path>
                <a:path w="360045" h="360044">
                  <a:moveTo>
                    <a:pt x="100711" y="0"/>
                  </a:moveTo>
                  <a:lnTo>
                    <a:pt x="89408" y="0"/>
                  </a:lnTo>
                  <a:lnTo>
                    <a:pt x="84709" y="4699"/>
                  </a:lnTo>
                  <a:lnTo>
                    <a:pt x="84709" y="42290"/>
                  </a:lnTo>
                  <a:lnTo>
                    <a:pt x="105410" y="42290"/>
                  </a:lnTo>
                  <a:lnTo>
                    <a:pt x="105410" y="4699"/>
                  </a:lnTo>
                  <a:lnTo>
                    <a:pt x="100711" y="0"/>
                  </a:lnTo>
                  <a:close/>
                </a:path>
                <a:path w="360045" h="360044">
                  <a:moveTo>
                    <a:pt x="143129" y="0"/>
                  </a:moveTo>
                  <a:lnTo>
                    <a:pt x="131826" y="0"/>
                  </a:lnTo>
                  <a:lnTo>
                    <a:pt x="127127" y="4699"/>
                  </a:lnTo>
                  <a:lnTo>
                    <a:pt x="127127" y="42290"/>
                  </a:lnTo>
                  <a:lnTo>
                    <a:pt x="147828" y="42290"/>
                  </a:lnTo>
                  <a:lnTo>
                    <a:pt x="147828" y="4699"/>
                  </a:lnTo>
                  <a:lnTo>
                    <a:pt x="143129" y="0"/>
                  </a:lnTo>
                  <a:close/>
                </a:path>
                <a:path w="360045" h="360044">
                  <a:moveTo>
                    <a:pt x="185420" y="0"/>
                  </a:moveTo>
                  <a:lnTo>
                    <a:pt x="174244" y="0"/>
                  </a:lnTo>
                  <a:lnTo>
                    <a:pt x="169418" y="4699"/>
                  </a:lnTo>
                  <a:lnTo>
                    <a:pt x="169418" y="42290"/>
                  </a:lnTo>
                  <a:lnTo>
                    <a:pt x="190246" y="42290"/>
                  </a:lnTo>
                  <a:lnTo>
                    <a:pt x="190246" y="4699"/>
                  </a:lnTo>
                  <a:lnTo>
                    <a:pt x="185420" y="0"/>
                  </a:lnTo>
                  <a:close/>
                </a:path>
                <a:path w="360045" h="360044">
                  <a:moveTo>
                    <a:pt x="227837" y="0"/>
                  </a:moveTo>
                  <a:lnTo>
                    <a:pt x="216535" y="0"/>
                  </a:lnTo>
                  <a:lnTo>
                    <a:pt x="211836" y="4699"/>
                  </a:lnTo>
                  <a:lnTo>
                    <a:pt x="211836" y="42290"/>
                  </a:lnTo>
                  <a:lnTo>
                    <a:pt x="232537" y="42290"/>
                  </a:lnTo>
                  <a:lnTo>
                    <a:pt x="232537" y="4699"/>
                  </a:lnTo>
                  <a:lnTo>
                    <a:pt x="227837" y="0"/>
                  </a:lnTo>
                  <a:close/>
                </a:path>
                <a:path w="360045" h="360044">
                  <a:moveTo>
                    <a:pt x="270256" y="0"/>
                  </a:moveTo>
                  <a:lnTo>
                    <a:pt x="258953" y="0"/>
                  </a:lnTo>
                  <a:lnTo>
                    <a:pt x="254254" y="4699"/>
                  </a:lnTo>
                  <a:lnTo>
                    <a:pt x="254254" y="42290"/>
                  </a:lnTo>
                  <a:lnTo>
                    <a:pt x="274955" y="42290"/>
                  </a:lnTo>
                  <a:lnTo>
                    <a:pt x="274955" y="4699"/>
                  </a:lnTo>
                  <a:lnTo>
                    <a:pt x="270256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26636" y="1383792"/>
              <a:ext cx="188975" cy="1889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95600" y="1505712"/>
              <a:ext cx="3048000" cy="363778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63767" y="1962912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285242" y="42290"/>
                  </a:moveTo>
                  <a:lnTo>
                    <a:pt x="73406" y="42290"/>
                  </a:lnTo>
                  <a:lnTo>
                    <a:pt x="61438" y="44771"/>
                  </a:lnTo>
                  <a:lnTo>
                    <a:pt x="51577" y="51562"/>
                  </a:lnTo>
                  <a:lnTo>
                    <a:pt x="44884" y="61686"/>
                  </a:lnTo>
                  <a:lnTo>
                    <a:pt x="42418" y="74168"/>
                  </a:lnTo>
                  <a:lnTo>
                    <a:pt x="42418" y="84581"/>
                  </a:lnTo>
                  <a:lnTo>
                    <a:pt x="4699" y="84581"/>
                  </a:lnTo>
                  <a:lnTo>
                    <a:pt x="0" y="89281"/>
                  </a:lnTo>
                  <a:lnTo>
                    <a:pt x="0" y="100456"/>
                  </a:lnTo>
                  <a:lnTo>
                    <a:pt x="4699" y="105156"/>
                  </a:lnTo>
                  <a:lnTo>
                    <a:pt x="42418" y="105156"/>
                  </a:lnTo>
                  <a:lnTo>
                    <a:pt x="42418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7"/>
                  </a:lnTo>
                  <a:lnTo>
                    <a:pt x="4699" y="148336"/>
                  </a:lnTo>
                  <a:lnTo>
                    <a:pt x="42418" y="148336"/>
                  </a:lnTo>
                  <a:lnTo>
                    <a:pt x="42418" y="169037"/>
                  </a:lnTo>
                  <a:lnTo>
                    <a:pt x="4699" y="169037"/>
                  </a:lnTo>
                  <a:lnTo>
                    <a:pt x="0" y="173736"/>
                  </a:lnTo>
                  <a:lnTo>
                    <a:pt x="0" y="185927"/>
                  </a:lnTo>
                  <a:lnTo>
                    <a:pt x="4699" y="190626"/>
                  </a:lnTo>
                  <a:lnTo>
                    <a:pt x="42418" y="190626"/>
                  </a:lnTo>
                  <a:lnTo>
                    <a:pt x="42418" y="211327"/>
                  </a:lnTo>
                  <a:lnTo>
                    <a:pt x="4699" y="211327"/>
                  </a:lnTo>
                  <a:lnTo>
                    <a:pt x="0" y="216026"/>
                  </a:lnTo>
                  <a:lnTo>
                    <a:pt x="0" y="228219"/>
                  </a:lnTo>
                  <a:lnTo>
                    <a:pt x="4699" y="232918"/>
                  </a:lnTo>
                  <a:lnTo>
                    <a:pt x="42418" y="232918"/>
                  </a:lnTo>
                  <a:lnTo>
                    <a:pt x="42418" y="253492"/>
                  </a:lnTo>
                  <a:lnTo>
                    <a:pt x="4699" y="253492"/>
                  </a:lnTo>
                  <a:lnTo>
                    <a:pt x="0" y="258190"/>
                  </a:lnTo>
                  <a:lnTo>
                    <a:pt x="0" y="270382"/>
                  </a:lnTo>
                  <a:lnTo>
                    <a:pt x="4699" y="275081"/>
                  </a:lnTo>
                  <a:lnTo>
                    <a:pt x="42418" y="275081"/>
                  </a:lnTo>
                  <a:lnTo>
                    <a:pt x="42418" y="285495"/>
                  </a:lnTo>
                  <a:lnTo>
                    <a:pt x="44884" y="297977"/>
                  </a:lnTo>
                  <a:lnTo>
                    <a:pt x="51577" y="308101"/>
                  </a:lnTo>
                  <a:lnTo>
                    <a:pt x="61438" y="314892"/>
                  </a:lnTo>
                  <a:lnTo>
                    <a:pt x="73406" y="317373"/>
                  </a:lnTo>
                  <a:lnTo>
                    <a:pt x="84709" y="317373"/>
                  </a:lnTo>
                  <a:lnTo>
                    <a:pt x="84709" y="354964"/>
                  </a:lnTo>
                  <a:lnTo>
                    <a:pt x="89408" y="359663"/>
                  </a:lnTo>
                  <a:lnTo>
                    <a:pt x="100711" y="359663"/>
                  </a:lnTo>
                  <a:lnTo>
                    <a:pt x="105410" y="354964"/>
                  </a:lnTo>
                  <a:lnTo>
                    <a:pt x="105410" y="314579"/>
                  </a:lnTo>
                  <a:lnTo>
                    <a:pt x="285242" y="314579"/>
                  </a:lnTo>
                  <a:lnTo>
                    <a:pt x="297797" y="312098"/>
                  </a:lnTo>
                  <a:lnTo>
                    <a:pt x="307959" y="305307"/>
                  </a:lnTo>
                  <a:lnTo>
                    <a:pt x="314763" y="295183"/>
                  </a:lnTo>
                  <a:lnTo>
                    <a:pt x="314821" y="294894"/>
                  </a:lnTo>
                  <a:lnTo>
                    <a:pt x="69723" y="294894"/>
                  </a:lnTo>
                  <a:lnTo>
                    <a:pt x="65912" y="290194"/>
                  </a:lnTo>
                  <a:lnTo>
                    <a:pt x="65912" y="69468"/>
                  </a:lnTo>
                  <a:lnTo>
                    <a:pt x="69723" y="64769"/>
                  </a:lnTo>
                  <a:lnTo>
                    <a:pt x="315376" y="64769"/>
                  </a:lnTo>
                  <a:lnTo>
                    <a:pt x="314763" y="61686"/>
                  </a:lnTo>
                  <a:lnTo>
                    <a:pt x="307959" y="51562"/>
                  </a:lnTo>
                  <a:lnTo>
                    <a:pt x="297797" y="44771"/>
                  </a:lnTo>
                  <a:lnTo>
                    <a:pt x="285242" y="42290"/>
                  </a:lnTo>
                  <a:close/>
                </a:path>
                <a:path w="360045" h="360044">
                  <a:moveTo>
                    <a:pt x="147828" y="314579"/>
                  </a:moveTo>
                  <a:lnTo>
                    <a:pt x="127127" y="314579"/>
                  </a:lnTo>
                  <a:lnTo>
                    <a:pt x="127127" y="352170"/>
                  </a:lnTo>
                  <a:lnTo>
                    <a:pt x="131826" y="356869"/>
                  </a:lnTo>
                  <a:lnTo>
                    <a:pt x="143129" y="356869"/>
                  </a:lnTo>
                  <a:lnTo>
                    <a:pt x="147828" y="352170"/>
                  </a:lnTo>
                  <a:lnTo>
                    <a:pt x="147828" y="314579"/>
                  </a:lnTo>
                  <a:close/>
                </a:path>
                <a:path w="360045" h="360044">
                  <a:moveTo>
                    <a:pt x="190246" y="314579"/>
                  </a:moveTo>
                  <a:lnTo>
                    <a:pt x="169418" y="314579"/>
                  </a:lnTo>
                  <a:lnTo>
                    <a:pt x="169418" y="352170"/>
                  </a:lnTo>
                  <a:lnTo>
                    <a:pt x="174244" y="356869"/>
                  </a:lnTo>
                  <a:lnTo>
                    <a:pt x="185420" y="356869"/>
                  </a:lnTo>
                  <a:lnTo>
                    <a:pt x="190246" y="352170"/>
                  </a:lnTo>
                  <a:lnTo>
                    <a:pt x="190246" y="314579"/>
                  </a:lnTo>
                  <a:close/>
                </a:path>
                <a:path w="360045" h="360044">
                  <a:moveTo>
                    <a:pt x="232537" y="314579"/>
                  </a:moveTo>
                  <a:lnTo>
                    <a:pt x="211836" y="314579"/>
                  </a:lnTo>
                  <a:lnTo>
                    <a:pt x="211836" y="352170"/>
                  </a:lnTo>
                  <a:lnTo>
                    <a:pt x="216535" y="356869"/>
                  </a:lnTo>
                  <a:lnTo>
                    <a:pt x="227837" y="356869"/>
                  </a:lnTo>
                  <a:lnTo>
                    <a:pt x="232537" y="352170"/>
                  </a:lnTo>
                  <a:lnTo>
                    <a:pt x="232537" y="314579"/>
                  </a:lnTo>
                  <a:close/>
                </a:path>
                <a:path w="360045" h="360044">
                  <a:moveTo>
                    <a:pt x="274955" y="314579"/>
                  </a:moveTo>
                  <a:lnTo>
                    <a:pt x="254254" y="314579"/>
                  </a:lnTo>
                  <a:lnTo>
                    <a:pt x="254254" y="352170"/>
                  </a:lnTo>
                  <a:lnTo>
                    <a:pt x="258953" y="356869"/>
                  </a:lnTo>
                  <a:lnTo>
                    <a:pt x="270256" y="356869"/>
                  </a:lnTo>
                  <a:lnTo>
                    <a:pt x="274955" y="352170"/>
                  </a:lnTo>
                  <a:lnTo>
                    <a:pt x="274955" y="314579"/>
                  </a:lnTo>
                  <a:close/>
                </a:path>
                <a:path w="360045" h="360044">
                  <a:moveTo>
                    <a:pt x="315376" y="64769"/>
                  </a:moveTo>
                  <a:lnTo>
                    <a:pt x="290957" y="64769"/>
                  </a:lnTo>
                  <a:lnTo>
                    <a:pt x="295656" y="69468"/>
                  </a:lnTo>
                  <a:lnTo>
                    <a:pt x="295656" y="290194"/>
                  </a:lnTo>
                  <a:lnTo>
                    <a:pt x="290957" y="294894"/>
                  </a:lnTo>
                  <a:lnTo>
                    <a:pt x="314821" y="294894"/>
                  </a:lnTo>
                  <a:lnTo>
                    <a:pt x="317246" y="282701"/>
                  </a:lnTo>
                  <a:lnTo>
                    <a:pt x="317246" y="272288"/>
                  </a:lnTo>
                  <a:lnTo>
                    <a:pt x="354965" y="272288"/>
                  </a:lnTo>
                  <a:lnTo>
                    <a:pt x="359664" y="267588"/>
                  </a:lnTo>
                  <a:lnTo>
                    <a:pt x="359664" y="256412"/>
                  </a:lnTo>
                  <a:lnTo>
                    <a:pt x="354965" y="251713"/>
                  </a:lnTo>
                  <a:lnTo>
                    <a:pt x="317246" y="251713"/>
                  </a:lnTo>
                  <a:lnTo>
                    <a:pt x="317246" y="230124"/>
                  </a:lnTo>
                  <a:lnTo>
                    <a:pt x="354965" y="230124"/>
                  </a:lnTo>
                  <a:lnTo>
                    <a:pt x="359664" y="225425"/>
                  </a:lnTo>
                  <a:lnTo>
                    <a:pt x="359664" y="213232"/>
                  </a:lnTo>
                  <a:lnTo>
                    <a:pt x="354965" y="208533"/>
                  </a:lnTo>
                  <a:lnTo>
                    <a:pt x="317246" y="208533"/>
                  </a:lnTo>
                  <a:lnTo>
                    <a:pt x="317246" y="187832"/>
                  </a:lnTo>
                  <a:lnTo>
                    <a:pt x="354965" y="187832"/>
                  </a:lnTo>
                  <a:lnTo>
                    <a:pt x="359664" y="183133"/>
                  </a:lnTo>
                  <a:lnTo>
                    <a:pt x="359664" y="170942"/>
                  </a:lnTo>
                  <a:lnTo>
                    <a:pt x="354965" y="166243"/>
                  </a:lnTo>
                  <a:lnTo>
                    <a:pt x="317246" y="166243"/>
                  </a:lnTo>
                  <a:lnTo>
                    <a:pt x="317246" y="145542"/>
                  </a:lnTo>
                  <a:lnTo>
                    <a:pt x="357759" y="145542"/>
                  </a:lnTo>
                  <a:lnTo>
                    <a:pt x="359664" y="143637"/>
                  </a:lnTo>
                  <a:lnTo>
                    <a:pt x="359664" y="131444"/>
                  </a:lnTo>
                  <a:lnTo>
                    <a:pt x="354965" y="126745"/>
                  </a:lnTo>
                  <a:lnTo>
                    <a:pt x="317246" y="126745"/>
                  </a:lnTo>
                  <a:lnTo>
                    <a:pt x="317246" y="105156"/>
                  </a:lnTo>
                  <a:lnTo>
                    <a:pt x="354965" y="105156"/>
                  </a:lnTo>
                  <a:lnTo>
                    <a:pt x="359664" y="100456"/>
                  </a:lnTo>
                  <a:lnTo>
                    <a:pt x="359664" y="89281"/>
                  </a:lnTo>
                  <a:lnTo>
                    <a:pt x="354965" y="84581"/>
                  </a:lnTo>
                  <a:lnTo>
                    <a:pt x="317246" y="84581"/>
                  </a:lnTo>
                  <a:lnTo>
                    <a:pt x="317246" y="74168"/>
                  </a:lnTo>
                  <a:lnTo>
                    <a:pt x="315376" y="64769"/>
                  </a:lnTo>
                  <a:close/>
                </a:path>
                <a:path w="360045" h="360044">
                  <a:moveTo>
                    <a:pt x="357759" y="145542"/>
                  </a:moveTo>
                  <a:lnTo>
                    <a:pt x="349250" y="145542"/>
                  </a:lnTo>
                  <a:lnTo>
                    <a:pt x="349250" y="148336"/>
                  </a:lnTo>
                  <a:lnTo>
                    <a:pt x="354965" y="148336"/>
                  </a:lnTo>
                  <a:lnTo>
                    <a:pt x="357759" y="145542"/>
                  </a:lnTo>
                  <a:close/>
                </a:path>
                <a:path w="360045" h="360044">
                  <a:moveTo>
                    <a:pt x="100711" y="0"/>
                  </a:moveTo>
                  <a:lnTo>
                    <a:pt x="89408" y="0"/>
                  </a:lnTo>
                  <a:lnTo>
                    <a:pt x="84709" y="4699"/>
                  </a:lnTo>
                  <a:lnTo>
                    <a:pt x="84709" y="42290"/>
                  </a:lnTo>
                  <a:lnTo>
                    <a:pt x="105410" y="42290"/>
                  </a:lnTo>
                  <a:lnTo>
                    <a:pt x="105410" y="4699"/>
                  </a:lnTo>
                  <a:lnTo>
                    <a:pt x="100711" y="0"/>
                  </a:lnTo>
                  <a:close/>
                </a:path>
                <a:path w="360045" h="360044">
                  <a:moveTo>
                    <a:pt x="143129" y="0"/>
                  </a:moveTo>
                  <a:lnTo>
                    <a:pt x="131826" y="0"/>
                  </a:lnTo>
                  <a:lnTo>
                    <a:pt x="127127" y="4699"/>
                  </a:lnTo>
                  <a:lnTo>
                    <a:pt x="127127" y="42290"/>
                  </a:lnTo>
                  <a:lnTo>
                    <a:pt x="147828" y="42290"/>
                  </a:lnTo>
                  <a:lnTo>
                    <a:pt x="147828" y="4699"/>
                  </a:lnTo>
                  <a:lnTo>
                    <a:pt x="143129" y="0"/>
                  </a:lnTo>
                  <a:close/>
                </a:path>
                <a:path w="360045" h="360044">
                  <a:moveTo>
                    <a:pt x="185420" y="0"/>
                  </a:moveTo>
                  <a:lnTo>
                    <a:pt x="174244" y="0"/>
                  </a:lnTo>
                  <a:lnTo>
                    <a:pt x="169418" y="4699"/>
                  </a:lnTo>
                  <a:lnTo>
                    <a:pt x="169418" y="42290"/>
                  </a:lnTo>
                  <a:lnTo>
                    <a:pt x="190246" y="42290"/>
                  </a:lnTo>
                  <a:lnTo>
                    <a:pt x="190246" y="4699"/>
                  </a:lnTo>
                  <a:lnTo>
                    <a:pt x="185420" y="0"/>
                  </a:lnTo>
                  <a:close/>
                </a:path>
                <a:path w="360045" h="360044">
                  <a:moveTo>
                    <a:pt x="227837" y="0"/>
                  </a:moveTo>
                  <a:lnTo>
                    <a:pt x="216535" y="0"/>
                  </a:lnTo>
                  <a:lnTo>
                    <a:pt x="211836" y="4699"/>
                  </a:lnTo>
                  <a:lnTo>
                    <a:pt x="211836" y="42290"/>
                  </a:lnTo>
                  <a:lnTo>
                    <a:pt x="232537" y="42290"/>
                  </a:lnTo>
                  <a:lnTo>
                    <a:pt x="232537" y="4699"/>
                  </a:lnTo>
                  <a:lnTo>
                    <a:pt x="227837" y="0"/>
                  </a:lnTo>
                  <a:close/>
                </a:path>
                <a:path w="360045" h="360044">
                  <a:moveTo>
                    <a:pt x="270256" y="0"/>
                  </a:moveTo>
                  <a:lnTo>
                    <a:pt x="258953" y="0"/>
                  </a:lnTo>
                  <a:lnTo>
                    <a:pt x="254254" y="4699"/>
                  </a:lnTo>
                  <a:lnTo>
                    <a:pt x="254254" y="42290"/>
                  </a:lnTo>
                  <a:lnTo>
                    <a:pt x="274955" y="42290"/>
                  </a:lnTo>
                  <a:lnTo>
                    <a:pt x="274955" y="4699"/>
                  </a:lnTo>
                  <a:lnTo>
                    <a:pt x="270256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50636" y="2046731"/>
              <a:ext cx="188975" cy="18897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111240" y="1961388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285242" y="42291"/>
                  </a:moveTo>
                  <a:lnTo>
                    <a:pt x="73406" y="42291"/>
                  </a:lnTo>
                  <a:lnTo>
                    <a:pt x="61438" y="44771"/>
                  </a:lnTo>
                  <a:lnTo>
                    <a:pt x="51577" y="51562"/>
                  </a:lnTo>
                  <a:lnTo>
                    <a:pt x="44884" y="61686"/>
                  </a:lnTo>
                  <a:lnTo>
                    <a:pt x="42418" y="74168"/>
                  </a:lnTo>
                  <a:lnTo>
                    <a:pt x="42418" y="84581"/>
                  </a:lnTo>
                  <a:lnTo>
                    <a:pt x="4699" y="84581"/>
                  </a:lnTo>
                  <a:lnTo>
                    <a:pt x="0" y="89281"/>
                  </a:lnTo>
                  <a:lnTo>
                    <a:pt x="0" y="100456"/>
                  </a:lnTo>
                  <a:lnTo>
                    <a:pt x="4699" y="105156"/>
                  </a:lnTo>
                  <a:lnTo>
                    <a:pt x="42418" y="105156"/>
                  </a:lnTo>
                  <a:lnTo>
                    <a:pt x="42418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7"/>
                  </a:lnTo>
                  <a:lnTo>
                    <a:pt x="4699" y="148336"/>
                  </a:lnTo>
                  <a:lnTo>
                    <a:pt x="42418" y="148336"/>
                  </a:lnTo>
                  <a:lnTo>
                    <a:pt x="42418" y="169037"/>
                  </a:lnTo>
                  <a:lnTo>
                    <a:pt x="4699" y="169037"/>
                  </a:lnTo>
                  <a:lnTo>
                    <a:pt x="0" y="173736"/>
                  </a:lnTo>
                  <a:lnTo>
                    <a:pt x="0" y="185928"/>
                  </a:lnTo>
                  <a:lnTo>
                    <a:pt x="4699" y="190626"/>
                  </a:lnTo>
                  <a:lnTo>
                    <a:pt x="42418" y="190626"/>
                  </a:lnTo>
                  <a:lnTo>
                    <a:pt x="42418" y="211328"/>
                  </a:lnTo>
                  <a:lnTo>
                    <a:pt x="4699" y="211328"/>
                  </a:lnTo>
                  <a:lnTo>
                    <a:pt x="0" y="216026"/>
                  </a:lnTo>
                  <a:lnTo>
                    <a:pt x="0" y="228219"/>
                  </a:lnTo>
                  <a:lnTo>
                    <a:pt x="4699" y="232918"/>
                  </a:lnTo>
                  <a:lnTo>
                    <a:pt x="42418" y="232918"/>
                  </a:lnTo>
                  <a:lnTo>
                    <a:pt x="42418" y="253492"/>
                  </a:lnTo>
                  <a:lnTo>
                    <a:pt x="4699" y="253492"/>
                  </a:lnTo>
                  <a:lnTo>
                    <a:pt x="0" y="258191"/>
                  </a:lnTo>
                  <a:lnTo>
                    <a:pt x="0" y="270382"/>
                  </a:lnTo>
                  <a:lnTo>
                    <a:pt x="4699" y="275081"/>
                  </a:lnTo>
                  <a:lnTo>
                    <a:pt x="42418" y="275081"/>
                  </a:lnTo>
                  <a:lnTo>
                    <a:pt x="42418" y="285495"/>
                  </a:lnTo>
                  <a:lnTo>
                    <a:pt x="44884" y="297977"/>
                  </a:lnTo>
                  <a:lnTo>
                    <a:pt x="51577" y="308101"/>
                  </a:lnTo>
                  <a:lnTo>
                    <a:pt x="61438" y="314892"/>
                  </a:lnTo>
                  <a:lnTo>
                    <a:pt x="73406" y="317373"/>
                  </a:lnTo>
                  <a:lnTo>
                    <a:pt x="84709" y="317373"/>
                  </a:lnTo>
                  <a:lnTo>
                    <a:pt x="84709" y="354964"/>
                  </a:lnTo>
                  <a:lnTo>
                    <a:pt x="89408" y="359663"/>
                  </a:lnTo>
                  <a:lnTo>
                    <a:pt x="100711" y="359663"/>
                  </a:lnTo>
                  <a:lnTo>
                    <a:pt x="105410" y="354964"/>
                  </a:lnTo>
                  <a:lnTo>
                    <a:pt x="105410" y="314579"/>
                  </a:lnTo>
                  <a:lnTo>
                    <a:pt x="285242" y="314579"/>
                  </a:lnTo>
                  <a:lnTo>
                    <a:pt x="297797" y="312098"/>
                  </a:lnTo>
                  <a:lnTo>
                    <a:pt x="307959" y="305307"/>
                  </a:lnTo>
                  <a:lnTo>
                    <a:pt x="314763" y="295183"/>
                  </a:lnTo>
                  <a:lnTo>
                    <a:pt x="314821" y="294894"/>
                  </a:lnTo>
                  <a:lnTo>
                    <a:pt x="69723" y="294894"/>
                  </a:lnTo>
                  <a:lnTo>
                    <a:pt x="65912" y="290194"/>
                  </a:lnTo>
                  <a:lnTo>
                    <a:pt x="65912" y="69468"/>
                  </a:lnTo>
                  <a:lnTo>
                    <a:pt x="69723" y="64769"/>
                  </a:lnTo>
                  <a:lnTo>
                    <a:pt x="315376" y="64769"/>
                  </a:lnTo>
                  <a:lnTo>
                    <a:pt x="314763" y="61686"/>
                  </a:lnTo>
                  <a:lnTo>
                    <a:pt x="307959" y="51562"/>
                  </a:lnTo>
                  <a:lnTo>
                    <a:pt x="297797" y="44771"/>
                  </a:lnTo>
                  <a:lnTo>
                    <a:pt x="285242" y="42291"/>
                  </a:lnTo>
                  <a:close/>
                </a:path>
                <a:path w="360045" h="360044">
                  <a:moveTo>
                    <a:pt x="147827" y="314579"/>
                  </a:moveTo>
                  <a:lnTo>
                    <a:pt x="127126" y="314579"/>
                  </a:lnTo>
                  <a:lnTo>
                    <a:pt x="127126" y="352170"/>
                  </a:lnTo>
                  <a:lnTo>
                    <a:pt x="131825" y="356869"/>
                  </a:lnTo>
                  <a:lnTo>
                    <a:pt x="143129" y="356869"/>
                  </a:lnTo>
                  <a:lnTo>
                    <a:pt x="147827" y="352170"/>
                  </a:lnTo>
                  <a:lnTo>
                    <a:pt x="147827" y="314579"/>
                  </a:lnTo>
                  <a:close/>
                </a:path>
                <a:path w="360045" h="360044">
                  <a:moveTo>
                    <a:pt x="190246" y="314579"/>
                  </a:moveTo>
                  <a:lnTo>
                    <a:pt x="169418" y="314579"/>
                  </a:lnTo>
                  <a:lnTo>
                    <a:pt x="169418" y="352170"/>
                  </a:lnTo>
                  <a:lnTo>
                    <a:pt x="174244" y="356869"/>
                  </a:lnTo>
                  <a:lnTo>
                    <a:pt x="185420" y="356869"/>
                  </a:lnTo>
                  <a:lnTo>
                    <a:pt x="190246" y="352170"/>
                  </a:lnTo>
                  <a:lnTo>
                    <a:pt x="190246" y="314579"/>
                  </a:lnTo>
                  <a:close/>
                </a:path>
                <a:path w="360045" h="360044">
                  <a:moveTo>
                    <a:pt x="232537" y="314579"/>
                  </a:moveTo>
                  <a:lnTo>
                    <a:pt x="211836" y="314579"/>
                  </a:lnTo>
                  <a:lnTo>
                    <a:pt x="211836" y="352170"/>
                  </a:lnTo>
                  <a:lnTo>
                    <a:pt x="216535" y="356869"/>
                  </a:lnTo>
                  <a:lnTo>
                    <a:pt x="227837" y="356869"/>
                  </a:lnTo>
                  <a:lnTo>
                    <a:pt x="232537" y="352170"/>
                  </a:lnTo>
                  <a:lnTo>
                    <a:pt x="232537" y="314579"/>
                  </a:lnTo>
                  <a:close/>
                </a:path>
                <a:path w="360045" h="360044">
                  <a:moveTo>
                    <a:pt x="274955" y="314579"/>
                  </a:moveTo>
                  <a:lnTo>
                    <a:pt x="254254" y="314579"/>
                  </a:lnTo>
                  <a:lnTo>
                    <a:pt x="254254" y="352170"/>
                  </a:lnTo>
                  <a:lnTo>
                    <a:pt x="258952" y="356869"/>
                  </a:lnTo>
                  <a:lnTo>
                    <a:pt x="270256" y="356869"/>
                  </a:lnTo>
                  <a:lnTo>
                    <a:pt x="274955" y="352170"/>
                  </a:lnTo>
                  <a:lnTo>
                    <a:pt x="274955" y="314579"/>
                  </a:lnTo>
                  <a:close/>
                </a:path>
                <a:path w="360045" h="360044">
                  <a:moveTo>
                    <a:pt x="315376" y="64769"/>
                  </a:moveTo>
                  <a:lnTo>
                    <a:pt x="290957" y="64769"/>
                  </a:lnTo>
                  <a:lnTo>
                    <a:pt x="295656" y="69468"/>
                  </a:lnTo>
                  <a:lnTo>
                    <a:pt x="295656" y="290194"/>
                  </a:lnTo>
                  <a:lnTo>
                    <a:pt x="290957" y="294894"/>
                  </a:lnTo>
                  <a:lnTo>
                    <a:pt x="314821" y="294894"/>
                  </a:lnTo>
                  <a:lnTo>
                    <a:pt x="317246" y="282701"/>
                  </a:lnTo>
                  <a:lnTo>
                    <a:pt x="317246" y="272288"/>
                  </a:lnTo>
                  <a:lnTo>
                    <a:pt x="354964" y="272288"/>
                  </a:lnTo>
                  <a:lnTo>
                    <a:pt x="359663" y="267588"/>
                  </a:lnTo>
                  <a:lnTo>
                    <a:pt x="359663" y="256412"/>
                  </a:lnTo>
                  <a:lnTo>
                    <a:pt x="354964" y="251713"/>
                  </a:lnTo>
                  <a:lnTo>
                    <a:pt x="317246" y="251713"/>
                  </a:lnTo>
                  <a:lnTo>
                    <a:pt x="317246" y="230124"/>
                  </a:lnTo>
                  <a:lnTo>
                    <a:pt x="354964" y="230124"/>
                  </a:lnTo>
                  <a:lnTo>
                    <a:pt x="359663" y="225425"/>
                  </a:lnTo>
                  <a:lnTo>
                    <a:pt x="359663" y="213232"/>
                  </a:lnTo>
                  <a:lnTo>
                    <a:pt x="354964" y="208534"/>
                  </a:lnTo>
                  <a:lnTo>
                    <a:pt x="317246" y="208534"/>
                  </a:lnTo>
                  <a:lnTo>
                    <a:pt x="317246" y="187832"/>
                  </a:lnTo>
                  <a:lnTo>
                    <a:pt x="354964" y="187832"/>
                  </a:lnTo>
                  <a:lnTo>
                    <a:pt x="359663" y="183134"/>
                  </a:lnTo>
                  <a:lnTo>
                    <a:pt x="359663" y="170942"/>
                  </a:lnTo>
                  <a:lnTo>
                    <a:pt x="354964" y="166243"/>
                  </a:lnTo>
                  <a:lnTo>
                    <a:pt x="317246" y="166243"/>
                  </a:lnTo>
                  <a:lnTo>
                    <a:pt x="317246" y="145542"/>
                  </a:lnTo>
                  <a:lnTo>
                    <a:pt x="357759" y="145542"/>
                  </a:lnTo>
                  <a:lnTo>
                    <a:pt x="359663" y="143637"/>
                  </a:lnTo>
                  <a:lnTo>
                    <a:pt x="359663" y="131444"/>
                  </a:lnTo>
                  <a:lnTo>
                    <a:pt x="354964" y="126745"/>
                  </a:lnTo>
                  <a:lnTo>
                    <a:pt x="317246" y="126745"/>
                  </a:lnTo>
                  <a:lnTo>
                    <a:pt x="317246" y="105156"/>
                  </a:lnTo>
                  <a:lnTo>
                    <a:pt x="354964" y="105156"/>
                  </a:lnTo>
                  <a:lnTo>
                    <a:pt x="359663" y="100456"/>
                  </a:lnTo>
                  <a:lnTo>
                    <a:pt x="359663" y="89281"/>
                  </a:lnTo>
                  <a:lnTo>
                    <a:pt x="354964" y="84581"/>
                  </a:lnTo>
                  <a:lnTo>
                    <a:pt x="317246" y="84581"/>
                  </a:lnTo>
                  <a:lnTo>
                    <a:pt x="317246" y="74168"/>
                  </a:lnTo>
                  <a:lnTo>
                    <a:pt x="315376" y="64769"/>
                  </a:lnTo>
                  <a:close/>
                </a:path>
                <a:path w="360045" h="360044">
                  <a:moveTo>
                    <a:pt x="357759" y="145542"/>
                  </a:moveTo>
                  <a:lnTo>
                    <a:pt x="349250" y="145542"/>
                  </a:lnTo>
                  <a:lnTo>
                    <a:pt x="349250" y="148336"/>
                  </a:lnTo>
                  <a:lnTo>
                    <a:pt x="354964" y="148336"/>
                  </a:lnTo>
                  <a:lnTo>
                    <a:pt x="357759" y="145542"/>
                  </a:lnTo>
                  <a:close/>
                </a:path>
                <a:path w="360045" h="360044">
                  <a:moveTo>
                    <a:pt x="100711" y="0"/>
                  </a:moveTo>
                  <a:lnTo>
                    <a:pt x="89408" y="0"/>
                  </a:lnTo>
                  <a:lnTo>
                    <a:pt x="84709" y="4699"/>
                  </a:lnTo>
                  <a:lnTo>
                    <a:pt x="84709" y="42291"/>
                  </a:lnTo>
                  <a:lnTo>
                    <a:pt x="105410" y="42291"/>
                  </a:lnTo>
                  <a:lnTo>
                    <a:pt x="105410" y="4699"/>
                  </a:lnTo>
                  <a:lnTo>
                    <a:pt x="100711" y="0"/>
                  </a:lnTo>
                  <a:close/>
                </a:path>
                <a:path w="360045" h="360044">
                  <a:moveTo>
                    <a:pt x="143129" y="0"/>
                  </a:moveTo>
                  <a:lnTo>
                    <a:pt x="131825" y="0"/>
                  </a:lnTo>
                  <a:lnTo>
                    <a:pt x="127126" y="4699"/>
                  </a:lnTo>
                  <a:lnTo>
                    <a:pt x="127126" y="42291"/>
                  </a:lnTo>
                  <a:lnTo>
                    <a:pt x="147827" y="42291"/>
                  </a:lnTo>
                  <a:lnTo>
                    <a:pt x="147827" y="4699"/>
                  </a:lnTo>
                  <a:lnTo>
                    <a:pt x="143129" y="0"/>
                  </a:lnTo>
                  <a:close/>
                </a:path>
                <a:path w="360045" h="360044">
                  <a:moveTo>
                    <a:pt x="185420" y="0"/>
                  </a:moveTo>
                  <a:lnTo>
                    <a:pt x="174244" y="0"/>
                  </a:lnTo>
                  <a:lnTo>
                    <a:pt x="169418" y="4699"/>
                  </a:lnTo>
                  <a:lnTo>
                    <a:pt x="169418" y="42291"/>
                  </a:lnTo>
                  <a:lnTo>
                    <a:pt x="190246" y="42291"/>
                  </a:lnTo>
                  <a:lnTo>
                    <a:pt x="190246" y="4699"/>
                  </a:lnTo>
                  <a:lnTo>
                    <a:pt x="185420" y="0"/>
                  </a:lnTo>
                  <a:close/>
                </a:path>
                <a:path w="360045" h="360044">
                  <a:moveTo>
                    <a:pt x="227837" y="0"/>
                  </a:moveTo>
                  <a:lnTo>
                    <a:pt x="216535" y="0"/>
                  </a:lnTo>
                  <a:lnTo>
                    <a:pt x="211836" y="4699"/>
                  </a:lnTo>
                  <a:lnTo>
                    <a:pt x="211836" y="42291"/>
                  </a:lnTo>
                  <a:lnTo>
                    <a:pt x="232537" y="42291"/>
                  </a:lnTo>
                  <a:lnTo>
                    <a:pt x="232537" y="4699"/>
                  </a:lnTo>
                  <a:lnTo>
                    <a:pt x="227837" y="0"/>
                  </a:lnTo>
                  <a:close/>
                </a:path>
                <a:path w="360045" h="360044">
                  <a:moveTo>
                    <a:pt x="270256" y="0"/>
                  </a:moveTo>
                  <a:lnTo>
                    <a:pt x="258952" y="0"/>
                  </a:lnTo>
                  <a:lnTo>
                    <a:pt x="254254" y="4699"/>
                  </a:lnTo>
                  <a:lnTo>
                    <a:pt x="254254" y="42291"/>
                  </a:lnTo>
                  <a:lnTo>
                    <a:pt x="274955" y="42291"/>
                  </a:lnTo>
                  <a:lnTo>
                    <a:pt x="274955" y="4699"/>
                  </a:lnTo>
                  <a:lnTo>
                    <a:pt x="270256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98108" y="2045208"/>
              <a:ext cx="188975" cy="18897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368296" y="3735323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4" h="361314">
                  <a:moveTo>
                    <a:pt x="285242" y="42417"/>
                  </a:moveTo>
                  <a:lnTo>
                    <a:pt x="73406" y="42417"/>
                  </a:lnTo>
                  <a:lnTo>
                    <a:pt x="61438" y="44920"/>
                  </a:lnTo>
                  <a:lnTo>
                    <a:pt x="51577" y="51768"/>
                  </a:lnTo>
                  <a:lnTo>
                    <a:pt x="44884" y="61974"/>
                  </a:lnTo>
                  <a:lnTo>
                    <a:pt x="42418" y="74548"/>
                  </a:lnTo>
                  <a:lnTo>
                    <a:pt x="42418" y="84835"/>
                  </a:lnTo>
                  <a:lnTo>
                    <a:pt x="4699" y="84835"/>
                  </a:lnTo>
                  <a:lnTo>
                    <a:pt x="0" y="89662"/>
                  </a:lnTo>
                  <a:lnTo>
                    <a:pt x="0" y="100964"/>
                  </a:lnTo>
                  <a:lnTo>
                    <a:pt x="4699" y="105663"/>
                  </a:lnTo>
                  <a:lnTo>
                    <a:pt x="42418" y="105663"/>
                  </a:lnTo>
                  <a:lnTo>
                    <a:pt x="42418" y="127381"/>
                  </a:lnTo>
                  <a:lnTo>
                    <a:pt x="4699" y="127381"/>
                  </a:lnTo>
                  <a:lnTo>
                    <a:pt x="0" y="132079"/>
                  </a:lnTo>
                  <a:lnTo>
                    <a:pt x="0" y="144284"/>
                  </a:lnTo>
                  <a:lnTo>
                    <a:pt x="4699" y="149021"/>
                  </a:lnTo>
                  <a:lnTo>
                    <a:pt x="42418" y="149021"/>
                  </a:lnTo>
                  <a:lnTo>
                    <a:pt x="42418" y="169760"/>
                  </a:lnTo>
                  <a:lnTo>
                    <a:pt x="4699" y="169760"/>
                  </a:lnTo>
                  <a:lnTo>
                    <a:pt x="0" y="174459"/>
                  </a:lnTo>
                  <a:lnTo>
                    <a:pt x="0" y="186728"/>
                  </a:lnTo>
                  <a:lnTo>
                    <a:pt x="4699" y="191427"/>
                  </a:lnTo>
                  <a:lnTo>
                    <a:pt x="42418" y="191427"/>
                  </a:lnTo>
                  <a:lnTo>
                    <a:pt x="42418" y="212204"/>
                  </a:lnTo>
                  <a:lnTo>
                    <a:pt x="4699" y="212204"/>
                  </a:lnTo>
                  <a:lnTo>
                    <a:pt x="0" y="216903"/>
                  </a:lnTo>
                  <a:lnTo>
                    <a:pt x="0" y="229171"/>
                  </a:lnTo>
                  <a:lnTo>
                    <a:pt x="4699" y="233870"/>
                  </a:lnTo>
                  <a:lnTo>
                    <a:pt x="42418" y="233870"/>
                  </a:lnTo>
                  <a:lnTo>
                    <a:pt x="42418" y="254609"/>
                  </a:lnTo>
                  <a:lnTo>
                    <a:pt x="4699" y="254609"/>
                  </a:lnTo>
                  <a:lnTo>
                    <a:pt x="0" y="259334"/>
                  </a:lnTo>
                  <a:lnTo>
                    <a:pt x="0" y="271576"/>
                  </a:lnTo>
                  <a:lnTo>
                    <a:pt x="4699" y="276313"/>
                  </a:lnTo>
                  <a:lnTo>
                    <a:pt x="42418" y="276313"/>
                  </a:lnTo>
                  <a:lnTo>
                    <a:pt x="42418" y="286664"/>
                  </a:lnTo>
                  <a:lnTo>
                    <a:pt x="44884" y="299242"/>
                  </a:lnTo>
                  <a:lnTo>
                    <a:pt x="51577" y="309429"/>
                  </a:lnTo>
                  <a:lnTo>
                    <a:pt x="61438" y="316253"/>
                  </a:lnTo>
                  <a:lnTo>
                    <a:pt x="73406" y="318744"/>
                  </a:lnTo>
                  <a:lnTo>
                    <a:pt x="84709" y="318744"/>
                  </a:lnTo>
                  <a:lnTo>
                    <a:pt x="84709" y="356463"/>
                  </a:lnTo>
                  <a:lnTo>
                    <a:pt x="89408" y="361162"/>
                  </a:lnTo>
                  <a:lnTo>
                    <a:pt x="100711" y="361162"/>
                  </a:lnTo>
                  <a:lnTo>
                    <a:pt x="105410" y="356463"/>
                  </a:lnTo>
                  <a:lnTo>
                    <a:pt x="105410" y="315899"/>
                  </a:lnTo>
                  <a:lnTo>
                    <a:pt x="285242" y="315899"/>
                  </a:lnTo>
                  <a:lnTo>
                    <a:pt x="297797" y="313409"/>
                  </a:lnTo>
                  <a:lnTo>
                    <a:pt x="307959" y="306587"/>
                  </a:lnTo>
                  <a:lnTo>
                    <a:pt x="314763" y="296408"/>
                  </a:lnTo>
                  <a:lnTo>
                    <a:pt x="314826" y="296087"/>
                  </a:lnTo>
                  <a:lnTo>
                    <a:pt x="69723" y="296087"/>
                  </a:lnTo>
                  <a:lnTo>
                    <a:pt x="65912" y="291388"/>
                  </a:lnTo>
                  <a:lnTo>
                    <a:pt x="65912" y="69850"/>
                  </a:lnTo>
                  <a:lnTo>
                    <a:pt x="69723" y="65150"/>
                  </a:lnTo>
                  <a:lnTo>
                    <a:pt x="315390" y="65150"/>
                  </a:lnTo>
                  <a:lnTo>
                    <a:pt x="314763" y="61974"/>
                  </a:lnTo>
                  <a:lnTo>
                    <a:pt x="307959" y="51768"/>
                  </a:lnTo>
                  <a:lnTo>
                    <a:pt x="297797" y="44920"/>
                  </a:lnTo>
                  <a:lnTo>
                    <a:pt x="285242" y="42417"/>
                  </a:lnTo>
                  <a:close/>
                </a:path>
                <a:path w="360044" h="361314">
                  <a:moveTo>
                    <a:pt x="147828" y="315899"/>
                  </a:moveTo>
                  <a:lnTo>
                    <a:pt x="127127" y="315899"/>
                  </a:lnTo>
                  <a:lnTo>
                    <a:pt x="127127" y="353618"/>
                  </a:lnTo>
                  <a:lnTo>
                    <a:pt x="131826" y="358343"/>
                  </a:lnTo>
                  <a:lnTo>
                    <a:pt x="143129" y="358343"/>
                  </a:lnTo>
                  <a:lnTo>
                    <a:pt x="147828" y="353618"/>
                  </a:lnTo>
                  <a:lnTo>
                    <a:pt x="147828" y="315899"/>
                  </a:lnTo>
                  <a:close/>
                </a:path>
                <a:path w="360044" h="361314">
                  <a:moveTo>
                    <a:pt x="190246" y="315899"/>
                  </a:moveTo>
                  <a:lnTo>
                    <a:pt x="169418" y="315899"/>
                  </a:lnTo>
                  <a:lnTo>
                    <a:pt x="169418" y="353618"/>
                  </a:lnTo>
                  <a:lnTo>
                    <a:pt x="174244" y="358343"/>
                  </a:lnTo>
                  <a:lnTo>
                    <a:pt x="185420" y="358343"/>
                  </a:lnTo>
                  <a:lnTo>
                    <a:pt x="190246" y="353618"/>
                  </a:lnTo>
                  <a:lnTo>
                    <a:pt x="190246" y="315899"/>
                  </a:lnTo>
                  <a:close/>
                </a:path>
                <a:path w="360044" h="361314">
                  <a:moveTo>
                    <a:pt x="232537" y="315899"/>
                  </a:moveTo>
                  <a:lnTo>
                    <a:pt x="211836" y="315899"/>
                  </a:lnTo>
                  <a:lnTo>
                    <a:pt x="211836" y="353618"/>
                  </a:lnTo>
                  <a:lnTo>
                    <a:pt x="216535" y="358343"/>
                  </a:lnTo>
                  <a:lnTo>
                    <a:pt x="227837" y="358343"/>
                  </a:lnTo>
                  <a:lnTo>
                    <a:pt x="232537" y="353618"/>
                  </a:lnTo>
                  <a:lnTo>
                    <a:pt x="232537" y="315899"/>
                  </a:lnTo>
                  <a:close/>
                </a:path>
                <a:path w="360044" h="361314">
                  <a:moveTo>
                    <a:pt x="274955" y="315899"/>
                  </a:moveTo>
                  <a:lnTo>
                    <a:pt x="254254" y="315899"/>
                  </a:lnTo>
                  <a:lnTo>
                    <a:pt x="254254" y="353618"/>
                  </a:lnTo>
                  <a:lnTo>
                    <a:pt x="258953" y="358343"/>
                  </a:lnTo>
                  <a:lnTo>
                    <a:pt x="270256" y="358343"/>
                  </a:lnTo>
                  <a:lnTo>
                    <a:pt x="274955" y="353618"/>
                  </a:lnTo>
                  <a:lnTo>
                    <a:pt x="274955" y="315899"/>
                  </a:lnTo>
                  <a:close/>
                </a:path>
                <a:path w="360044" h="361314">
                  <a:moveTo>
                    <a:pt x="315390" y="65150"/>
                  </a:moveTo>
                  <a:lnTo>
                    <a:pt x="290956" y="65150"/>
                  </a:lnTo>
                  <a:lnTo>
                    <a:pt x="295656" y="69850"/>
                  </a:lnTo>
                  <a:lnTo>
                    <a:pt x="295656" y="291388"/>
                  </a:lnTo>
                  <a:lnTo>
                    <a:pt x="290956" y="296087"/>
                  </a:lnTo>
                  <a:lnTo>
                    <a:pt x="314826" y="296087"/>
                  </a:lnTo>
                  <a:lnTo>
                    <a:pt x="317246" y="283844"/>
                  </a:lnTo>
                  <a:lnTo>
                    <a:pt x="317246" y="273469"/>
                  </a:lnTo>
                  <a:lnTo>
                    <a:pt x="354965" y="273469"/>
                  </a:lnTo>
                  <a:lnTo>
                    <a:pt x="359664" y="268770"/>
                  </a:lnTo>
                  <a:lnTo>
                    <a:pt x="359664" y="257454"/>
                  </a:lnTo>
                  <a:lnTo>
                    <a:pt x="354965" y="252717"/>
                  </a:lnTo>
                  <a:lnTo>
                    <a:pt x="317246" y="252717"/>
                  </a:lnTo>
                  <a:lnTo>
                    <a:pt x="317246" y="231051"/>
                  </a:lnTo>
                  <a:lnTo>
                    <a:pt x="354965" y="231051"/>
                  </a:lnTo>
                  <a:lnTo>
                    <a:pt x="359664" y="226326"/>
                  </a:lnTo>
                  <a:lnTo>
                    <a:pt x="359664" y="214083"/>
                  </a:lnTo>
                  <a:lnTo>
                    <a:pt x="354965" y="209359"/>
                  </a:lnTo>
                  <a:lnTo>
                    <a:pt x="317246" y="209359"/>
                  </a:lnTo>
                  <a:lnTo>
                    <a:pt x="317246" y="188620"/>
                  </a:lnTo>
                  <a:lnTo>
                    <a:pt x="354965" y="188620"/>
                  </a:lnTo>
                  <a:lnTo>
                    <a:pt x="359664" y="183883"/>
                  </a:lnTo>
                  <a:lnTo>
                    <a:pt x="359664" y="171640"/>
                  </a:lnTo>
                  <a:lnTo>
                    <a:pt x="354965" y="166916"/>
                  </a:lnTo>
                  <a:lnTo>
                    <a:pt x="317246" y="166916"/>
                  </a:lnTo>
                  <a:lnTo>
                    <a:pt x="317246" y="146176"/>
                  </a:lnTo>
                  <a:lnTo>
                    <a:pt x="357786" y="146176"/>
                  </a:lnTo>
                  <a:lnTo>
                    <a:pt x="359664" y="144284"/>
                  </a:lnTo>
                  <a:lnTo>
                    <a:pt x="359664" y="132079"/>
                  </a:lnTo>
                  <a:lnTo>
                    <a:pt x="354965" y="127381"/>
                  </a:lnTo>
                  <a:lnTo>
                    <a:pt x="317246" y="127381"/>
                  </a:lnTo>
                  <a:lnTo>
                    <a:pt x="317246" y="105663"/>
                  </a:lnTo>
                  <a:lnTo>
                    <a:pt x="354965" y="105663"/>
                  </a:lnTo>
                  <a:lnTo>
                    <a:pt x="359664" y="100964"/>
                  </a:lnTo>
                  <a:lnTo>
                    <a:pt x="359664" y="89662"/>
                  </a:lnTo>
                  <a:lnTo>
                    <a:pt x="354965" y="84835"/>
                  </a:lnTo>
                  <a:lnTo>
                    <a:pt x="317246" y="84835"/>
                  </a:lnTo>
                  <a:lnTo>
                    <a:pt x="317246" y="74548"/>
                  </a:lnTo>
                  <a:lnTo>
                    <a:pt x="315390" y="65150"/>
                  </a:lnTo>
                  <a:close/>
                </a:path>
                <a:path w="360044" h="361314">
                  <a:moveTo>
                    <a:pt x="357786" y="146176"/>
                  </a:moveTo>
                  <a:lnTo>
                    <a:pt x="349250" y="146176"/>
                  </a:lnTo>
                  <a:lnTo>
                    <a:pt x="349250" y="149021"/>
                  </a:lnTo>
                  <a:lnTo>
                    <a:pt x="354965" y="149021"/>
                  </a:lnTo>
                  <a:lnTo>
                    <a:pt x="357786" y="146176"/>
                  </a:lnTo>
                  <a:close/>
                </a:path>
                <a:path w="360044" h="361314">
                  <a:moveTo>
                    <a:pt x="100711" y="0"/>
                  </a:moveTo>
                  <a:lnTo>
                    <a:pt x="89408" y="0"/>
                  </a:lnTo>
                  <a:lnTo>
                    <a:pt x="84709" y="4698"/>
                  </a:lnTo>
                  <a:lnTo>
                    <a:pt x="84709" y="42417"/>
                  </a:lnTo>
                  <a:lnTo>
                    <a:pt x="105410" y="42417"/>
                  </a:lnTo>
                  <a:lnTo>
                    <a:pt x="105410" y="4698"/>
                  </a:lnTo>
                  <a:lnTo>
                    <a:pt x="100711" y="0"/>
                  </a:lnTo>
                  <a:close/>
                </a:path>
                <a:path w="360044" h="361314">
                  <a:moveTo>
                    <a:pt x="143129" y="0"/>
                  </a:moveTo>
                  <a:lnTo>
                    <a:pt x="131826" y="0"/>
                  </a:lnTo>
                  <a:lnTo>
                    <a:pt x="127127" y="4698"/>
                  </a:lnTo>
                  <a:lnTo>
                    <a:pt x="127127" y="42417"/>
                  </a:lnTo>
                  <a:lnTo>
                    <a:pt x="147828" y="42417"/>
                  </a:lnTo>
                  <a:lnTo>
                    <a:pt x="147828" y="4698"/>
                  </a:lnTo>
                  <a:lnTo>
                    <a:pt x="143129" y="0"/>
                  </a:lnTo>
                  <a:close/>
                </a:path>
                <a:path w="360044" h="361314">
                  <a:moveTo>
                    <a:pt x="185420" y="0"/>
                  </a:moveTo>
                  <a:lnTo>
                    <a:pt x="174244" y="0"/>
                  </a:lnTo>
                  <a:lnTo>
                    <a:pt x="169418" y="4698"/>
                  </a:lnTo>
                  <a:lnTo>
                    <a:pt x="169418" y="42417"/>
                  </a:lnTo>
                  <a:lnTo>
                    <a:pt x="190246" y="42417"/>
                  </a:lnTo>
                  <a:lnTo>
                    <a:pt x="190246" y="4698"/>
                  </a:lnTo>
                  <a:lnTo>
                    <a:pt x="185420" y="0"/>
                  </a:lnTo>
                  <a:close/>
                </a:path>
                <a:path w="360044" h="361314">
                  <a:moveTo>
                    <a:pt x="227837" y="0"/>
                  </a:moveTo>
                  <a:lnTo>
                    <a:pt x="216535" y="0"/>
                  </a:lnTo>
                  <a:lnTo>
                    <a:pt x="211836" y="4698"/>
                  </a:lnTo>
                  <a:lnTo>
                    <a:pt x="211836" y="42417"/>
                  </a:lnTo>
                  <a:lnTo>
                    <a:pt x="232537" y="42417"/>
                  </a:lnTo>
                  <a:lnTo>
                    <a:pt x="232537" y="4698"/>
                  </a:lnTo>
                  <a:lnTo>
                    <a:pt x="227837" y="0"/>
                  </a:lnTo>
                  <a:close/>
                </a:path>
                <a:path w="360044" h="361314">
                  <a:moveTo>
                    <a:pt x="270256" y="0"/>
                  </a:moveTo>
                  <a:lnTo>
                    <a:pt x="258953" y="0"/>
                  </a:lnTo>
                  <a:lnTo>
                    <a:pt x="254254" y="4698"/>
                  </a:lnTo>
                  <a:lnTo>
                    <a:pt x="254254" y="42417"/>
                  </a:lnTo>
                  <a:lnTo>
                    <a:pt x="274955" y="42417"/>
                  </a:lnTo>
                  <a:lnTo>
                    <a:pt x="274955" y="4698"/>
                  </a:lnTo>
                  <a:lnTo>
                    <a:pt x="270256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55163" y="3820667"/>
              <a:ext cx="188975" cy="18897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715768" y="3733800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4" h="361314">
                  <a:moveTo>
                    <a:pt x="285242" y="42418"/>
                  </a:moveTo>
                  <a:lnTo>
                    <a:pt x="73406" y="42418"/>
                  </a:lnTo>
                  <a:lnTo>
                    <a:pt x="61438" y="44920"/>
                  </a:lnTo>
                  <a:lnTo>
                    <a:pt x="51577" y="51768"/>
                  </a:lnTo>
                  <a:lnTo>
                    <a:pt x="44884" y="61974"/>
                  </a:lnTo>
                  <a:lnTo>
                    <a:pt x="42418" y="74549"/>
                  </a:lnTo>
                  <a:lnTo>
                    <a:pt x="42418" y="84836"/>
                  </a:lnTo>
                  <a:lnTo>
                    <a:pt x="4699" y="84836"/>
                  </a:lnTo>
                  <a:lnTo>
                    <a:pt x="0" y="89662"/>
                  </a:lnTo>
                  <a:lnTo>
                    <a:pt x="0" y="100965"/>
                  </a:lnTo>
                  <a:lnTo>
                    <a:pt x="4699" y="105663"/>
                  </a:lnTo>
                  <a:lnTo>
                    <a:pt x="42418" y="105663"/>
                  </a:lnTo>
                  <a:lnTo>
                    <a:pt x="42418" y="127381"/>
                  </a:lnTo>
                  <a:lnTo>
                    <a:pt x="4699" y="127381"/>
                  </a:lnTo>
                  <a:lnTo>
                    <a:pt x="0" y="132080"/>
                  </a:lnTo>
                  <a:lnTo>
                    <a:pt x="0" y="144284"/>
                  </a:lnTo>
                  <a:lnTo>
                    <a:pt x="4699" y="149021"/>
                  </a:lnTo>
                  <a:lnTo>
                    <a:pt x="42418" y="149021"/>
                  </a:lnTo>
                  <a:lnTo>
                    <a:pt x="42418" y="169760"/>
                  </a:lnTo>
                  <a:lnTo>
                    <a:pt x="4699" y="169760"/>
                  </a:lnTo>
                  <a:lnTo>
                    <a:pt x="0" y="174459"/>
                  </a:lnTo>
                  <a:lnTo>
                    <a:pt x="0" y="186728"/>
                  </a:lnTo>
                  <a:lnTo>
                    <a:pt x="4699" y="191427"/>
                  </a:lnTo>
                  <a:lnTo>
                    <a:pt x="42418" y="191427"/>
                  </a:lnTo>
                  <a:lnTo>
                    <a:pt x="42418" y="212204"/>
                  </a:lnTo>
                  <a:lnTo>
                    <a:pt x="4699" y="212204"/>
                  </a:lnTo>
                  <a:lnTo>
                    <a:pt x="0" y="216903"/>
                  </a:lnTo>
                  <a:lnTo>
                    <a:pt x="0" y="229171"/>
                  </a:lnTo>
                  <a:lnTo>
                    <a:pt x="4699" y="233870"/>
                  </a:lnTo>
                  <a:lnTo>
                    <a:pt x="42418" y="233870"/>
                  </a:lnTo>
                  <a:lnTo>
                    <a:pt x="42418" y="254609"/>
                  </a:lnTo>
                  <a:lnTo>
                    <a:pt x="4699" y="254609"/>
                  </a:lnTo>
                  <a:lnTo>
                    <a:pt x="0" y="259334"/>
                  </a:lnTo>
                  <a:lnTo>
                    <a:pt x="0" y="271576"/>
                  </a:lnTo>
                  <a:lnTo>
                    <a:pt x="4699" y="276313"/>
                  </a:lnTo>
                  <a:lnTo>
                    <a:pt x="42418" y="276313"/>
                  </a:lnTo>
                  <a:lnTo>
                    <a:pt x="42418" y="286664"/>
                  </a:lnTo>
                  <a:lnTo>
                    <a:pt x="44884" y="299242"/>
                  </a:lnTo>
                  <a:lnTo>
                    <a:pt x="51577" y="309429"/>
                  </a:lnTo>
                  <a:lnTo>
                    <a:pt x="61438" y="316253"/>
                  </a:lnTo>
                  <a:lnTo>
                    <a:pt x="73406" y="318744"/>
                  </a:lnTo>
                  <a:lnTo>
                    <a:pt x="84708" y="318744"/>
                  </a:lnTo>
                  <a:lnTo>
                    <a:pt x="84708" y="356463"/>
                  </a:lnTo>
                  <a:lnTo>
                    <a:pt x="89407" y="361162"/>
                  </a:lnTo>
                  <a:lnTo>
                    <a:pt x="100711" y="361162"/>
                  </a:lnTo>
                  <a:lnTo>
                    <a:pt x="105409" y="356463"/>
                  </a:lnTo>
                  <a:lnTo>
                    <a:pt x="105409" y="315899"/>
                  </a:lnTo>
                  <a:lnTo>
                    <a:pt x="285242" y="315899"/>
                  </a:lnTo>
                  <a:lnTo>
                    <a:pt x="297797" y="313409"/>
                  </a:lnTo>
                  <a:lnTo>
                    <a:pt x="307959" y="306587"/>
                  </a:lnTo>
                  <a:lnTo>
                    <a:pt x="314763" y="296408"/>
                  </a:lnTo>
                  <a:lnTo>
                    <a:pt x="314826" y="296087"/>
                  </a:lnTo>
                  <a:lnTo>
                    <a:pt x="69723" y="296087"/>
                  </a:lnTo>
                  <a:lnTo>
                    <a:pt x="65912" y="291388"/>
                  </a:lnTo>
                  <a:lnTo>
                    <a:pt x="65912" y="69850"/>
                  </a:lnTo>
                  <a:lnTo>
                    <a:pt x="69723" y="65150"/>
                  </a:lnTo>
                  <a:lnTo>
                    <a:pt x="315390" y="65150"/>
                  </a:lnTo>
                  <a:lnTo>
                    <a:pt x="314763" y="61974"/>
                  </a:lnTo>
                  <a:lnTo>
                    <a:pt x="307959" y="51768"/>
                  </a:lnTo>
                  <a:lnTo>
                    <a:pt x="297797" y="44920"/>
                  </a:lnTo>
                  <a:lnTo>
                    <a:pt x="285242" y="42418"/>
                  </a:lnTo>
                  <a:close/>
                </a:path>
                <a:path w="360044" h="361314">
                  <a:moveTo>
                    <a:pt x="147827" y="315899"/>
                  </a:moveTo>
                  <a:lnTo>
                    <a:pt x="127126" y="315899"/>
                  </a:lnTo>
                  <a:lnTo>
                    <a:pt x="127126" y="353618"/>
                  </a:lnTo>
                  <a:lnTo>
                    <a:pt x="131825" y="358343"/>
                  </a:lnTo>
                  <a:lnTo>
                    <a:pt x="143129" y="358343"/>
                  </a:lnTo>
                  <a:lnTo>
                    <a:pt x="147827" y="353618"/>
                  </a:lnTo>
                  <a:lnTo>
                    <a:pt x="147827" y="315899"/>
                  </a:lnTo>
                  <a:close/>
                </a:path>
                <a:path w="360044" h="361314">
                  <a:moveTo>
                    <a:pt x="190245" y="315899"/>
                  </a:moveTo>
                  <a:lnTo>
                    <a:pt x="169418" y="315899"/>
                  </a:lnTo>
                  <a:lnTo>
                    <a:pt x="169418" y="353618"/>
                  </a:lnTo>
                  <a:lnTo>
                    <a:pt x="174244" y="358343"/>
                  </a:lnTo>
                  <a:lnTo>
                    <a:pt x="185419" y="358343"/>
                  </a:lnTo>
                  <a:lnTo>
                    <a:pt x="190245" y="353618"/>
                  </a:lnTo>
                  <a:lnTo>
                    <a:pt x="190245" y="315899"/>
                  </a:lnTo>
                  <a:close/>
                </a:path>
                <a:path w="360044" h="361314">
                  <a:moveTo>
                    <a:pt x="232537" y="315899"/>
                  </a:moveTo>
                  <a:lnTo>
                    <a:pt x="211836" y="315899"/>
                  </a:lnTo>
                  <a:lnTo>
                    <a:pt x="211836" y="353618"/>
                  </a:lnTo>
                  <a:lnTo>
                    <a:pt x="216534" y="358343"/>
                  </a:lnTo>
                  <a:lnTo>
                    <a:pt x="227837" y="358343"/>
                  </a:lnTo>
                  <a:lnTo>
                    <a:pt x="232537" y="353618"/>
                  </a:lnTo>
                  <a:lnTo>
                    <a:pt x="232537" y="315899"/>
                  </a:lnTo>
                  <a:close/>
                </a:path>
                <a:path w="360044" h="361314">
                  <a:moveTo>
                    <a:pt x="274955" y="315899"/>
                  </a:moveTo>
                  <a:lnTo>
                    <a:pt x="254254" y="315899"/>
                  </a:lnTo>
                  <a:lnTo>
                    <a:pt x="254254" y="353618"/>
                  </a:lnTo>
                  <a:lnTo>
                    <a:pt x="258952" y="358343"/>
                  </a:lnTo>
                  <a:lnTo>
                    <a:pt x="270256" y="358343"/>
                  </a:lnTo>
                  <a:lnTo>
                    <a:pt x="274955" y="353618"/>
                  </a:lnTo>
                  <a:lnTo>
                    <a:pt x="274955" y="315899"/>
                  </a:lnTo>
                  <a:close/>
                </a:path>
                <a:path w="360044" h="361314">
                  <a:moveTo>
                    <a:pt x="315390" y="65150"/>
                  </a:moveTo>
                  <a:lnTo>
                    <a:pt x="290956" y="65150"/>
                  </a:lnTo>
                  <a:lnTo>
                    <a:pt x="295656" y="69850"/>
                  </a:lnTo>
                  <a:lnTo>
                    <a:pt x="295656" y="291388"/>
                  </a:lnTo>
                  <a:lnTo>
                    <a:pt x="290956" y="296087"/>
                  </a:lnTo>
                  <a:lnTo>
                    <a:pt x="314826" y="296087"/>
                  </a:lnTo>
                  <a:lnTo>
                    <a:pt x="317245" y="283844"/>
                  </a:lnTo>
                  <a:lnTo>
                    <a:pt x="317245" y="273469"/>
                  </a:lnTo>
                  <a:lnTo>
                    <a:pt x="354964" y="273469"/>
                  </a:lnTo>
                  <a:lnTo>
                    <a:pt x="359663" y="268770"/>
                  </a:lnTo>
                  <a:lnTo>
                    <a:pt x="359663" y="257454"/>
                  </a:lnTo>
                  <a:lnTo>
                    <a:pt x="354964" y="252717"/>
                  </a:lnTo>
                  <a:lnTo>
                    <a:pt x="317245" y="252717"/>
                  </a:lnTo>
                  <a:lnTo>
                    <a:pt x="317245" y="231051"/>
                  </a:lnTo>
                  <a:lnTo>
                    <a:pt x="354964" y="231051"/>
                  </a:lnTo>
                  <a:lnTo>
                    <a:pt x="359663" y="226326"/>
                  </a:lnTo>
                  <a:lnTo>
                    <a:pt x="359663" y="214083"/>
                  </a:lnTo>
                  <a:lnTo>
                    <a:pt x="354964" y="209359"/>
                  </a:lnTo>
                  <a:lnTo>
                    <a:pt x="317245" y="209359"/>
                  </a:lnTo>
                  <a:lnTo>
                    <a:pt x="317245" y="188620"/>
                  </a:lnTo>
                  <a:lnTo>
                    <a:pt x="354964" y="188620"/>
                  </a:lnTo>
                  <a:lnTo>
                    <a:pt x="359663" y="183883"/>
                  </a:lnTo>
                  <a:lnTo>
                    <a:pt x="359663" y="171640"/>
                  </a:lnTo>
                  <a:lnTo>
                    <a:pt x="354964" y="166916"/>
                  </a:lnTo>
                  <a:lnTo>
                    <a:pt x="317245" y="166916"/>
                  </a:lnTo>
                  <a:lnTo>
                    <a:pt x="317245" y="146177"/>
                  </a:lnTo>
                  <a:lnTo>
                    <a:pt x="357786" y="146177"/>
                  </a:lnTo>
                  <a:lnTo>
                    <a:pt x="359663" y="144284"/>
                  </a:lnTo>
                  <a:lnTo>
                    <a:pt x="359663" y="132080"/>
                  </a:lnTo>
                  <a:lnTo>
                    <a:pt x="354964" y="127381"/>
                  </a:lnTo>
                  <a:lnTo>
                    <a:pt x="317245" y="127381"/>
                  </a:lnTo>
                  <a:lnTo>
                    <a:pt x="317245" y="105663"/>
                  </a:lnTo>
                  <a:lnTo>
                    <a:pt x="354964" y="105663"/>
                  </a:lnTo>
                  <a:lnTo>
                    <a:pt x="359663" y="100965"/>
                  </a:lnTo>
                  <a:lnTo>
                    <a:pt x="359663" y="89662"/>
                  </a:lnTo>
                  <a:lnTo>
                    <a:pt x="354964" y="84836"/>
                  </a:lnTo>
                  <a:lnTo>
                    <a:pt x="317245" y="84836"/>
                  </a:lnTo>
                  <a:lnTo>
                    <a:pt x="317245" y="74549"/>
                  </a:lnTo>
                  <a:lnTo>
                    <a:pt x="315390" y="65150"/>
                  </a:lnTo>
                  <a:close/>
                </a:path>
                <a:path w="360044" h="361314">
                  <a:moveTo>
                    <a:pt x="357786" y="146177"/>
                  </a:moveTo>
                  <a:lnTo>
                    <a:pt x="349250" y="146177"/>
                  </a:lnTo>
                  <a:lnTo>
                    <a:pt x="349250" y="149021"/>
                  </a:lnTo>
                  <a:lnTo>
                    <a:pt x="354964" y="149021"/>
                  </a:lnTo>
                  <a:lnTo>
                    <a:pt x="357786" y="146177"/>
                  </a:lnTo>
                  <a:close/>
                </a:path>
                <a:path w="360044" h="361314">
                  <a:moveTo>
                    <a:pt x="100711" y="0"/>
                  </a:moveTo>
                  <a:lnTo>
                    <a:pt x="89407" y="0"/>
                  </a:lnTo>
                  <a:lnTo>
                    <a:pt x="84708" y="4699"/>
                  </a:lnTo>
                  <a:lnTo>
                    <a:pt x="84708" y="42418"/>
                  </a:lnTo>
                  <a:lnTo>
                    <a:pt x="105409" y="42418"/>
                  </a:lnTo>
                  <a:lnTo>
                    <a:pt x="105409" y="4699"/>
                  </a:lnTo>
                  <a:lnTo>
                    <a:pt x="100711" y="0"/>
                  </a:lnTo>
                  <a:close/>
                </a:path>
                <a:path w="360044" h="361314">
                  <a:moveTo>
                    <a:pt x="143129" y="0"/>
                  </a:moveTo>
                  <a:lnTo>
                    <a:pt x="131825" y="0"/>
                  </a:lnTo>
                  <a:lnTo>
                    <a:pt x="127126" y="4699"/>
                  </a:lnTo>
                  <a:lnTo>
                    <a:pt x="127126" y="42418"/>
                  </a:lnTo>
                  <a:lnTo>
                    <a:pt x="147827" y="42418"/>
                  </a:lnTo>
                  <a:lnTo>
                    <a:pt x="147827" y="4699"/>
                  </a:lnTo>
                  <a:lnTo>
                    <a:pt x="143129" y="0"/>
                  </a:lnTo>
                  <a:close/>
                </a:path>
                <a:path w="360044" h="361314">
                  <a:moveTo>
                    <a:pt x="185419" y="0"/>
                  </a:moveTo>
                  <a:lnTo>
                    <a:pt x="174244" y="0"/>
                  </a:lnTo>
                  <a:lnTo>
                    <a:pt x="169418" y="4699"/>
                  </a:lnTo>
                  <a:lnTo>
                    <a:pt x="169418" y="42418"/>
                  </a:lnTo>
                  <a:lnTo>
                    <a:pt x="190245" y="42418"/>
                  </a:lnTo>
                  <a:lnTo>
                    <a:pt x="190245" y="4699"/>
                  </a:lnTo>
                  <a:lnTo>
                    <a:pt x="185419" y="0"/>
                  </a:lnTo>
                  <a:close/>
                </a:path>
                <a:path w="360044" h="361314">
                  <a:moveTo>
                    <a:pt x="227837" y="0"/>
                  </a:moveTo>
                  <a:lnTo>
                    <a:pt x="216534" y="0"/>
                  </a:lnTo>
                  <a:lnTo>
                    <a:pt x="211836" y="4699"/>
                  </a:lnTo>
                  <a:lnTo>
                    <a:pt x="211836" y="42418"/>
                  </a:lnTo>
                  <a:lnTo>
                    <a:pt x="232537" y="42418"/>
                  </a:lnTo>
                  <a:lnTo>
                    <a:pt x="232537" y="4699"/>
                  </a:lnTo>
                  <a:lnTo>
                    <a:pt x="227837" y="0"/>
                  </a:lnTo>
                  <a:close/>
                </a:path>
                <a:path w="360044" h="361314">
                  <a:moveTo>
                    <a:pt x="270256" y="0"/>
                  </a:moveTo>
                  <a:lnTo>
                    <a:pt x="258952" y="0"/>
                  </a:lnTo>
                  <a:lnTo>
                    <a:pt x="254254" y="4699"/>
                  </a:lnTo>
                  <a:lnTo>
                    <a:pt x="254254" y="42418"/>
                  </a:lnTo>
                  <a:lnTo>
                    <a:pt x="274955" y="42418"/>
                  </a:lnTo>
                  <a:lnTo>
                    <a:pt x="274955" y="4699"/>
                  </a:lnTo>
                  <a:lnTo>
                    <a:pt x="270256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02636" y="3819144"/>
              <a:ext cx="188975" cy="1889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368296" y="339242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5">
                  <a:moveTo>
                    <a:pt x="285242" y="42290"/>
                  </a:moveTo>
                  <a:lnTo>
                    <a:pt x="73406" y="42290"/>
                  </a:lnTo>
                  <a:lnTo>
                    <a:pt x="61438" y="44771"/>
                  </a:lnTo>
                  <a:lnTo>
                    <a:pt x="51577" y="51562"/>
                  </a:lnTo>
                  <a:lnTo>
                    <a:pt x="44884" y="61686"/>
                  </a:lnTo>
                  <a:lnTo>
                    <a:pt x="42418" y="74168"/>
                  </a:lnTo>
                  <a:lnTo>
                    <a:pt x="42418" y="84581"/>
                  </a:lnTo>
                  <a:lnTo>
                    <a:pt x="4699" y="84581"/>
                  </a:lnTo>
                  <a:lnTo>
                    <a:pt x="0" y="89281"/>
                  </a:lnTo>
                  <a:lnTo>
                    <a:pt x="0" y="100456"/>
                  </a:lnTo>
                  <a:lnTo>
                    <a:pt x="4699" y="105156"/>
                  </a:lnTo>
                  <a:lnTo>
                    <a:pt x="42418" y="105156"/>
                  </a:lnTo>
                  <a:lnTo>
                    <a:pt x="42418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7"/>
                  </a:lnTo>
                  <a:lnTo>
                    <a:pt x="4699" y="148335"/>
                  </a:lnTo>
                  <a:lnTo>
                    <a:pt x="42418" y="148335"/>
                  </a:lnTo>
                  <a:lnTo>
                    <a:pt x="42418" y="169037"/>
                  </a:lnTo>
                  <a:lnTo>
                    <a:pt x="4699" y="169037"/>
                  </a:lnTo>
                  <a:lnTo>
                    <a:pt x="0" y="173735"/>
                  </a:lnTo>
                  <a:lnTo>
                    <a:pt x="0" y="185928"/>
                  </a:lnTo>
                  <a:lnTo>
                    <a:pt x="4699" y="190626"/>
                  </a:lnTo>
                  <a:lnTo>
                    <a:pt x="42418" y="190626"/>
                  </a:lnTo>
                  <a:lnTo>
                    <a:pt x="42418" y="211328"/>
                  </a:lnTo>
                  <a:lnTo>
                    <a:pt x="4699" y="211328"/>
                  </a:lnTo>
                  <a:lnTo>
                    <a:pt x="0" y="216026"/>
                  </a:lnTo>
                  <a:lnTo>
                    <a:pt x="0" y="228219"/>
                  </a:lnTo>
                  <a:lnTo>
                    <a:pt x="4699" y="232917"/>
                  </a:lnTo>
                  <a:lnTo>
                    <a:pt x="42418" y="232917"/>
                  </a:lnTo>
                  <a:lnTo>
                    <a:pt x="42418" y="253491"/>
                  </a:lnTo>
                  <a:lnTo>
                    <a:pt x="4699" y="253491"/>
                  </a:lnTo>
                  <a:lnTo>
                    <a:pt x="0" y="258190"/>
                  </a:lnTo>
                  <a:lnTo>
                    <a:pt x="0" y="270382"/>
                  </a:lnTo>
                  <a:lnTo>
                    <a:pt x="4699" y="275081"/>
                  </a:lnTo>
                  <a:lnTo>
                    <a:pt x="42418" y="275081"/>
                  </a:lnTo>
                  <a:lnTo>
                    <a:pt x="42418" y="285495"/>
                  </a:lnTo>
                  <a:lnTo>
                    <a:pt x="44884" y="297977"/>
                  </a:lnTo>
                  <a:lnTo>
                    <a:pt x="51577" y="308102"/>
                  </a:lnTo>
                  <a:lnTo>
                    <a:pt x="61438" y="314892"/>
                  </a:lnTo>
                  <a:lnTo>
                    <a:pt x="73406" y="317372"/>
                  </a:lnTo>
                  <a:lnTo>
                    <a:pt x="84709" y="317372"/>
                  </a:lnTo>
                  <a:lnTo>
                    <a:pt x="84709" y="354964"/>
                  </a:lnTo>
                  <a:lnTo>
                    <a:pt x="89408" y="359663"/>
                  </a:lnTo>
                  <a:lnTo>
                    <a:pt x="100711" y="359663"/>
                  </a:lnTo>
                  <a:lnTo>
                    <a:pt x="105410" y="354964"/>
                  </a:lnTo>
                  <a:lnTo>
                    <a:pt x="105410" y="314578"/>
                  </a:lnTo>
                  <a:lnTo>
                    <a:pt x="285242" y="314578"/>
                  </a:lnTo>
                  <a:lnTo>
                    <a:pt x="297797" y="312098"/>
                  </a:lnTo>
                  <a:lnTo>
                    <a:pt x="307959" y="305307"/>
                  </a:lnTo>
                  <a:lnTo>
                    <a:pt x="314763" y="295183"/>
                  </a:lnTo>
                  <a:lnTo>
                    <a:pt x="314821" y="294894"/>
                  </a:lnTo>
                  <a:lnTo>
                    <a:pt x="69723" y="294894"/>
                  </a:lnTo>
                  <a:lnTo>
                    <a:pt x="65912" y="290194"/>
                  </a:lnTo>
                  <a:lnTo>
                    <a:pt x="65912" y="69468"/>
                  </a:lnTo>
                  <a:lnTo>
                    <a:pt x="69723" y="64769"/>
                  </a:lnTo>
                  <a:lnTo>
                    <a:pt x="315376" y="64769"/>
                  </a:lnTo>
                  <a:lnTo>
                    <a:pt x="314763" y="61686"/>
                  </a:lnTo>
                  <a:lnTo>
                    <a:pt x="307959" y="51562"/>
                  </a:lnTo>
                  <a:lnTo>
                    <a:pt x="297797" y="44771"/>
                  </a:lnTo>
                  <a:lnTo>
                    <a:pt x="285242" y="42290"/>
                  </a:lnTo>
                  <a:close/>
                </a:path>
                <a:path w="360044" h="360045">
                  <a:moveTo>
                    <a:pt x="147828" y="314578"/>
                  </a:moveTo>
                  <a:lnTo>
                    <a:pt x="127127" y="314578"/>
                  </a:lnTo>
                  <a:lnTo>
                    <a:pt x="127127" y="352170"/>
                  </a:lnTo>
                  <a:lnTo>
                    <a:pt x="131826" y="356869"/>
                  </a:lnTo>
                  <a:lnTo>
                    <a:pt x="143129" y="356869"/>
                  </a:lnTo>
                  <a:lnTo>
                    <a:pt x="147828" y="352170"/>
                  </a:lnTo>
                  <a:lnTo>
                    <a:pt x="147828" y="314578"/>
                  </a:lnTo>
                  <a:close/>
                </a:path>
                <a:path w="360044" h="360045">
                  <a:moveTo>
                    <a:pt x="190246" y="314578"/>
                  </a:moveTo>
                  <a:lnTo>
                    <a:pt x="169418" y="314578"/>
                  </a:lnTo>
                  <a:lnTo>
                    <a:pt x="169418" y="352170"/>
                  </a:lnTo>
                  <a:lnTo>
                    <a:pt x="174244" y="356869"/>
                  </a:lnTo>
                  <a:lnTo>
                    <a:pt x="185420" y="356869"/>
                  </a:lnTo>
                  <a:lnTo>
                    <a:pt x="190246" y="352170"/>
                  </a:lnTo>
                  <a:lnTo>
                    <a:pt x="190246" y="314578"/>
                  </a:lnTo>
                  <a:close/>
                </a:path>
                <a:path w="360044" h="360045">
                  <a:moveTo>
                    <a:pt x="232537" y="314578"/>
                  </a:moveTo>
                  <a:lnTo>
                    <a:pt x="211836" y="314578"/>
                  </a:lnTo>
                  <a:lnTo>
                    <a:pt x="211836" y="352170"/>
                  </a:lnTo>
                  <a:lnTo>
                    <a:pt x="216535" y="356869"/>
                  </a:lnTo>
                  <a:lnTo>
                    <a:pt x="227837" y="356869"/>
                  </a:lnTo>
                  <a:lnTo>
                    <a:pt x="232537" y="352170"/>
                  </a:lnTo>
                  <a:lnTo>
                    <a:pt x="232537" y="314578"/>
                  </a:lnTo>
                  <a:close/>
                </a:path>
                <a:path w="360044" h="360045">
                  <a:moveTo>
                    <a:pt x="274955" y="314578"/>
                  </a:moveTo>
                  <a:lnTo>
                    <a:pt x="254254" y="314578"/>
                  </a:lnTo>
                  <a:lnTo>
                    <a:pt x="254254" y="352170"/>
                  </a:lnTo>
                  <a:lnTo>
                    <a:pt x="258953" y="356869"/>
                  </a:lnTo>
                  <a:lnTo>
                    <a:pt x="270256" y="356869"/>
                  </a:lnTo>
                  <a:lnTo>
                    <a:pt x="274955" y="352170"/>
                  </a:lnTo>
                  <a:lnTo>
                    <a:pt x="274955" y="314578"/>
                  </a:lnTo>
                  <a:close/>
                </a:path>
                <a:path w="360044" h="360045">
                  <a:moveTo>
                    <a:pt x="315376" y="64769"/>
                  </a:moveTo>
                  <a:lnTo>
                    <a:pt x="290956" y="64769"/>
                  </a:lnTo>
                  <a:lnTo>
                    <a:pt x="295656" y="69468"/>
                  </a:lnTo>
                  <a:lnTo>
                    <a:pt x="295656" y="290194"/>
                  </a:lnTo>
                  <a:lnTo>
                    <a:pt x="290956" y="294894"/>
                  </a:lnTo>
                  <a:lnTo>
                    <a:pt x="314821" y="294894"/>
                  </a:lnTo>
                  <a:lnTo>
                    <a:pt x="317246" y="282701"/>
                  </a:lnTo>
                  <a:lnTo>
                    <a:pt x="317246" y="272288"/>
                  </a:lnTo>
                  <a:lnTo>
                    <a:pt x="354965" y="272288"/>
                  </a:lnTo>
                  <a:lnTo>
                    <a:pt x="359664" y="267588"/>
                  </a:lnTo>
                  <a:lnTo>
                    <a:pt x="359664" y="256412"/>
                  </a:lnTo>
                  <a:lnTo>
                    <a:pt x="354965" y="251713"/>
                  </a:lnTo>
                  <a:lnTo>
                    <a:pt x="317246" y="251713"/>
                  </a:lnTo>
                  <a:lnTo>
                    <a:pt x="317246" y="230123"/>
                  </a:lnTo>
                  <a:lnTo>
                    <a:pt x="354965" y="230123"/>
                  </a:lnTo>
                  <a:lnTo>
                    <a:pt x="359664" y="225425"/>
                  </a:lnTo>
                  <a:lnTo>
                    <a:pt x="359664" y="213232"/>
                  </a:lnTo>
                  <a:lnTo>
                    <a:pt x="354965" y="208534"/>
                  </a:lnTo>
                  <a:lnTo>
                    <a:pt x="317246" y="208534"/>
                  </a:lnTo>
                  <a:lnTo>
                    <a:pt x="317246" y="187832"/>
                  </a:lnTo>
                  <a:lnTo>
                    <a:pt x="354965" y="187832"/>
                  </a:lnTo>
                  <a:lnTo>
                    <a:pt x="359664" y="183134"/>
                  </a:lnTo>
                  <a:lnTo>
                    <a:pt x="359664" y="170941"/>
                  </a:lnTo>
                  <a:lnTo>
                    <a:pt x="354965" y="166242"/>
                  </a:lnTo>
                  <a:lnTo>
                    <a:pt x="317246" y="166242"/>
                  </a:lnTo>
                  <a:lnTo>
                    <a:pt x="317246" y="145541"/>
                  </a:lnTo>
                  <a:lnTo>
                    <a:pt x="357759" y="145541"/>
                  </a:lnTo>
                  <a:lnTo>
                    <a:pt x="359664" y="143637"/>
                  </a:lnTo>
                  <a:lnTo>
                    <a:pt x="359664" y="131444"/>
                  </a:lnTo>
                  <a:lnTo>
                    <a:pt x="354965" y="126745"/>
                  </a:lnTo>
                  <a:lnTo>
                    <a:pt x="317246" y="126745"/>
                  </a:lnTo>
                  <a:lnTo>
                    <a:pt x="317246" y="105156"/>
                  </a:lnTo>
                  <a:lnTo>
                    <a:pt x="354965" y="105156"/>
                  </a:lnTo>
                  <a:lnTo>
                    <a:pt x="359664" y="100456"/>
                  </a:lnTo>
                  <a:lnTo>
                    <a:pt x="359664" y="89281"/>
                  </a:lnTo>
                  <a:lnTo>
                    <a:pt x="354965" y="84581"/>
                  </a:lnTo>
                  <a:lnTo>
                    <a:pt x="317246" y="84581"/>
                  </a:lnTo>
                  <a:lnTo>
                    <a:pt x="317246" y="74168"/>
                  </a:lnTo>
                  <a:lnTo>
                    <a:pt x="315376" y="64769"/>
                  </a:lnTo>
                  <a:close/>
                </a:path>
                <a:path w="360044" h="360045">
                  <a:moveTo>
                    <a:pt x="357759" y="145541"/>
                  </a:moveTo>
                  <a:lnTo>
                    <a:pt x="349250" y="145541"/>
                  </a:lnTo>
                  <a:lnTo>
                    <a:pt x="349250" y="148335"/>
                  </a:lnTo>
                  <a:lnTo>
                    <a:pt x="354965" y="148335"/>
                  </a:lnTo>
                  <a:lnTo>
                    <a:pt x="357759" y="145541"/>
                  </a:lnTo>
                  <a:close/>
                </a:path>
                <a:path w="360044" h="360045">
                  <a:moveTo>
                    <a:pt x="100711" y="0"/>
                  </a:moveTo>
                  <a:lnTo>
                    <a:pt x="89408" y="0"/>
                  </a:lnTo>
                  <a:lnTo>
                    <a:pt x="84709" y="4699"/>
                  </a:lnTo>
                  <a:lnTo>
                    <a:pt x="84709" y="42290"/>
                  </a:lnTo>
                  <a:lnTo>
                    <a:pt x="105410" y="42290"/>
                  </a:lnTo>
                  <a:lnTo>
                    <a:pt x="105410" y="4699"/>
                  </a:lnTo>
                  <a:lnTo>
                    <a:pt x="100711" y="0"/>
                  </a:lnTo>
                  <a:close/>
                </a:path>
                <a:path w="360044" h="360045">
                  <a:moveTo>
                    <a:pt x="143129" y="0"/>
                  </a:moveTo>
                  <a:lnTo>
                    <a:pt x="131826" y="0"/>
                  </a:lnTo>
                  <a:lnTo>
                    <a:pt x="127127" y="4699"/>
                  </a:lnTo>
                  <a:lnTo>
                    <a:pt x="127127" y="42290"/>
                  </a:lnTo>
                  <a:lnTo>
                    <a:pt x="147828" y="42290"/>
                  </a:lnTo>
                  <a:lnTo>
                    <a:pt x="147828" y="4699"/>
                  </a:lnTo>
                  <a:lnTo>
                    <a:pt x="143129" y="0"/>
                  </a:lnTo>
                  <a:close/>
                </a:path>
                <a:path w="360044" h="360045">
                  <a:moveTo>
                    <a:pt x="185420" y="0"/>
                  </a:moveTo>
                  <a:lnTo>
                    <a:pt x="174244" y="0"/>
                  </a:lnTo>
                  <a:lnTo>
                    <a:pt x="169418" y="4699"/>
                  </a:lnTo>
                  <a:lnTo>
                    <a:pt x="169418" y="42290"/>
                  </a:lnTo>
                  <a:lnTo>
                    <a:pt x="190246" y="42290"/>
                  </a:lnTo>
                  <a:lnTo>
                    <a:pt x="190246" y="4699"/>
                  </a:lnTo>
                  <a:lnTo>
                    <a:pt x="185420" y="0"/>
                  </a:lnTo>
                  <a:close/>
                </a:path>
                <a:path w="360044" h="360045">
                  <a:moveTo>
                    <a:pt x="227837" y="0"/>
                  </a:moveTo>
                  <a:lnTo>
                    <a:pt x="216535" y="0"/>
                  </a:lnTo>
                  <a:lnTo>
                    <a:pt x="211836" y="4699"/>
                  </a:lnTo>
                  <a:lnTo>
                    <a:pt x="211836" y="42290"/>
                  </a:lnTo>
                  <a:lnTo>
                    <a:pt x="232537" y="42290"/>
                  </a:lnTo>
                  <a:lnTo>
                    <a:pt x="232537" y="4699"/>
                  </a:lnTo>
                  <a:lnTo>
                    <a:pt x="227837" y="0"/>
                  </a:lnTo>
                  <a:close/>
                </a:path>
                <a:path w="360044" h="360045">
                  <a:moveTo>
                    <a:pt x="270256" y="0"/>
                  </a:moveTo>
                  <a:lnTo>
                    <a:pt x="258953" y="0"/>
                  </a:lnTo>
                  <a:lnTo>
                    <a:pt x="254254" y="4699"/>
                  </a:lnTo>
                  <a:lnTo>
                    <a:pt x="254254" y="42290"/>
                  </a:lnTo>
                  <a:lnTo>
                    <a:pt x="274955" y="42290"/>
                  </a:lnTo>
                  <a:lnTo>
                    <a:pt x="274955" y="4699"/>
                  </a:lnTo>
                  <a:lnTo>
                    <a:pt x="270256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55163" y="3477767"/>
              <a:ext cx="188975" cy="18897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715768" y="3390900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5">
                  <a:moveTo>
                    <a:pt x="285242" y="42291"/>
                  </a:moveTo>
                  <a:lnTo>
                    <a:pt x="73406" y="42291"/>
                  </a:lnTo>
                  <a:lnTo>
                    <a:pt x="61438" y="44771"/>
                  </a:lnTo>
                  <a:lnTo>
                    <a:pt x="51577" y="51562"/>
                  </a:lnTo>
                  <a:lnTo>
                    <a:pt x="44884" y="61686"/>
                  </a:lnTo>
                  <a:lnTo>
                    <a:pt x="42418" y="74168"/>
                  </a:lnTo>
                  <a:lnTo>
                    <a:pt x="42418" y="84581"/>
                  </a:lnTo>
                  <a:lnTo>
                    <a:pt x="4699" y="84581"/>
                  </a:lnTo>
                  <a:lnTo>
                    <a:pt x="0" y="89281"/>
                  </a:lnTo>
                  <a:lnTo>
                    <a:pt x="0" y="100456"/>
                  </a:lnTo>
                  <a:lnTo>
                    <a:pt x="4699" y="105156"/>
                  </a:lnTo>
                  <a:lnTo>
                    <a:pt x="42418" y="105156"/>
                  </a:lnTo>
                  <a:lnTo>
                    <a:pt x="42418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7"/>
                  </a:lnTo>
                  <a:lnTo>
                    <a:pt x="4699" y="148336"/>
                  </a:lnTo>
                  <a:lnTo>
                    <a:pt x="42418" y="148336"/>
                  </a:lnTo>
                  <a:lnTo>
                    <a:pt x="42418" y="169037"/>
                  </a:lnTo>
                  <a:lnTo>
                    <a:pt x="4699" y="169037"/>
                  </a:lnTo>
                  <a:lnTo>
                    <a:pt x="0" y="173736"/>
                  </a:lnTo>
                  <a:lnTo>
                    <a:pt x="0" y="185928"/>
                  </a:lnTo>
                  <a:lnTo>
                    <a:pt x="4699" y="190627"/>
                  </a:lnTo>
                  <a:lnTo>
                    <a:pt x="42418" y="190627"/>
                  </a:lnTo>
                  <a:lnTo>
                    <a:pt x="42418" y="211328"/>
                  </a:lnTo>
                  <a:lnTo>
                    <a:pt x="4699" y="211328"/>
                  </a:lnTo>
                  <a:lnTo>
                    <a:pt x="0" y="216027"/>
                  </a:lnTo>
                  <a:lnTo>
                    <a:pt x="0" y="228219"/>
                  </a:lnTo>
                  <a:lnTo>
                    <a:pt x="4699" y="232918"/>
                  </a:lnTo>
                  <a:lnTo>
                    <a:pt x="42418" y="232918"/>
                  </a:lnTo>
                  <a:lnTo>
                    <a:pt x="42418" y="253491"/>
                  </a:lnTo>
                  <a:lnTo>
                    <a:pt x="4699" y="253491"/>
                  </a:lnTo>
                  <a:lnTo>
                    <a:pt x="0" y="258190"/>
                  </a:lnTo>
                  <a:lnTo>
                    <a:pt x="0" y="270383"/>
                  </a:lnTo>
                  <a:lnTo>
                    <a:pt x="4699" y="275081"/>
                  </a:lnTo>
                  <a:lnTo>
                    <a:pt x="42418" y="275081"/>
                  </a:lnTo>
                  <a:lnTo>
                    <a:pt x="42418" y="285496"/>
                  </a:lnTo>
                  <a:lnTo>
                    <a:pt x="44884" y="297977"/>
                  </a:lnTo>
                  <a:lnTo>
                    <a:pt x="51577" y="308101"/>
                  </a:lnTo>
                  <a:lnTo>
                    <a:pt x="61438" y="314892"/>
                  </a:lnTo>
                  <a:lnTo>
                    <a:pt x="73406" y="317372"/>
                  </a:lnTo>
                  <a:lnTo>
                    <a:pt x="84708" y="317372"/>
                  </a:lnTo>
                  <a:lnTo>
                    <a:pt x="84708" y="354965"/>
                  </a:lnTo>
                  <a:lnTo>
                    <a:pt x="89407" y="359663"/>
                  </a:lnTo>
                  <a:lnTo>
                    <a:pt x="100711" y="359663"/>
                  </a:lnTo>
                  <a:lnTo>
                    <a:pt x="105409" y="354965"/>
                  </a:lnTo>
                  <a:lnTo>
                    <a:pt x="105409" y="314578"/>
                  </a:lnTo>
                  <a:lnTo>
                    <a:pt x="285242" y="314578"/>
                  </a:lnTo>
                  <a:lnTo>
                    <a:pt x="297797" y="312098"/>
                  </a:lnTo>
                  <a:lnTo>
                    <a:pt x="307959" y="305307"/>
                  </a:lnTo>
                  <a:lnTo>
                    <a:pt x="314763" y="295183"/>
                  </a:lnTo>
                  <a:lnTo>
                    <a:pt x="314821" y="294894"/>
                  </a:lnTo>
                  <a:lnTo>
                    <a:pt x="69723" y="294894"/>
                  </a:lnTo>
                  <a:lnTo>
                    <a:pt x="65912" y="290194"/>
                  </a:lnTo>
                  <a:lnTo>
                    <a:pt x="65912" y="69468"/>
                  </a:lnTo>
                  <a:lnTo>
                    <a:pt x="69723" y="64769"/>
                  </a:lnTo>
                  <a:lnTo>
                    <a:pt x="315376" y="64769"/>
                  </a:lnTo>
                  <a:lnTo>
                    <a:pt x="314763" y="61686"/>
                  </a:lnTo>
                  <a:lnTo>
                    <a:pt x="307959" y="51562"/>
                  </a:lnTo>
                  <a:lnTo>
                    <a:pt x="297797" y="44771"/>
                  </a:lnTo>
                  <a:lnTo>
                    <a:pt x="285242" y="42291"/>
                  </a:lnTo>
                  <a:close/>
                </a:path>
                <a:path w="360044" h="360045">
                  <a:moveTo>
                    <a:pt x="147827" y="314578"/>
                  </a:moveTo>
                  <a:lnTo>
                    <a:pt x="127126" y="314578"/>
                  </a:lnTo>
                  <a:lnTo>
                    <a:pt x="127126" y="352171"/>
                  </a:lnTo>
                  <a:lnTo>
                    <a:pt x="131825" y="356869"/>
                  </a:lnTo>
                  <a:lnTo>
                    <a:pt x="143129" y="356869"/>
                  </a:lnTo>
                  <a:lnTo>
                    <a:pt x="147827" y="352171"/>
                  </a:lnTo>
                  <a:lnTo>
                    <a:pt x="147827" y="314578"/>
                  </a:lnTo>
                  <a:close/>
                </a:path>
                <a:path w="360044" h="360045">
                  <a:moveTo>
                    <a:pt x="190245" y="314578"/>
                  </a:moveTo>
                  <a:lnTo>
                    <a:pt x="169418" y="314578"/>
                  </a:lnTo>
                  <a:lnTo>
                    <a:pt x="169418" y="352171"/>
                  </a:lnTo>
                  <a:lnTo>
                    <a:pt x="174244" y="356869"/>
                  </a:lnTo>
                  <a:lnTo>
                    <a:pt x="185419" y="356869"/>
                  </a:lnTo>
                  <a:lnTo>
                    <a:pt x="190245" y="352171"/>
                  </a:lnTo>
                  <a:lnTo>
                    <a:pt x="190245" y="314578"/>
                  </a:lnTo>
                  <a:close/>
                </a:path>
                <a:path w="360044" h="360045">
                  <a:moveTo>
                    <a:pt x="232537" y="314578"/>
                  </a:moveTo>
                  <a:lnTo>
                    <a:pt x="211836" y="314578"/>
                  </a:lnTo>
                  <a:lnTo>
                    <a:pt x="211836" y="352171"/>
                  </a:lnTo>
                  <a:lnTo>
                    <a:pt x="216534" y="356869"/>
                  </a:lnTo>
                  <a:lnTo>
                    <a:pt x="227837" y="356869"/>
                  </a:lnTo>
                  <a:lnTo>
                    <a:pt x="232537" y="352171"/>
                  </a:lnTo>
                  <a:lnTo>
                    <a:pt x="232537" y="314578"/>
                  </a:lnTo>
                  <a:close/>
                </a:path>
                <a:path w="360044" h="360045">
                  <a:moveTo>
                    <a:pt x="274955" y="314578"/>
                  </a:moveTo>
                  <a:lnTo>
                    <a:pt x="254254" y="314578"/>
                  </a:lnTo>
                  <a:lnTo>
                    <a:pt x="254254" y="352171"/>
                  </a:lnTo>
                  <a:lnTo>
                    <a:pt x="258952" y="356869"/>
                  </a:lnTo>
                  <a:lnTo>
                    <a:pt x="270256" y="356869"/>
                  </a:lnTo>
                  <a:lnTo>
                    <a:pt x="274955" y="352171"/>
                  </a:lnTo>
                  <a:lnTo>
                    <a:pt x="274955" y="314578"/>
                  </a:lnTo>
                  <a:close/>
                </a:path>
                <a:path w="360044" h="360045">
                  <a:moveTo>
                    <a:pt x="315376" y="64769"/>
                  </a:moveTo>
                  <a:lnTo>
                    <a:pt x="290956" y="64769"/>
                  </a:lnTo>
                  <a:lnTo>
                    <a:pt x="295656" y="69468"/>
                  </a:lnTo>
                  <a:lnTo>
                    <a:pt x="295656" y="290194"/>
                  </a:lnTo>
                  <a:lnTo>
                    <a:pt x="290956" y="294894"/>
                  </a:lnTo>
                  <a:lnTo>
                    <a:pt x="314821" y="294894"/>
                  </a:lnTo>
                  <a:lnTo>
                    <a:pt x="317245" y="282702"/>
                  </a:lnTo>
                  <a:lnTo>
                    <a:pt x="317245" y="272288"/>
                  </a:lnTo>
                  <a:lnTo>
                    <a:pt x="354964" y="272288"/>
                  </a:lnTo>
                  <a:lnTo>
                    <a:pt x="359663" y="267588"/>
                  </a:lnTo>
                  <a:lnTo>
                    <a:pt x="359663" y="256412"/>
                  </a:lnTo>
                  <a:lnTo>
                    <a:pt x="354964" y="251713"/>
                  </a:lnTo>
                  <a:lnTo>
                    <a:pt x="317245" y="251713"/>
                  </a:lnTo>
                  <a:lnTo>
                    <a:pt x="317245" y="230124"/>
                  </a:lnTo>
                  <a:lnTo>
                    <a:pt x="354964" y="230124"/>
                  </a:lnTo>
                  <a:lnTo>
                    <a:pt x="359663" y="225425"/>
                  </a:lnTo>
                  <a:lnTo>
                    <a:pt x="359663" y="213233"/>
                  </a:lnTo>
                  <a:lnTo>
                    <a:pt x="354964" y="208534"/>
                  </a:lnTo>
                  <a:lnTo>
                    <a:pt x="317245" y="208534"/>
                  </a:lnTo>
                  <a:lnTo>
                    <a:pt x="317245" y="187833"/>
                  </a:lnTo>
                  <a:lnTo>
                    <a:pt x="354964" y="187833"/>
                  </a:lnTo>
                  <a:lnTo>
                    <a:pt x="359663" y="183134"/>
                  </a:lnTo>
                  <a:lnTo>
                    <a:pt x="359663" y="170941"/>
                  </a:lnTo>
                  <a:lnTo>
                    <a:pt x="354964" y="166243"/>
                  </a:lnTo>
                  <a:lnTo>
                    <a:pt x="317245" y="166243"/>
                  </a:lnTo>
                  <a:lnTo>
                    <a:pt x="317245" y="145541"/>
                  </a:lnTo>
                  <a:lnTo>
                    <a:pt x="357759" y="145541"/>
                  </a:lnTo>
                  <a:lnTo>
                    <a:pt x="359663" y="143637"/>
                  </a:lnTo>
                  <a:lnTo>
                    <a:pt x="359663" y="131444"/>
                  </a:lnTo>
                  <a:lnTo>
                    <a:pt x="354964" y="126745"/>
                  </a:lnTo>
                  <a:lnTo>
                    <a:pt x="317245" y="126745"/>
                  </a:lnTo>
                  <a:lnTo>
                    <a:pt x="317245" y="105156"/>
                  </a:lnTo>
                  <a:lnTo>
                    <a:pt x="354964" y="105156"/>
                  </a:lnTo>
                  <a:lnTo>
                    <a:pt x="359663" y="100456"/>
                  </a:lnTo>
                  <a:lnTo>
                    <a:pt x="359663" y="89281"/>
                  </a:lnTo>
                  <a:lnTo>
                    <a:pt x="354964" y="84581"/>
                  </a:lnTo>
                  <a:lnTo>
                    <a:pt x="317245" y="84581"/>
                  </a:lnTo>
                  <a:lnTo>
                    <a:pt x="317245" y="74168"/>
                  </a:lnTo>
                  <a:lnTo>
                    <a:pt x="315376" y="64769"/>
                  </a:lnTo>
                  <a:close/>
                </a:path>
                <a:path w="360044" h="360045">
                  <a:moveTo>
                    <a:pt x="357759" y="145541"/>
                  </a:moveTo>
                  <a:lnTo>
                    <a:pt x="349250" y="145541"/>
                  </a:lnTo>
                  <a:lnTo>
                    <a:pt x="349250" y="148336"/>
                  </a:lnTo>
                  <a:lnTo>
                    <a:pt x="354964" y="148336"/>
                  </a:lnTo>
                  <a:lnTo>
                    <a:pt x="357759" y="145541"/>
                  </a:lnTo>
                  <a:close/>
                </a:path>
                <a:path w="360044" h="360045">
                  <a:moveTo>
                    <a:pt x="100711" y="0"/>
                  </a:moveTo>
                  <a:lnTo>
                    <a:pt x="89407" y="0"/>
                  </a:lnTo>
                  <a:lnTo>
                    <a:pt x="84708" y="4699"/>
                  </a:lnTo>
                  <a:lnTo>
                    <a:pt x="84708" y="42291"/>
                  </a:lnTo>
                  <a:lnTo>
                    <a:pt x="105409" y="42291"/>
                  </a:lnTo>
                  <a:lnTo>
                    <a:pt x="105409" y="4699"/>
                  </a:lnTo>
                  <a:lnTo>
                    <a:pt x="100711" y="0"/>
                  </a:lnTo>
                  <a:close/>
                </a:path>
                <a:path w="360044" h="360045">
                  <a:moveTo>
                    <a:pt x="143129" y="0"/>
                  </a:moveTo>
                  <a:lnTo>
                    <a:pt x="131825" y="0"/>
                  </a:lnTo>
                  <a:lnTo>
                    <a:pt x="127126" y="4699"/>
                  </a:lnTo>
                  <a:lnTo>
                    <a:pt x="127126" y="42291"/>
                  </a:lnTo>
                  <a:lnTo>
                    <a:pt x="147827" y="42291"/>
                  </a:lnTo>
                  <a:lnTo>
                    <a:pt x="147827" y="4699"/>
                  </a:lnTo>
                  <a:lnTo>
                    <a:pt x="143129" y="0"/>
                  </a:lnTo>
                  <a:close/>
                </a:path>
                <a:path w="360044" h="360045">
                  <a:moveTo>
                    <a:pt x="185419" y="0"/>
                  </a:moveTo>
                  <a:lnTo>
                    <a:pt x="174244" y="0"/>
                  </a:lnTo>
                  <a:lnTo>
                    <a:pt x="169418" y="4699"/>
                  </a:lnTo>
                  <a:lnTo>
                    <a:pt x="169418" y="42291"/>
                  </a:lnTo>
                  <a:lnTo>
                    <a:pt x="190245" y="42291"/>
                  </a:lnTo>
                  <a:lnTo>
                    <a:pt x="190245" y="4699"/>
                  </a:lnTo>
                  <a:lnTo>
                    <a:pt x="185419" y="0"/>
                  </a:lnTo>
                  <a:close/>
                </a:path>
                <a:path w="360044" h="360045">
                  <a:moveTo>
                    <a:pt x="227837" y="0"/>
                  </a:moveTo>
                  <a:lnTo>
                    <a:pt x="216534" y="0"/>
                  </a:lnTo>
                  <a:lnTo>
                    <a:pt x="211836" y="4699"/>
                  </a:lnTo>
                  <a:lnTo>
                    <a:pt x="211836" y="42291"/>
                  </a:lnTo>
                  <a:lnTo>
                    <a:pt x="232537" y="42291"/>
                  </a:lnTo>
                  <a:lnTo>
                    <a:pt x="232537" y="4699"/>
                  </a:lnTo>
                  <a:lnTo>
                    <a:pt x="227837" y="0"/>
                  </a:lnTo>
                  <a:close/>
                </a:path>
                <a:path w="360044" h="360045">
                  <a:moveTo>
                    <a:pt x="270256" y="0"/>
                  </a:moveTo>
                  <a:lnTo>
                    <a:pt x="258952" y="0"/>
                  </a:lnTo>
                  <a:lnTo>
                    <a:pt x="254254" y="4699"/>
                  </a:lnTo>
                  <a:lnTo>
                    <a:pt x="254254" y="42291"/>
                  </a:lnTo>
                  <a:lnTo>
                    <a:pt x="274955" y="42291"/>
                  </a:lnTo>
                  <a:lnTo>
                    <a:pt x="274955" y="4699"/>
                  </a:lnTo>
                  <a:lnTo>
                    <a:pt x="270256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02636" y="3476244"/>
              <a:ext cx="188975" cy="18897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795772" y="3529583"/>
              <a:ext cx="358140" cy="360045"/>
            </a:xfrm>
            <a:custGeom>
              <a:avLst/>
              <a:gdLst/>
              <a:ahLst/>
              <a:cxnLst/>
              <a:rect l="l" t="t" r="r" b="b"/>
              <a:pathLst>
                <a:path w="358139" h="360045">
                  <a:moveTo>
                    <a:pt x="284099" y="42290"/>
                  </a:moveTo>
                  <a:lnTo>
                    <a:pt x="73151" y="42290"/>
                  </a:lnTo>
                  <a:lnTo>
                    <a:pt x="61184" y="44771"/>
                  </a:lnTo>
                  <a:lnTo>
                    <a:pt x="51323" y="51561"/>
                  </a:lnTo>
                  <a:lnTo>
                    <a:pt x="44630" y="61686"/>
                  </a:lnTo>
                  <a:lnTo>
                    <a:pt x="42163" y="74167"/>
                  </a:lnTo>
                  <a:lnTo>
                    <a:pt x="42163" y="84581"/>
                  </a:lnTo>
                  <a:lnTo>
                    <a:pt x="4699" y="84581"/>
                  </a:lnTo>
                  <a:lnTo>
                    <a:pt x="0" y="89280"/>
                  </a:lnTo>
                  <a:lnTo>
                    <a:pt x="0" y="100456"/>
                  </a:lnTo>
                  <a:lnTo>
                    <a:pt x="4699" y="105155"/>
                  </a:lnTo>
                  <a:lnTo>
                    <a:pt x="42163" y="105155"/>
                  </a:lnTo>
                  <a:lnTo>
                    <a:pt x="42163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6"/>
                  </a:lnTo>
                  <a:lnTo>
                    <a:pt x="4699" y="148335"/>
                  </a:lnTo>
                  <a:lnTo>
                    <a:pt x="42163" y="148335"/>
                  </a:lnTo>
                  <a:lnTo>
                    <a:pt x="42163" y="169036"/>
                  </a:lnTo>
                  <a:lnTo>
                    <a:pt x="4699" y="169036"/>
                  </a:lnTo>
                  <a:lnTo>
                    <a:pt x="0" y="173735"/>
                  </a:lnTo>
                  <a:lnTo>
                    <a:pt x="0" y="185927"/>
                  </a:lnTo>
                  <a:lnTo>
                    <a:pt x="4699" y="190626"/>
                  </a:lnTo>
                  <a:lnTo>
                    <a:pt x="42163" y="190626"/>
                  </a:lnTo>
                  <a:lnTo>
                    <a:pt x="42163" y="211327"/>
                  </a:lnTo>
                  <a:lnTo>
                    <a:pt x="4699" y="211327"/>
                  </a:lnTo>
                  <a:lnTo>
                    <a:pt x="0" y="216026"/>
                  </a:lnTo>
                  <a:lnTo>
                    <a:pt x="0" y="228218"/>
                  </a:lnTo>
                  <a:lnTo>
                    <a:pt x="4699" y="232917"/>
                  </a:lnTo>
                  <a:lnTo>
                    <a:pt x="42163" y="232917"/>
                  </a:lnTo>
                  <a:lnTo>
                    <a:pt x="42163" y="253491"/>
                  </a:lnTo>
                  <a:lnTo>
                    <a:pt x="4699" y="253491"/>
                  </a:lnTo>
                  <a:lnTo>
                    <a:pt x="0" y="258190"/>
                  </a:lnTo>
                  <a:lnTo>
                    <a:pt x="0" y="270382"/>
                  </a:lnTo>
                  <a:lnTo>
                    <a:pt x="4699" y="275081"/>
                  </a:lnTo>
                  <a:lnTo>
                    <a:pt x="42163" y="275081"/>
                  </a:lnTo>
                  <a:lnTo>
                    <a:pt x="42163" y="285495"/>
                  </a:lnTo>
                  <a:lnTo>
                    <a:pt x="44630" y="297977"/>
                  </a:lnTo>
                  <a:lnTo>
                    <a:pt x="51323" y="308101"/>
                  </a:lnTo>
                  <a:lnTo>
                    <a:pt x="61184" y="314892"/>
                  </a:lnTo>
                  <a:lnTo>
                    <a:pt x="73151" y="317372"/>
                  </a:lnTo>
                  <a:lnTo>
                    <a:pt x="84327" y="317372"/>
                  </a:lnTo>
                  <a:lnTo>
                    <a:pt x="84327" y="354952"/>
                  </a:lnTo>
                  <a:lnTo>
                    <a:pt x="89026" y="359638"/>
                  </a:lnTo>
                  <a:lnTo>
                    <a:pt x="100329" y="359638"/>
                  </a:lnTo>
                  <a:lnTo>
                    <a:pt x="105028" y="354952"/>
                  </a:lnTo>
                  <a:lnTo>
                    <a:pt x="105028" y="314578"/>
                  </a:lnTo>
                  <a:lnTo>
                    <a:pt x="284099" y="314578"/>
                  </a:lnTo>
                  <a:lnTo>
                    <a:pt x="296580" y="312098"/>
                  </a:lnTo>
                  <a:lnTo>
                    <a:pt x="306704" y="305307"/>
                  </a:lnTo>
                  <a:lnTo>
                    <a:pt x="313495" y="295183"/>
                  </a:lnTo>
                  <a:lnTo>
                    <a:pt x="313553" y="294893"/>
                  </a:lnTo>
                  <a:lnTo>
                    <a:pt x="69341" y="294893"/>
                  </a:lnTo>
                  <a:lnTo>
                    <a:pt x="65658" y="290194"/>
                  </a:lnTo>
                  <a:lnTo>
                    <a:pt x="65658" y="69468"/>
                  </a:lnTo>
                  <a:lnTo>
                    <a:pt x="69341" y="64769"/>
                  </a:lnTo>
                  <a:lnTo>
                    <a:pt x="314108" y="64769"/>
                  </a:lnTo>
                  <a:lnTo>
                    <a:pt x="313495" y="61686"/>
                  </a:lnTo>
                  <a:lnTo>
                    <a:pt x="306704" y="51561"/>
                  </a:lnTo>
                  <a:lnTo>
                    <a:pt x="296580" y="44771"/>
                  </a:lnTo>
                  <a:lnTo>
                    <a:pt x="284099" y="42290"/>
                  </a:lnTo>
                  <a:close/>
                </a:path>
                <a:path w="358139" h="360045">
                  <a:moveTo>
                    <a:pt x="147192" y="314578"/>
                  </a:moveTo>
                  <a:lnTo>
                    <a:pt x="126618" y="314578"/>
                  </a:lnTo>
                  <a:lnTo>
                    <a:pt x="126618" y="352120"/>
                  </a:lnTo>
                  <a:lnTo>
                    <a:pt x="131190" y="356831"/>
                  </a:lnTo>
                  <a:lnTo>
                    <a:pt x="142493" y="356831"/>
                  </a:lnTo>
                  <a:lnTo>
                    <a:pt x="147192" y="352120"/>
                  </a:lnTo>
                  <a:lnTo>
                    <a:pt x="147192" y="314578"/>
                  </a:lnTo>
                  <a:close/>
                </a:path>
                <a:path w="358139" h="360045">
                  <a:moveTo>
                    <a:pt x="189356" y="314578"/>
                  </a:moveTo>
                  <a:lnTo>
                    <a:pt x="168782" y="314578"/>
                  </a:lnTo>
                  <a:lnTo>
                    <a:pt x="168782" y="352120"/>
                  </a:lnTo>
                  <a:lnTo>
                    <a:pt x="173481" y="356831"/>
                  </a:lnTo>
                  <a:lnTo>
                    <a:pt x="184657" y="356831"/>
                  </a:lnTo>
                  <a:lnTo>
                    <a:pt x="189356" y="352120"/>
                  </a:lnTo>
                  <a:lnTo>
                    <a:pt x="189356" y="314578"/>
                  </a:lnTo>
                  <a:close/>
                </a:path>
                <a:path w="358139" h="360045">
                  <a:moveTo>
                    <a:pt x="231520" y="314578"/>
                  </a:moveTo>
                  <a:lnTo>
                    <a:pt x="210947" y="314578"/>
                  </a:lnTo>
                  <a:lnTo>
                    <a:pt x="210947" y="352120"/>
                  </a:lnTo>
                  <a:lnTo>
                    <a:pt x="215645" y="356831"/>
                  </a:lnTo>
                  <a:lnTo>
                    <a:pt x="226949" y="356831"/>
                  </a:lnTo>
                  <a:lnTo>
                    <a:pt x="231520" y="352120"/>
                  </a:lnTo>
                  <a:lnTo>
                    <a:pt x="231520" y="314578"/>
                  </a:lnTo>
                  <a:close/>
                </a:path>
                <a:path w="358139" h="360045">
                  <a:moveTo>
                    <a:pt x="273812" y="314578"/>
                  </a:moveTo>
                  <a:lnTo>
                    <a:pt x="253111" y="314578"/>
                  </a:lnTo>
                  <a:lnTo>
                    <a:pt x="253111" y="352120"/>
                  </a:lnTo>
                  <a:lnTo>
                    <a:pt x="257810" y="356831"/>
                  </a:lnTo>
                  <a:lnTo>
                    <a:pt x="269113" y="356831"/>
                  </a:lnTo>
                  <a:lnTo>
                    <a:pt x="273812" y="352120"/>
                  </a:lnTo>
                  <a:lnTo>
                    <a:pt x="273812" y="314578"/>
                  </a:lnTo>
                  <a:close/>
                </a:path>
                <a:path w="358139" h="360045">
                  <a:moveTo>
                    <a:pt x="314108" y="64769"/>
                  </a:moveTo>
                  <a:lnTo>
                    <a:pt x="289687" y="64769"/>
                  </a:lnTo>
                  <a:lnTo>
                    <a:pt x="294386" y="69468"/>
                  </a:lnTo>
                  <a:lnTo>
                    <a:pt x="294386" y="290194"/>
                  </a:lnTo>
                  <a:lnTo>
                    <a:pt x="289687" y="294893"/>
                  </a:lnTo>
                  <a:lnTo>
                    <a:pt x="313553" y="294893"/>
                  </a:lnTo>
                  <a:lnTo>
                    <a:pt x="315975" y="282701"/>
                  </a:lnTo>
                  <a:lnTo>
                    <a:pt x="315975" y="272287"/>
                  </a:lnTo>
                  <a:lnTo>
                    <a:pt x="353440" y="272287"/>
                  </a:lnTo>
                  <a:lnTo>
                    <a:pt x="358139" y="267588"/>
                  </a:lnTo>
                  <a:lnTo>
                    <a:pt x="358139" y="256412"/>
                  </a:lnTo>
                  <a:lnTo>
                    <a:pt x="353440" y="251713"/>
                  </a:lnTo>
                  <a:lnTo>
                    <a:pt x="315975" y="251713"/>
                  </a:lnTo>
                  <a:lnTo>
                    <a:pt x="315975" y="230123"/>
                  </a:lnTo>
                  <a:lnTo>
                    <a:pt x="353440" y="230123"/>
                  </a:lnTo>
                  <a:lnTo>
                    <a:pt x="358139" y="225424"/>
                  </a:lnTo>
                  <a:lnTo>
                    <a:pt x="358139" y="213232"/>
                  </a:lnTo>
                  <a:lnTo>
                    <a:pt x="353440" y="208533"/>
                  </a:lnTo>
                  <a:lnTo>
                    <a:pt x="315975" y="208533"/>
                  </a:lnTo>
                  <a:lnTo>
                    <a:pt x="315975" y="187832"/>
                  </a:lnTo>
                  <a:lnTo>
                    <a:pt x="353440" y="187832"/>
                  </a:lnTo>
                  <a:lnTo>
                    <a:pt x="358139" y="183133"/>
                  </a:lnTo>
                  <a:lnTo>
                    <a:pt x="358139" y="170941"/>
                  </a:lnTo>
                  <a:lnTo>
                    <a:pt x="353440" y="166242"/>
                  </a:lnTo>
                  <a:lnTo>
                    <a:pt x="315975" y="166242"/>
                  </a:lnTo>
                  <a:lnTo>
                    <a:pt x="315975" y="145541"/>
                  </a:lnTo>
                  <a:lnTo>
                    <a:pt x="356235" y="145541"/>
                  </a:lnTo>
                  <a:lnTo>
                    <a:pt x="358139" y="143636"/>
                  </a:lnTo>
                  <a:lnTo>
                    <a:pt x="358139" y="131444"/>
                  </a:lnTo>
                  <a:lnTo>
                    <a:pt x="353440" y="126745"/>
                  </a:lnTo>
                  <a:lnTo>
                    <a:pt x="315975" y="126745"/>
                  </a:lnTo>
                  <a:lnTo>
                    <a:pt x="315975" y="105155"/>
                  </a:lnTo>
                  <a:lnTo>
                    <a:pt x="353440" y="105155"/>
                  </a:lnTo>
                  <a:lnTo>
                    <a:pt x="358139" y="100456"/>
                  </a:lnTo>
                  <a:lnTo>
                    <a:pt x="358139" y="89280"/>
                  </a:lnTo>
                  <a:lnTo>
                    <a:pt x="353440" y="84581"/>
                  </a:lnTo>
                  <a:lnTo>
                    <a:pt x="315975" y="84581"/>
                  </a:lnTo>
                  <a:lnTo>
                    <a:pt x="315975" y="74167"/>
                  </a:lnTo>
                  <a:lnTo>
                    <a:pt x="314108" y="64769"/>
                  </a:lnTo>
                  <a:close/>
                </a:path>
                <a:path w="358139" h="360045">
                  <a:moveTo>
                    <a:pt x="356235" y="145541"/>
                  </a:moveTo>
                  <a:lnTo>
                    <a:pt x="347852" y="145541"/>
                  </a:lnTo>
                  <a:lnTo>
                    <a:pt x="347852" y="148335"/>
                  </a:lnTo>
                  <a:lnTo>
                    <a:pt x="353440" y="148335"/>
                  </a:lnTo>
                  <a:lnTo>
                    <a:pt x="356235" y="145541"/>
                  </a:lnTo>
                  <a:close/>
                </a:path>
                <a:path w="358139" h="360045">
                  <a:moveTo>
                    <a:pt x="100329" y="0"/>
                  </a:moveTo>
                  <a:lnTo>
                    <a:pt x="89026" y="0"/>
                  </a:lnTo>
                  <a:lnTo>
                    <a:pt x="84327" y="4698"/>
                  </a:lnTo>
                  <a:lnTo>
                    <a:pt x="84327" y="42290"/>
                  </a:lnTo>
                  <a:lnTo>
                    <a:pt x="105028" y="42290"/>
                  </a:lnTo>
                  <a:lnTo>
                    <a:pt x="105028" y="4698"/>
                  </a:lnTo>
                  <a:lnTo>
                    <a:pt x="100329" y="0"/>
                  </a:lnTo>
                  <a:close/>
                </a:path>
                <a:path w="358139" h="360045">
                  <a:moveTo>
                    <a:pt x="142493" y="0"/>
                  </a:moveTo>
                  <a:lnTo>
                    <a:pt x="131190" y="0"/>
                  </a:lnTo>
                  <a:lnTo>
                    <a:pt x="126618" y="4698"/>
                  </a:lnTo>
                  <a:lnTo>
                    <a:pt x="126618" y="42290"/>
                  </a:lnTo>
                  <a:lnTo>
                    <a:pt x="147192" y="42290"/>
                  </a:lnTo>
                  <a:lnTo>
                    <a:pt x="147192" y="4698"/>
                  </a:lnTo>
                  <a:lnTo>
                    <a:pt x="142493" y="0"/>
                  </a:lnTo>
                  <a:close/>
                </a:path>
                <a:path w="358139" h="360045">
                  <a:moveTo>
                    <a:pt x="184657" y="0"/>
                  </a:moveTo>
                  <a:lnTo>
                    <a:pt x="173481" y="0"/>
                  </a:lnTo>
                  <a:lnTo>
                    <a:pt x="168782" y="4698"/>
                  </a:lnTo>
                  <a:lnTo>
                    <a:pt x="168782" y="42290"/>
                  </a:lnTo>
                  <a:lnTo>
                    <a:pt x="189356" y="42290"/>
                  </a:lnTo>
                  <a:lnTo>
                    <a:pt x="189356" y="4698"/>
                  </a:lnTo>
                  <a:lnTo>
                    <a:pt x="184657" y="0"/>
                  </a:lnTo>
                  <a:close/>
                </a:path>
                <a:path w="358139" h="360045">
                  <a:moveTo>
                    <a:pt x="226949" y="0"/>
                  </a:moveTo>
                  <a:lnTo>
                    <a:pt x="215645" y="0"/>
                  </a:lnTo>
                  <a:lnTo>
                    <a:pt x="210947" y="4698"/>
                  </a:lnTo>
                  <a:lnTo>
                    <a:pt x="210947" y="42290"/>
                  </a:lnTo>
                  <a:lnTo>
                    <a:pt x="231520" y="42290"/>
                  </a:lnTo>
                  <a:lnTo>
                    <a:pt x="231520" y="4698"/>
                  </a:lnTo>
                  <a:lnTo>
                    <a:pt x="226949" y="0"/>
                  </a:lnTo>
                  <a:close/>
                </a:path>
                <a:path w="358139" h="360045">
                  <a:moveTo>
                    <a:pt x="269113" y="0"/>
                  </a:moveTo>
                  <a:lnTo>
                    <a:pt x="257810" y="0"/>
                  </a:lnTo>
                  <a:lnTo>
                    <a:pt x="253111" y="4698"/>
                  </a:lnTo>
                  <a:lnTo>
                    <a:pt x="253111" y="42290"/>
                  </a:lnTo>
                  <a:lnTo>
                    <a:pt x="273812" y="42290"/>
                  </a:lnTo>
                  <a:lnTo>
                    <a:pt x="273812" y="4698"/>
                  </a:lnTo>
                  <a:lnTo>
                    <a:pt x="269113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81116" y="3613404"/>
              <a:ext cx="188975" cy="18897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143243" y="3528060"/>
              <a:ext cx="358140" cy="360045"/>
            </a:xfrm>
            <a:custGeom>
              <a:avLst/>
              <a:gdLst/>
              <a:ahLst/>
              <a:cxnLst/>
              <a:rect l="l" t="t" r="r" b="b"/>
              <a:pathLst>
                <a:path w="358139" h="360045">
                  <a:moveTo>
                    <a:pt x="284098" y="42290"/>
                  </a:moveTo>
                  <a:lnTo>
                    <a:pt x="73151" y="42290"/>
                  </a:lnTo>
                  <a:lnTo>
                    <a:pt x="61184" y="44771"/>
                  </a:lnTo>
                  <a:lnTo>
                    <a:pt x="51323" y="51561"/>
                  </a:lnTo>
                  <a:lnTo>
                    <a:pt x="44630" y="61686"/>
                  </a:lnTo>
                  <a:lnTo>
                    <a:pt x="42163" y="74167"/>
                  </a:lnTo>
                  <a:lnTo>
                    <a:pt x="42163" y="84581"/>
                  </a:lnTo>
                  <a:lnTo>
                    <a:pt x="4698" y="84581"/>
                  </a:lnTo>
                  <a:lnTo>
                    <a:pt x="0" y="89280"/>
                  </a:lnTo>
                  <a:lnTo>
                    <a:pt x="0" y="100456"/>
                  </a:lnTo>
                  <a:lnTo>
                    <a:pt x="4698" y="105155"/>
                  </a:lnTo>
                  <a:lnTo>
                    <a:pt x="42163" y="105155"/>
                  </a:lnTo>
                  <a:lnTo>
                    <a:pt x="42163" y="126745"/>
                  </a:lnTo>
                  <a:lnTo>
                    <a:pt x="4698" y="126745"/>
                  </a:lnTo>
                  <a:lnTo>
                    <a:pt x="0" y="131444"/>
                  </a:lnTo>
                  <a:lnTo>
                    <a:pt x="0" y="143636"/>
                  </a:lnTo>
                  <a:lnTo>
                    <a:pt x="4698" y="148335"/>
                  </a:lnTo>
                  <a:lnTo>
                    <a:pt x="42163" y="148335"/>
                  </a:lnTo>
                  <a:lnTo>
                    <a:pt x="42163" y="169036"/>
                  </a:lnTo>
                  <a:lnTo>
                    <a:pt x="4698" y="169036"/>
                  </a:lnTo>
                  <a:lnTo>
                    <a:pt x="0" y="173735"/>
                  </a:lnTo>
                  <a:lnTo>
                    <a:pt x="0" y="185927"/>
                  </a:lnTo>
                  <a:lnTo>
                    <a:pt x="4698" y="190626"/>
                  </a:lnTo>
                  <a:lnTo>
                    <a:pt x="42163" y="190626"/>
                  </a:lnTo>
                  <a:lnTo>
                    <a:pt x="42163" y="211327"/>
                  </a:lnTo>
                  <a:lnTo>
                    <a:pt x="4698" y="211327"/>
                  </a:lnTo>
                  <a:lnTo>
                    <a:pt x="0" y="216026"/>
                  </a:lnTo>
                  <a:lnTo>
                    <a:pt x="0" y="228218"/>
                  </a:lnTo>
                  <a:lnTo>
                    <a:pt x="4698" y="232917"/>
                  </a:lnTo>
                  <a:lnTo>
                    <a:pt x="42163" y="232917"/>
                  </a:lnTo>
                  <a:lnTo>
                    <a:pt x="42163" y="253491"/>
                  </a:lnTo>
                  <a:lnTo>
                    <a:pt x="4698" y="253491"/>
                  </a:lnTo>
                  <a:lnTo>
                    <a:pt x="0" y="258190"/>
                  </a:lnTo>
                  <a:lnTo>
                    <a:pt x="0" y="270382"/>
                  </a:lnTo>
                  <a:lnTo>
                    <a:pt x="4698" y="275081"/>
                  </a:lnTo>
                  <a:lnTo>
                    <a:pt x="42163" y="275081"/>
                  </a:lnTo>
                  <a:lnTo>
                    <a:pt x="42163" y="285495"/>
                  </a:lnTo>
                  <a:lnTo>
                    <a:pt x="44630" y="297977"/>
                  </a:lnTo>
                  <a:lnTo>
                    <a:pt x="51323" y="308102"/>
                  </a:lnTo>
                  <a:lnTo>
                    <a:pt x="61184" y="314892"/>
                  </a:lnTo>
                  <a:lnTo>
                    <a:pt x="73151" y="317372"/>
                  </a:lnTo>
                  <a:lnTo>
                    <a:pt x="84327" y="317372"/>
                  </a:lnTo>
                  <a:lnTo>
                    <a:pt x="84327" y="354952"/>
                  </a:lnTo>
                  <a:lnTo>
                    <a:pt x="89026" y="359638"/>
                  </a:lnTo>
                  <a:lnTo>
                    <a:pt x="100329" y="359638"/>
                  </a:lnTo>
                  <a:lnTo>
                    <a:pt x="105028" y="354952"/>
                  </a:lnTo>
                  <a:lnTo>
                    <a:pt x="105028" y="314578"/>
                  </a:lnTo>
                  <a:lnTo>
                    <a:pt x="284098" y="314578"/>
                  </a:lnTo>
                  <a:lnTo>
                    <a:pt x="296580" y="312098"/>
                  </a:lnTo>
                  <a:lnTo>
                    <a:pt x="306704" y="305307"/>
                  </a:lnTo>
                  <a:lnTo>
                    <a:pt x="313495" y="295183"/>
                  </a:lnTo>
                  <a:lnTo>
                    <a:pt x="313553" y="294893"/>
                  </a:lnTo>
                  <a:lnTo>
                    <a:pt x="69341" y="294893"/>
                  </a:lnTo>
                  <a:lnTo>
                    <a:pt x="65658" y="290194"/>
                  </a:lnTo>
                  <a:lnTo>
                    <a:pt x="65658" y="69468"/>
                  </a:lnTo>
                  <a:lnTo>
                    <a:pt x="69341" y="64769"/>
                  </a:lnTo>
                  <a:lnTo>
                    <a:pt x="314108" y="64769"/>
                  </a:lnTo>
                  <a:lnTo>
                    <a:pt x="313495" y="61686"/>
                  </a:lnTo>
                  <a:lnTo>
                    <a:pt x="306704" y="51561"/>
                  </a:lnTo>
                  <a:lnTo>
                    <a:pt x="296580" y="44771"/>
                  </a:lnTo>
                  <a:lnTo>
                    <a:pt x="284098" y="42290"/>
                  </a:lnTo>
                  <a:close/>
                </a:path>
                <a:path w="358139" h="360045">
                  <a:moveTo>
                    <a:pt x="147192" y="314578"/>
                  </a:moveTo>
                  <a:lnTo>
                    <a:pt x="126618" y="314578"/>
                  </a:lnTo>
                  <a:lnTo>
                    <a:pt x="126618" y="352120"/>
                  </a:lnTo>
                  <a:lnTo>
                    <a:pt x="131190" y="356831"/>
                  </a:lnTo>
                  <a:lnTo>
                    <a:pt x="142493" y="356831"/>
                  </a:lnTo>
                  <a:lnTo>
                    <a:pt x="147192" y="352120"/>
                  </a:lnTo>
                  <a:lnTo>
                    <a:pt x="147192" y="314578"/>
                  </a:lnTo>
                  <a:close/>
                </a:path>
                <a:path w="358139" h="360045">
                  <a:moveTo>
                    <a:pt x="189356" y="314578"/>
                  </a:moveTo>
                  <a:lnTo>
                    <a:pt x="168782" y="314578"/>
                  </a:lnTo>
                  <a:lnTo>
                    <a:pt x="168782" y="352120"/>
                  </a:lnTo>
                  <a:lnTo>
                    <a:pt x="173481" y="356831"/>
                  </a:lnTo>
                  <a:lnTo>
                    <a:pt x="184657" y="356831"/>
                  </a:lnTo>
                  <a:lnTo>
                    <a:pt x="189356" y="352120"/>
                  </a:lnTo>
                  <a:lnTo>
                    <a:pt x="189356" y="314578"/>
                  </a:lnTo>
                  <a:close/>
                </a:path>
                <a:path w="358139" h="360045">
                  <a:moveTo>
                    <a:pt x="231520" y="314578"/>
                  </a:moveTo>
                  <a:lnTo>
                    <a:pt x="210946" y="314578"/>
                  </a:lnTo>
                  <a:lnTo>
                    <a:pt x="210946" y="352120"/>
                  </a:lnTo>
                  <a:lnTo>
                    <a:pt x="215645" y="356831"/>
                  </a:lnTo>
                  <a:lnTo>
                    <a:pt x="226948" y="356831"/>
                  </a:lnTo>
                  <a:lnTo>
                    <a:pt x="231520" y="352120"/>
                  </a:lnTo>
                  <a:lnTo>
                    <a:pt x="231520" y="314578"/>
                  </a:lnTo>
                  <a:close/>
                </a:path>
                <a:path w="358139" h="360045">
                  <a:moveTo>
                    <a:pt x="273811" y="314578"/>
                  </a:moveTo>
                  <a:lnTo>
                    <a:pt x="253110" y="314578"/>
                  </a:lnTo>
                  <a:lnTo>
                    <a:pt x="253110" y="352120"/>
                  </a:lnTo>
                  <a:lnTo>
                    <a:pt x="257809" y="356831"/>
                  </a:lnTo>
                  <a:lnTo>
                    <a:pt x="269113" y="356831"/>
                  </a:lnTo>
                  <a:lnTo>
                    <a:pt x="273811" y="352120"/>
                  </a:lnTo>
                  <a:lnTo>
                    <a:pt x="273811" y="314578"/>
                  </a:lnTo>
                  <a:close/>
                </a:path>
                <a:path w="358139" h="360045">
                  <a:moveTo>
                    <a:pt x="314108" y="64769"/>
                  </a:moveTo>
                  <a:lnTo>
                    <a:pt x="289686" y="64769"/>
                  </a:lnTo>
                  <a:lnTo>
                    <a:pt x="294385" y="69468"/>
                  </a:lnTo>
                  <a:lnTo>
                    <a:pt x="294385" y="290194"/>
                  </a:lnTo>
                  <a:lnTo>
                    <a:pt x="289686" y="294893"/>
                  </a:lnTo>
                  <a:lnTo>
                    <a:pt x="313553" y="294893"/>
                  </a:lnTo>
                  <a:lnTo>
                    <a:pt x="315975" y="282701"/>
                  </a:lnTo>
                  <a:lnTo>
                    <a:pt x="315975" y="272287"/>
                  </a:lnTo>
                  <a:lnTo>
                    <a:pt x="353440" y="272287"/>
                  </a:lnTo>
                  <a:lnTo>
                    <a:pt x="358139" y="267588"/>
                  </a:lnTo>
                  <a:lnTo>
                    <a:pt x="358139" y="256412"/>
                  </a:lnTo>
                  <a:lnTo>
                    <a:pt x="353440" y="251713"/>
                  </a:lnTo>
                  <a:lnTo>
                    <a:pt x="315975" y="251713"/>
                  </a:lnTo>
                  <a:lnTo>
                    <a:pt x="315975" y="230123"/>
                  </a:lnTo>
                  <a:lnTo>
                    <a:pt x="353440" y="230123"/>
                  </a:lnTo>
                  <a:lnTo>
                    <a:pt x="358139" y="225424"/>
                  </a:lnTo>
                  <a:lnTo>
                    <a:pt x="358139" y="213232"/>
                  </a:lnTo>
                  <a:lnTo>
                    <a:pt x="353440" y="208533"/>
                  </a:lnTo>
                  <a:lnTo>
                    <a:pt x="315975" y="208533"/>
                  </a:lnTo>
                  <a:lnTo>
                    <a:pt x="315975" y="187832"/>
                  </a:lnTo>
                  <a:lnTo>
                    <a:pt x="353440" y="187832"/>
                  </a:lnTo>
                  <a:lnTo>
                    <a:pt x="358139" y="183133"/>
                  </a:lnTo>
                  <a:lnTo>
                    <a:pt x="358139" y="170941"/>
                  </a:lnTo>
                  <a:lnTo>
                    <a:pt x="353440" y="166242"/>
                  </a:lnTo>
                  <a:lnTo>
                    <a:pt x="315975" y="166242"/>
                  </a:lnTo>
                  <a:lnTo>
                    <a:pt x="315975" y="145541"/>
                  </a:lnTo>
                  <a:lnTo>
                    <a:pt x="356234" y="145541"/>
                  </a:lnTo>
                  <a:lnTo>
                    <a:pt x="358139" y="143636"/>
                  </a:lnTo>
                  <a:lnTo>
                    <a:pt x="358139" y="131444"/>
                  </a:lnTo>
                  <a:lnTo>
                    <a:pt x="353440" y="126745"/>
                  </a:lnTo>
                  <a:lnTo>
                    <a:pt x="315975" y="126745"/>
                  </a:lnTo>
                  <a:lnTo>
                    <a:pt x="315975" y="105155"/>
                  </a:lnTo>
                  <a:lnTo>
                    <a:pt x="353440" y="105155"/>
                  </a:lnTo>
                  <a:lnTo>
                    <a:pt x="358139" y="100456"/>
                  </a:lnTo>
                  <a:lnTo>
                    <a:pt x="358139" y="89280"/>
                  </a:lnTo>
                  <a:lnTo>
                    <a:pt x="353440" y="84581"/>
                  </a:lnTo>
                  <a:lnTo>
                    <a:pt x="315975" y="84581"/>
                  </a:lnTo>
                  <a:lnTo>
                    <a:pt x="315975" y="74167"/>
                  </a:lnTo>
                  <a:lnTo>
                    <a:pt x="314108" y="64769"/>
                  </a:lnTo>
                  <a:close/>
                </a:path>
                <a:path w="358139" h="360045">
                  <a:moveTo>
                    <a:pt x="356234" y="145541"/>
                  </a:moveTo>
                  <a:lnTo>
                    <a:pt x="347852" y="145541"/>
                  </a:lnTo>
                  <a:lnTo>
                    <a:pt x="347852" y="148335"/>
                  </a:lnTo>
                  <a:lnTo>
                    <a:pt x="353440" y="148335"/>
                  </a:lnTo>
                  <a:lnTo>
                    <a:pt x="356234" y="145541"/>
                  </a:lnTo>
                  <a:close/>
                </a:path>
                <a:path w="358139" h="360045">
                  <a:moveTo>
                    <a:pt x="100329" y="0"/>
                  </a:moveTo>
                  <a:lnTo>
                    <a:pt x="89026" y="0"/>
                  </a:lnTo>
                  <a:lnTo>
                    <a:pt x="84327" y="4698"/>
                  </a:lnTo>
                  <a:lnTo>
                    <a:pt x="84327" y="42290"/>
                  </a:lnTo>
                  <a:lnTo>
                    <a:pt x="105028" y="42290"/>
                  </a:lnTo>
                  <a:lnTo>
                    <a:pt x="105028" y="4698"/>
                  </a:lnTo>
                  <a:lnTo>
                    <a:pt x="100329" y="0"/>
                  </a:lnTo>
                  <a:close/>
                </a:path>
                <a:path w="358139" h="360045">
                  <a:moveTo>
                    <a:pt x="142493" y="0"/>
                  </a:moveTo>
                  <a:lnTo>
                    <a:pt x="131190" y="0"/>
                  </a:lnTo>
                  <a:lnTo>
                    <a:pt x="126618" y="4698"/>
                  </a:lnTo>
                  <a:lnTo>
                    <a:pt x="126618" y="42290"/>
                  </a:lnTo>
                  <a:lnTo>
                    <a:pt x="147192" y="42290"/>
                  </a:lnTo>
                  <a:lnTo>
                    <a:pt x="147192" y="4698"/>
                  </a:lnTo>
                  <a:lnTo>
                    <a:pt x="142493" y="0"/>
                  </a:lnTo>
                  <a:close/>
                </a:path>
                <a:path w="358139" h="360045">
                  <a:moveTo>
                    <a:pt x="184657" y="0"/>
                  </a:moveTo>
                  <a:lnTo>
                    <a:pt x="173481" y="0"/>
                  </a:lnTo>
                  <a:lnTo>
                    <a:pt x="168782" y="4698"/>
                  </a:lnTo>
                  <a:lnTo>
                    <a:pt x="168782" y="42290"/>
                  </a:lnTo>
                  <a:lnTo>
                    <a:pt x="189356" y="42290"/>
                  </a:lnTo>
                  <a:lnTo>
                    <a:pt x="189356" y="4698"/>
                  </a:lnTo>
                  <a:lnTo>
                    <a:pt x="184657" y="0"/>
                  </a:lnTo>
                  <a:close/>
                </a:path>
                <a:path w="358139" h="360045">
                  <a:moveTo>
                    <a:pt x="226948" y="0"/>
                  </a:moveTo>
                  <a:lnTo>
                    <a:pt x="215645" y="0"/>
                  </a:lnTo>
                  <a:lnTo>
                    <a:pt x="210946" y="4698"/>
                  </a:lnTo>
                  <a:lnTo>
                    <a:pt x="210946" y="42290"/>
                  </a:lnTo>
                  <a:lnTo>
                    <a:pt x="231520" y="42290"/>
                  </a:lnTo>
                  <a:lnTo>
                    <a:pt x="231520" y="4698"/>
                  </a:lnTo>
                  <a:lnTo>
                    <a:pt x="226948" y="0"/>
                  </a:lnTo>
                  <a:close/>
                </a:path>
                <a:path w="358139" h="360045">
                  <a:moveTo>
                    <a:pt x="269113" y="0"/>
                  </a:moveTo>
                  <a:lnTo>
                    <a:pt x="257809" y="0"/>
                  </a:lnTo>
                  <a:lnTo>
                    <a:pt x="253110" y="4698"/>
                  </a:lnTo>
                  <a:lnTo>
                    <a:pt x="253110" y="42290"/>
                  </a:lnTo>
                  <a:lnTo>
                    <a:pt x="273811" y="42290"/>
                  </a:lnTo>
                  <a:lnTo>
                    <a:pt x="273811" y="4698"/>
                  </a:lnTo>
                  <a:lnTo>
                    <a:pt x="269113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28587" y="3611879"/>
              <a:ext cx="188975" cy="18897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182643" y="2601937"/>
              <a:ext cx="488950" cy="662940"/>
            </a:xfrm>
            <a:custGeom>
              <a:avLst/>
              <a:gdLst/>
              <a:ahLst/>
              <a:cxnLst/>
              <a:rect l="l" t="t" r="r" b="b"/>
              <a:pathLst>
                <a:path w="488950" h="662939">
                  <a:moveTo>
                    <a:pt x="488442" y="453542"/>
                  </a:moveTo>
                  <a:lnTo>
                    <a:pt x="479679" y="472033"/>
                  </a:lnTo>
                  <a:lnTo>
                    <a:pt x="454964" y="488696"/>
                  </a:lnTo>
                  <a:lnTo>
                    <a:pt x="436105" y="495668"/>
                  </a:lnTo>
                  <a:lnTo>
                    <a:pt x="436105" y="565188"/>
                  </a:lnTo>
                  <a:lnTo>
                    <a:pt x="436105" y="586130"/>
                  </a:lnTo>
                  <a:lnTo>
                    <a:pt x="429120" y="593102"/>
                  </a:lnTo>
                  <a:lnTo>
                    <a:pt x="408190" y="593102"/>
                  </a:lnTo>
                  <a:lnTo>
                    <a:pt x="401218" y="586130"/>
                  </a:lnTo>
                  <a:lnTo>
                    <a:pt x="401218" y="565188"/>
                  </a:lnTo>
                  <a:lnTo>
                    <a:pt x="408190" y="558215"/>
                  </a:lnTo>
                  <a:lnTo>
                    <a:pt x="429120" y="558215"/>
                  </a:lnTo>
                  <a:lnTo>
                    <a:pt x="436105" y="565188"/>
                  </a:lnTo>
                  <a:lnTo>
                    <a:pt x="436105" y="495668"/>
                  </a:lnTo>
                  <a:lnTo>
                    <a:pt x="416699" y="502831"/>
                  </a:lnTo>
                  <a:lnTo>
                    <a:pt x="367233" y="513765"/>
                  </a:lnTo>
                  <a:lnTo>
                    <a:pt x="308940" y="520814"/>
                  </a:lnTo>
                  <a:lnTo>
                    <a:pt x="244221" y="523328"/>
                  </a:lnTo>
                  <a:lnTo>
                    <a:pt x="179489" y="520814"/>
                  </a:lnTo>
                  <a:lnTo>
                    <a:pt x="121196" y="513765"/>
                  </a:lnTo>
                  <a:lnTo>
                    <a:pt x="71729" y="502831"/>
                  </a:lnTo>
                  <a:lnTo>
                    <a:pt x="33464" y="488696"/>
                  </a:lnTo>
                  <a:lnTo>
                    <a:pt x="0" y="453542"/>
                  </a:lnTo>
                  <a:lnTo>
                    <a:pt x="0" y="593102"/>
                  </a:lnTo>
                  <a:lnTo>
                    <a:pt x="33464" y="628256"/>
                  </a:lnTo>
                  <a:lnTo>
                    <a:pt x="71729" y="642391"/>
                  </a:lnTo>
                  <a:lnTo>
                    <a:pt x="121196" y="653326"/>
                  </a:lnTo>
                  <a:lnTo>
                    <a:pt x="179489" y="660374"/>
                  </a:lnTo>
                  <a:lnTo>
                    <a:pt x="244221" y="662889"/>
                  </a:lnTo>
                  <a:lnTo>
                    <a:pt x="308940" y="660374"/>
                  </a:lnTo>
                  <a:lnTo>
                    <a:pt x="367233" y="653326"/>
                  </a:lnTo>
                  <a:lnTo>
                    <a:pt x="416699" y="642391"/>
                  </a:lnTo>
                  <a:lnTo>
                    <a:pt x="454964" y="628256"/>
                  </a:lnTo>
                  <a:lnTo>
                    <a:pt x="488442" y="593102"/>
                  </a:lnTo>
                  <a:lnTo>
                    <a:pt x="488442" y="558215"/>
                  </a:lnTo>
                  <a:lnTo>
                    <a:pt x="488442" y="523328"/>
                  </a:lnTo>
                  <a:lnTo>
                    <a:pt x="488442" y="453542"/>
                  </a:lnTo>
                  <a:close/>
                </a:path>
                <a:path w="488950" h="662939">
                  <a:moveTo>
                    <a:pt x="488442" y="279095"/>
                  </a:moveTo>
                  <a:lnTo>
                    <a:pt x="479679" y="297586"/>
                  </a:lnTo>
                  <a:lnTo>
                    <a:pt x="454964" y="314248"/>
                  </a:lnTo>
                  <a:lnTo>
                    <a:pt x="436105" y="321221"/>
                  </a:lnTo>
                  <a:lnTo>
                    <a:pt x="436105" y="390740"/>
                  </a:lnTo>
                  <a:lnTo>
                    <a:pt x="436105" y="411670"/>
                  </a:lnTo>
                  <a:lnTo>
                    <a:pt x="429120" y="418655"/>
                  </a:lnTo>
                  <a:lnTo>
                    <a:pt x="408190" y="418655"/>
                  </a:lnTo>
                  <a:lnTo>
                    <a:pt x="401218" y="411670"/>
                  </a:lnTo>
                  <a:lnTo>
                    <a:pt x="401218" y="390740"/>
                  </a:lnTo>
                  <a:lnTo>
                    <a:pt x="408190" y="383768"/>
                  </a:lnTo>
                  <a:lnTo>
                    <a:pt x="429120" y="383768"/>
                  </a:lnTo>
                  <a:lnTo>
                    <a:pt x="436105" y="390740"/>
                  </a:lnTo>
                  <a:lnTo>
                    <a:pt x="436105" y="321221"/>
                  </a:lnTo>
                  <a:lnTo>
                    <a:pt x="416699" y="328371"/>
                  </a:lnTo>
                  <a:lnTo>
                    <a:pt x="367233" y="339318"/>
                  </a:lnTo>
                  <a:lnTo>
                    <a:pt x="308940" y="346367"/>
                  </a:lnTo>
                  <a:lnTo>
                    <a:pt x="244221" y="348869"/>
                  </a:lnTo>
                  <a:lnTo>
                    <a:pt x="179489" y="346367"/>
                  </a:lnTo>
                  <a:lnTo>
                    <a:pt x="121196" y="339318"/>
                  </a:lnTo>
                  <a:lnTo>
                    <a:pt x="71729" y="328371"/>
                  </a:lnTo>
                  <a:lnTo>
                    <a:pt x="33464" y="314248"/>
                  </a:lnTo>
                  <a:lnTo>
                    <a:pt x="0" y="279095"/>
                  </a:lnTo>
                  <a:lnTo>
                    <a:pt x="0" y="418655"/>
                  </a:lnTo>
                  <a:lnTo>
                    <a:pt x="33464" y="453809"/>
                  </a:lnTo>
                  <a:lnTo>
                    <a:pt x="71729" y="467931"/>
                  </a:lnTo>
                  <a:lnTo>
                    <a:pt x="121196" y="478866"/>
                  </a:lnTo>
                  <a:lnTo>
                    <a:pt x="179489" y="485927"/>
                  </a:lnTo>
                  <a:lnTo>
                    <a:pt x="244221" y="488429"/>
                  </a:lnTo>
                  <a:lnTo>
                    <a:pt x="308940" y="485927"/>
                  </a:lnTo>
                  <a:lnTo>
                    <a:pt x="367233" y="478866"/>
                  </a:lnTo>
                  <a:lnTo>
                    <a:pt x="416699" y="467931"/>
                  </a:lnTo>
                  <a:lnTo>
                    <a:pt x="454964" y="453809"/>
                  </a:lnTo>
                  <a:lnTo>
                    <a:pt x="488442" y="418655"/>
                  </a:lnTo>
                  <a:lnTo>
                    <a:pt x="488442" y="383768"/>
                  </a:lnTo>
                  <a:lnTo>
                    <a:pt x="488442" y="348869"/>
                  </a:lnTo>
                  <a:lnTo>
                    <a:pt x="488442" y="279095"/>
                  </a:lnTo>
                  <a:close/>
                </a:path>
                <a:path w="488950" h="662939">
                  <a:moveTo>
                    <a:pt x="488442" y="104648"/>
                  </a:moveTo>
                  <a:lnTo>
                    <a:pt x="479679" y="123139"/>
                  </a:lnTo>
                  <a:lnTo>
                    <a:pt x="454964" y="139788"/>
                  </a:lnTo>
                  <a:lnTo>
                    <a:pt x="436105" y="146761"/>
                  </a:lnTo>
                  <a:lnTo>
                    <a:pt x="436105" y="216293"/>
                  </a:lnTo>
                  <a:lnTo>
                    <a:pt x="436105" y="237223"/>
                  </a:lnTo>
                  <a:lnTo>
                    <a:pt x="429120" y="244208"/>
                  </a:lnTo>
                  <a:lnTo>
                    <a:pt x="408190" y="244208"/>
                  </a:lnTo>
                  <a:lnTo>
                    <a:pt x="401218" y="237223"/>
                  </a:lnTo>
                  <a:lnTo>
                    <a:pt x="401218" y="216293"/>
                  </a:lnTo>
                  <a:lnTo>
                    <a:pt x="408190" y="209321"/>
                  </a:lnTo>
                  <a:lnTo>
                    <a:pt x="429120" y="209321"/>
                  </a:lnTo>
                  <a:lnTo>
                    <a:pt x="436105" y="216293"/>
                  </a:lnTo>
                  <a:lnTo>
                    <a:pt x="436105" y="146761"/>
                  </a:lnTo>
                  <a:lnTo>
                    <a:pt x="416699" y="153924"/>
                  </a:lnTo>
                  <a:lnTo>
                    <a:pt x="367233" y="164858"/>
                  </a:lnTo>
                  <a:lnTo>
                    <a:pt x="308940" y="171919"/>
                  </a:lnTo>
                  <a:lnTo>
                    <a:pt x="244221" y="174421"/>
                  </a:lnTo>
                  <a:lnTo>
                    <a:pt x="179489" y="171919"/>
                  </a:lnTo>
                  <a:lnTo>
                    <a:pt x="121196" y="164858"/>
                  </a:lnTo>
                  <a:lnTo>
                    <a:pt x="71729" y="153924"/>
                  </a:lnTo>
                  <a:lnTo>
                    <a:pt x="33464" y="139788"/>
                  </a:lnTo>
                  <a:lnTo>
                    <a:pt x="0" y="104648"/>
                  </a:lnTo>
                  <a:lnTo>
                    <a:pt x="0" y="244208"/>
                  </a:lnTo>
                  <a:lnTo>
                    <a:pt x="33464" y="279349"/>
                  </a:lnTo>
                  <a:lnTo>
                    <a:pt x="71729" y="293484"/>
                  </a:lnTo>
                  <a:lnTo>
                    <a:pt x="121196" y="304419"/>
                  </a:lnTo>
                  <a:lnTo>
                    <a:pt x="179489" y="311480"/>
                  </a:lnTo>
                  <a:lnTo>
                    <a:pt x="244221" y="313982"/>
                  </a:lnTo>
                  <a:lnTo>
                    <a:pt x="308940" y="311480"/>
                  </a:lnTo>
                  <a:lnTo>
                    <a:pt x="367233" y="304419"/>
                  </a:lnTo>
                  <a:lnTo>
                    <a:pt x="416699" y="293484"/>
                  </a:lnTo>
                  <a:lnTo>
                    <a:pt x="454964" y="279349"/>
                  </a:lnTo>
                  <a:lnTo>
                    <a:pt x="488442" y="244208"/>
                  </a:lnTo>
                  <a:lnTo>
                    <a:pt x="488442" y="209321"/>
                  </a:lnTo>
                  <a:lnTo>
                    <a:pt x="488442" y="174421"/>
                  </a:lnTo>
                  <a:lnTo>
                    <a:pt x="488442" y="104648"/>
                  </a:lnTo>
                  <a:close/>
                </a:path>
                <a:path w="488950" h="662939">
                  <a:moveTo>
                    <a:pt x="488442" y="69761"/>
                  </a:moveTo>
                  <a:lnTo>
                    <a:pt x="455091" y="34544"/>
                  </a:lnTo>
                  <a:lnTo>
                    <a:pt x="416902" y="20434"/>
                  </a:lnTo>
                  <a:lnTo>
                    <a:pt x="367474" y="9525"/>
                  </a:lnTo>
                  <a:lnTo>
                    <a:pt x="309143" y="2501"/>
                  </a:lnTo>
                  <a:lnTo>
                    <a:pt x="244221" y="0"/>
                  </a:lnTo>
                  <a:lnTo>
                    <a:pt x="179298" y="2501"/>
                  </a:lnTo>
                  <a:lnTo>
                    <a:pt x="120954" y="9525"/>
                  </a:lnTo>
                  <a:lnTo>
                    <a:pt x="71526" y="20434"/>
                  </a:lnTo>
                  <a:lnTo>
                    <a:pt x="33337" y="34544"/>
                  </a:lnTo>
                  <a:lnTo>
                    <a:pt x="0" y="69761"/>
                  </a:lnTo>
                  <a:lnTo>
                    <a:pt x="8724" y="88303"/>
                  </a:lnTo>
                  <a:lnTo>
                    <a:pt x="71526" y="119100"/>
                  </a:lnTo>
                  <a:lnTo>
                    <a:pt x="120954" y="130009"/>
                  </a:lnTo>
                  <a:lnTo>
                    <a:pt x="179298" y="137045"/>
                  </a:lnTo>
                  <a:lnTo>
                    <a:pt x="244221" y="139534"/>
                  </a:lnTo>
                  <a:lnTo>
                    <a:pt x="309143" y="137045"/>
                  </a:lnTo>
                  <a:lnTo>
                    <a:pt x="367474" y="130009"/>
                  </a:lnTo>
                  <a:lnTo>
                    <a:pt x="416902" y="119100"/>
                  </a:lnTo>
                  <a:lnTo>
                    <a:pt x="455091" y="104978"/>
                  </a:lnTo>
                  <a:lnTo>
                    <a:pt x="488442" y="69761"/>
                  </a:lnTo>
                  <a:close/>
                </a:path>
              </a:pathLst>
            </a:custGeom>
            <a:solidFill>
              <a:srgbClr val="66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68908" y="2074202"/>
              <a:ext cx="1383792" cy="22868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16152" y="2107691"/>
              <a:ext cx="1292352" cy="12496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216152" y="2107691"/>
              <a:ext cx="1292860" cy="125095"/>
            </a:xfrm>
            <a:custGeom>
              <a:avLst/>
              <a:gdLst/>
              <a:ahLst/>
              <a:cxnLst/>
              <a:rect l="l" t="t" r="r" b="b"/>
              <a:pathLst>
                <a:path w="1292860" h="125094">
                  <a:moveTo>
                    <a:pt x="0" y="31241"/>
                  </a:moveTo>
                  <a:lnTo>
                    <a:pt x="1229867" y="31241"/>
                  </a:lnTo>
                  <a:lnTo>
                    <a:pt x="1229867" y="0"/>
                  </a:lnTo>
                  <a:lnTo>
                    <a:pt x="1292352" y="62483"/>
                  </a:lnTo>
                  <a:lnTo>
                    <a:pt x="1229867" y="124968"/>
                  </a:lnTo>
                  <a:lnTo>
                    <a:pt x="1229867" y="93725"/>
                  </a:lnTo>
                  <a:lnTo>
                    <a:pt x="0" y="93725"/>
                  </a:lnTo>
                  <a:lnTo>
                    <a:pt x="0" y="31241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07340" y="2818892"/>
            <a:ext cx="8896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scources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98348" y="1324355"/>
            <a:ext cx="601980" cy="1392936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1602994" y="1862073"/>
            <a:ext cx="5105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ETL/ELT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775602" y="1032383"/>
            <a:ext cx="146706" cy="199098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1313688" y="2008632"/>
            <a:ext cx="5431790" cy="2463165"/>
            <a:chOff x="1313688" y="2008632"/>
            <a:chExt cx="5431790" cy="2463165"/>
          </a:xfrm>
        </p:grpSpPr>
        <p:sp>
          <p:nvSpPr>
            <p:cNvPr id="33" name="object 33"/>
            <p:cNvSpPr/>
            <p:nvPr/>
          </p:nvSpPr>
          <p:spPr>
            <a:xfrm>
              <a:off x="2589276" y="2008632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4">
                  <a:moveTo>
                    <a:pt x="285242" y="42291"/>
                  </a:moveTo>
                  <a:lnTo>
                    <a:pt x="73406" y="42291"/>
                  </a:lnTo>
                  <a:lnTo>
                    <a:pt x="61438" y="44771"/>
                  </a:lnTo>
                  <a:lnTo>
                    <a:pt x="51577" y="51562"/>
                  </a:lnTo>
                  <a:lnTo>
                    <a:pt x="44884" y="61686"/>
                  </a:lnTo>
                  <a:lnTo>
                    <a:pt x="42418" y="74168"/>
                  </a:lnTo>
                  <a:lnTo>
                    <a:pt x="42418" y="84581"/>
                  </a:lnTo>
                  <a:lnTo>
                    <a:pt x="4699" y="84581"/>
                  </a:lnTo>
                  <a:lnTo>
                    <a:pt x="0" y="89281"/>
                  </a:lnTo>
                  <a:lnTo>
                    <a:pt x="0" y="100456"/>
                  </a:lnTo>
                  <a:lnTo>
                    <a:pt x="4699" y="105156"/>
                  </a:lnTo>
                  <a:lnTo>
                    <a:pt x="42418" y="105156"/>
                  </a:lnTo>
                  <a:lnTo>
                    <a:pt x="42418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7"/>
                  </a:lnTo>
                  <a:lnTo>
                    <a:pt x="4699" y="148336"/>
                  </a:lnTo>
                  <a:lnTo>
                    <a:pt x="42418" y="148336"/>
                  </a:lnTo>
                  <a:lnTo>
                    <a:pt x="42418" y="169037"/>
                  </a:lnTo>
                  <a:lnTo>
                    <a:pt x="4699" y="169037"/>
                  </a:lnTo>
                  <a:lnTo>
                    <a:pt x="0" y="173736"/>
                  </a:lnTo>
                  <a:lnTo>
                    <a:pt x="0" y="185928"/>
                  </a:lnTo>
                  <a:lnTo>
                    <a:pt x="4699" y="190626"/>
                  </a:lnTo>
                  <a:lnTo>
                    <a:pt x="42418" y="190626"/>
                  </a:lnTo>
                  <a:lnTo>
                    <a:pt x="42418" y="211328"/>
                  </a:lnTo>
                  <a:lnTo>
                    <a:pt x="4699" y="211328"/>
                  </a:lnTo>
                  <a:lnTo>
                    <a:pt x="0" y="216026"/>
                  </a:lnTo>
                  <a:lnTo>
                    <a:pt x="0" y="228219"/>
                  </a:lnTo>
                  <a:lnTo>
                    <a:pt x="4699" y="232918"/>
                  </a:lnTo>
                  <a:lnTo>
                    <a:pt x="42418" y="232918"/>
                  </a:lnTo>
                  <a:lnTo>
                    <a:pt x="42418" y="253492"/>
                  </a:lnTo>
                  <a:lnTo>
                    <a:pt x="4699" y="253492"/>
                  </a:lnTo>
                  <a:lnTo>
                    <a:pt x="0" y="258191"/>
                  </a:lnTo>
                  <a:lnTo>
                    <a:pt x="0" y="270382"/>
                  </a:lnTo>
                  <a:lnTo>
                    <a:pt x="4699" y="275081"/>
                  </a:lnTo>
                  <a:lnTo>
                    <a:pt x="42418" y="275081"/>
                  </a:lnTo>
                  <a:lnTo>
                    <a:pt x="42418" y="285495"/>
                  </a:lnTo>
                  <a:lnTo>
                    <a:pt x="44884" y="297977"/>
                  </a:lnTo>
                  <a:lnTo>
                    <a:pt x="51577" y="308101"/>
                  </a:lnTo>
                  <a:lnTo>
                    <a:pt x="61438" y="314892"/>
                  </a:lnTo>
                  <a:lnTo>
                    <a:pt x="73406" y="317373"/>
                  </a:lnTo>
                  <a:lnTo>
                    <a:pt x="84709" y="317373"/>
                  </a:lnTo>
                  <a:lnTo>
                    <a:pt x="84709" y="354965"/>
                  </a:lnTo>
                  <a:lnTo>
                    <a:pt x="89407" y="359663"/>
                  </a:lnTo>
                  <a:lnTo>
                    <a:pt x="100711" y="359663"/>
                  </a:lnTo>
                  <a:lnTo>
                    <a:pt x="105410" y="354965"/>
                  </a:lnTo>
                  <a:lnTo>
                    <a:pt x="105410" y="314579"/>
                  </a:lnTo>
                  <a:lnTo>
                    <a:pt x="285242" y="314579"/>
                  </a:lnTo>
                  <a:lnTo>
                    <a:pt x="297797" y="312098"/>
                  </a:lnTo>
                  <a:lnTo>
                    <a:pt x="307959" y="305307"/>
                  </a:lnTo>
                  <a:lnTo>
                    <a:pt x="314763" y="295183"/>
                  </a:lnTo>
                  <a:lnTo>
                    <a:pt x="314821" y="294894"/>
                  </a:lnTo>
                  <a:lnTo>
                    <a:pt x="69723" y="294894"/>
                  </a:lnTo>
                  <a:lnTo>
                    <a:pt x="65912" y="290194"/>
                  </a:lnTo>
                  <a:lnTo>
                    <a:pt x="65912" y="69468"/>
                  </a:lnTo>
                  <a:lnTo>
                    <a:pt x="69723" y="64769"/>
                  </a:lnTo>
                  <a:lnTo>
                    <a:pt x="315376" y="64769"/>
                  </a:lnTo>
                  <a:lnTo>
                    <a:pt x="314763" y="61686"/>
                  </a:lnTo>
                  <a:lnTo>
                    <a:pt x="307959" y="51562"/>
                  </a:lnTo>
                  <a:lnTo>
                    <a:pt x="297797" y="44771"/>
                  </a:lnTo>
                  <a:lnTo>
                    <a:pt x="285242" y="42291"/>
                  </a:lnTo>
                  <a:close/>
                </a:path>
                <a:path w="360044" h="360044">
                  <a:moveTo>
                    <a:pt x="147828" y="314579"/>
                  </a:moveTo>
                  <a:lnTo>
                    <a:pt x="127126" y="314579"/>
                  </a:lnTo>
                  <a:lnTo>
                    <a:pt x="127126" y="352170"/>
                  </a:lnTo>
                  <a:lnTo>
                    <a:pt x="131825" y="356869"/>
                  </a:lnTo>
                  <a:lnTo>
                    <a:pt x="143129" y="356869"/>
                  </a:lnTo>
                  <a:lnTo>
                    <a:pt x="147828" y="352170"/>
                  </a:lnTo>
                  <a:lnTo>
                    <a:pt x="147828" y="314579"/>
                  </a:lnTo>
                  <a:close/>
                </a:path>
                <a:path w="360044" h="360044">
                  <a:moveTo>
                    <a:pt x="190246" y="314579"/>
                  </a:moveTo>
                  <a:lnTo>
                    <a:pt x="169418" y="314579"/>
                  </a:lnTo>
                  <a:lnTo>
                    <a:pt x="169418" y="352170"/>
                  </a:lnTo>
                  <a:lnTo>
                    <a:pt x="174244" y="356869"/>
                  </a:lnTo>
                  <a:lnTo>
                    <a:pt x="185419" y="356869"/>
                  </a:lnTo>
                  <a:lnTo>
                    <a:pt x="190246" y="352170"/>
                  </a:lnTo>
                  <a:lnTo>
                    <a:pt x="190246" y="314579"/>
                  </a:lnTo>
                  <a:close/>
                </a:path>
                <a:path w="360044" h="360044">
                  <a:moveTo>
                    <a:pt x="232537" y="314579"/>
                  </a:moveTo>
                  <a:lnTo>
                    <a:pt x="211836" y="314579"/>
                  </a:lnTo>
                  <a:lnTo>
                    <a:pt x="211836" y="352170"/>
                  </a:lnTo>
                  <a:lnTo>
                    <a:pt x="216535" y="356869"/>
                  </a:lnTo>
                  <a:lnTo>
                    <a:pt x="227837" y="356869"/>
                  </a:lnTo>
                  <a:lnTo>
                    <a:pt x="232537" y="352170"/>
                  </a:lnTo>
                  <a:lnTo>
                    <a:pt x="232537" y="314579"/>
                  </a:lnTo>
                  <a:close/>
                </a:path>
                <a:path w="360044" h="360044">
                  <a:moveTo>
                    <a:pt x="274955" y="314579"/>
                  </a:moveTo>
                  <a:lnTo>
                    <a:pt x="254254" y="314579"/>
                  </a:lnTo>
                  <a:lnTo>
                    <a:pt x="254254" y="352170"/>
                  </a:lnTo>
                  <a:lnTo>
                    <a:pt x="258953" y="356869"/>
                  </a:lnTo>
                  <a:lnTo>
                    <a:pt x="270256" y="356869"/>
                  </a:lnTo>
                  <a:lnTo>
                    <a:pt x="274955" y="352170"/>
                  </a:lnTo>
                  <a:lnTo>
                    <a:pt x="274955" y="314579"/>
                  </a:lnTo>
                  <a:close/>
                </a:path>
                <a:path w="360044" h="360044">
                  <a:moveTo>
                    <a:pt x="315376" y="64769"/>
                  </a:moveTo>
                  <a:lnTo>
                    <a:pt x="290956" y="64769"/>
                  </a:lnTo>
                  <a:lnTo>
                    <a:pt x="295656" y="69468"/>
                  </a:lnTo>
                  <a:lnTo>
                    <a:pt x="295656" y="290194"/>
                  </a:lnTo>
                  <a:lnTo>
                    <a:pt x="290956" y="294894"/>
                  </a:lnTo>
                  <a:lnTo>
                    <a:pt x="314821" y="294894"/>
                  </a:lnTo>
                  <a:lnTo>
                    <a:pt x="317246" y="282701"/>
                  </a:lnTo>
                  <a:lnTo>
                    <a:pt x="317246" y="272288"/>
                  </a:lnTo>
                  <a:lnTo>
                    <a:pt x="354965" y="272288"/>
                  </a:lnTo>
                  <a:lnTo>
                    <a:pt x="359663" y="267588"/>
                  </a:lnTo>
                  <a:lnTo>
                    <a:pt x="359663" y="256412"/>
                  </a:lnTo>
                  <a:lnTo>
                    <a:pt x="354965" y="251713"/>
                  </a:lnTo>
                  <a:lnTo>
                    <a:pt x="317246" y="251713"/>
                  </a:lnTo>
                  <a:lnTo>
                    <a:pt x="317246" y="230124"/>
                  </a:lnTo>
                  <a:lnTo>
                    <a:pt x="354965" y="230124"/>
                  </a:lnTo>
                  <a:lnTo>
                    <a:pt x="359663" y="225425"/>
                  </a:lnTo>
                  <a:lnTo>
                    <a:pt x="359663" y="213232"/>
                  </a:lnTo>
                  <a:lnTo>
                    <a:pt x="354965" y="208534"/>
                  </a:lnTo>
                  <a:lnTo>
                    <a:pt x="317246" y="208534"/>
                  </a:lnTo>
                  <a:lnTo>
                    <a:pt x="317246" y="187832"/>
                  </a:lnTo>
                  <a:lnTo>
                    <a:pt x="354965" y="187832"/>
                  </a:lnTo>
                  <a:lnTo>
                    <a:pt x="359663" y="183134"/>
                  </a:lnTo>
                  <a:lnTo>
                    <a:pt x="359663" y="170942"/>
                  </a:lnTo>
                  <a:lnTo>
                    <a:pt x="354965" y="166243"/>
                  </a:lnTo>
                  <a:lnTo>
                    <a:pt x="317246" y="166243"/>
                  </a:lnTo>
                  <a:lnTo>
                    <a:pt x="317246" y="145542"/>
                  </a:lnTo>
                  <a:lnTo>
                    <a:pt x="357758" y="145542"/>
                  </a:lnTo>
                  <a:lnTo>
                    <a:pt x="359663" y="143637"/>
                  </a:lnTo>
                  <a:lnTo>
                    <a:pt x="359663" y="131444"/>
                  </a:lnTo>
                  <a:lnTo>
                    <a:pt x="354965" y="126745"/>
                  </a:lnTo>
                  <a:lnTo>
                    <a:pt x="317246" y="126745"/>
                  </a:lnTo>
                  <a:lnTo>
                    <a:pt x="317246" y="105156"/>
                  </a:lnTo>
                  <a:lnTo>
                    <a:pt x="354965" y="105156"/>
                  </a:lnTo>
                  <a:lnTo>
                    <a:pt x="359663" y="100456"/>
                  </a:lnTo>
                  <a:lnTo>
                    <a:pt x="359663" y="89281"/>
                  </a:lnTo>
                  <a:lnTo>
                    <a:pt x="354965" y="84581"/>
                  </a:lnTo>
                  <a:lnTo>
                    <a:pt x="317246" y="84581"/>
                  </a:lnTo>
                  <a:lnTo>
                    <a:pt x="317246" y="74168"/>
                  </a:lnTo>
                  <a:lnTo>
                    <a:pt x="315376" y="64769"/>
                  </a:lnTo>
                  <a:close/>
                </a:path>
                <a:path w="360044" h="360044">
                  <a:moveTo>
                    <a:pt x="357758" y="145542"/>
                  </a:moveTo>
                  <a:lnTo>
                    <a:pt x="349250" y="145542"/>
                  </a:lnTo>
                  <a:lnTo>
                    <a:pt x="349250" y="148336"/>
                  </a:lnTo>
                  <a:lnTo>
                    <a:pt x="354965" y="148336"/>
                  </a:lnTo>
                  <a:lnTo>
                    <a:pt x="357758" y="145542"/>
                  </a:lnTo>
                  <a:close/>
                </a:path>
                <a:path w="360044" h="360044">
                  <a:moveTo>
                    <a:pt x="100711" y="0"/>
                  </a:moveTo>
                  <a:lnTo>
                    <a:pt x="89407" y="0"/>
                  </a:lnTo>
                  <a:lnTo>
                    <a:pt x="84709" y="4699"/>
                  </a:lnTo>
                  <a:lnTo>
                    <a:pt x="84709" y="42291"/>
                  </a:lnTo>
                  <a:lnTo>
                    <a:pt x="105410" y="42291"/>
                  </a:lnTo>
                  <a:lnTo>
                    <a:pt x="105410" y="4699"/>
                  </a:lnTo>
                  <a:lnTo>
                    <a:pt x="100711" y="0"/>
                  </a:lnTo>
                  <a:close/>
                </a:path>
                <a:path w="360044" h="360044">
                  <a:moveTo>
                    <a:pt x="143129" y="0"/>
                  </a:moveTo>
                  <a:lnTo>
                    <a:pt x="131825" y="0"/>
                  </a:lnTo>
                  <a:lnTo>
                    <a:pt x="127126" y="4699"/>
                  </a:lnTo>
                  <a:lnTo>
                    <a:pt x="127126" y="42291"/>
                  </a:lnTo>
                  <a:lnTo>
                    <a:pt x="147828" y="42291"/>
                  </a:lnTo>
                  <a:lnTo>
                    <a:pt x="147828" y="4699"/>
                  </a:lnTo>
                  <a:lnTo>
                    <a:pt x="143129" y="0"/>
                  </a:lnTo>
                  <a:close/>
                </a:path>
                <a:path w="360044" h="360044">
                  <a:moveTo>
                    <a:pt x="185419" y="0"/>
                  </a:moveTo>
                  <a:lnTo>
                    <a:pt x="174244" y="0"/>
                  </a:lnTo>
                  <a:lnTo>
                    <a:pt x="169418" y="4699"/>
                  </a:lnTo>
                  <a:lnTo>
                    <a:pt x="169418" y="42291"/>
                  </a:lnTo>
                  <a:lnTo>
                    <a:pt x="190246" y="42291"/>
                  </a:lnTo>
                  <a:lnTo>
                    <a:pt x="190246" y="4699"/>
                  </a:lnTo>
                  <a:lnTo>
                    <a:pt x="185419" y="0"/>
                  </a:lnTo>
                  <a:close/>
                </a:path>
                <a:path w="360044" h="360044">
                  <a:moveTo>
                    <a:pt x="227837" y="0"/>
                  </a:moveTo>
                  <a:lnTo>
                    <a:pt x="216535" y="0"/>
                  </a:lnTo>
                  <a:lnTo>
                    <a:pt x="211836" y="4699"/>
                  </a:lnTo>
                  <a:lnTo>
                    <a:pt x="211836" y="42291"/>
                  </a:lnTo>
                  <a:lnTo>
                    <a:pt x="232537" y="42291"/>
                  </a:lnTo>
                  <a:lnTo>
                    <a:pt x="232537" y="4699"/>
                  </a:lnTo>
                  <a:lnTo>
                    <a:pt x="227837" y="0"/>
                  </a:lnTo>
                  <a:close/>
                </a:path>
                <a:path w="360044" h="360044">
                  <a:moveTo>
                    <a:pt x="270256" y="0"/>
                  </a:moveTo>
                  <a:lnTo>
                    <a:pt x="258953" y="0"/>
                  </a:lnTo>
                  <a:lnTo>
                    <a:pt x="254254" y="4699"/>
                  </a:lnTo>
                  <a:lnTo>
                    <a:pt x="254254" y="42291"/>
                  </a:lnTo>
                  <a:lnTo>
                    <a:pt x="274955" y="42291"/>
                  </a:lnTo>
                  <a:lnTo>
                    <a:pt x="274955" y="4699"/>
                  </a:lnTo>
                  <a:lnTo>
                    <a:pt x="270256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76144" y="2092452"/>
              <a:ext cx="188975" cy="18897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00556" y="3297936"/>
              <a:ext cx="766571" cy="39928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13688" y="3816096"/>
              <a:ext cx="838200" cy="24688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478779" y="4009644"/>
              <a:ext cx="1266444" cy="4617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28725">
              <a:lnSpc>
                <a:spcPct val="100000"/>
              </a:lnSpc>
              <a:spcBef>
                <a:spcPts val="105"/>
              </a:spcBef>
            </a:pPr>
            <a:r>
              <a:rPr dirty="0"/>
              <a:t>Scaling</a:t>
            </a:r>
            <a:r>
              <a:rPr spc="-40" dirty="0"/>
              <a:t> </a:t>
            </a:r>
            <a:r>
              <a:rPr spc="-10" dirty="0"/>
              <a:t>Up/Down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8016" y="1341453"/>
            <a:ext cx="4481195" cy="665480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3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Changing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size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virtual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warehouse</a:t>
            </a:r>
            <a:endParaRPr sz="14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840"/>
              </a:spcBef>
            </a:pP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depending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on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 different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work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0" dirty="0">
                <a:solidFill>
                  <a:srgbClr val="D9D9D9"/>
                </a:solidFill>
                <a:latin typeface="Trebuchet MS"/>
                <a:cs typeface="Trebuchet MS"/>
              </a:rPr>
              <a:t>loads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in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different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periods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47314" y="2313813"/>
            <a:ext cx="4702175" cy="668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ETL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at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certain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times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(for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example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between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4pm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and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8pm)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31940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319405" algn="l"/>
              </a:tabLst>
            </a:pP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Special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business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event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with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more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work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load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6463" y="2433840"/>
            <a:ext cx="1049274" cy="40156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26794" y="2475102"/>
            <a:ext cx="8324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i="1" dirty="0">
                <a:solidFill>
                  <a:srgbClr val="D9D9D9"/>
                </a:solidFill>
                <a:latin typeface="Trebuchet MS"/>
                <a:cs typeface="Trebuchet MS"/>
              </a:rPr>
              <a:t>Use</a:t>
            </a:r>
            <a:r>
              <a:rPr sz="1400" b="1" i="1" spc="-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i="1" spc="-10" dirty="0">
                <a:solidFill>
                  <a:srgbClr val="D9D9D9"/>
                </a:solidFill>
                <a:latin typeface="Trebuchet MS"/>
                <a:cs typeface="Trebuchet MS"/>
              </a:rPr>
              <a:t>cases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68016" y="3341573"/>
            <a:ext cx="4519930" cy="666115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4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NOTE: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Common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scenario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D9D9D9"/>
                </a:solidFill>
                <a:latin typeface="Trebuchet MS"/>
                <a:cs typeface="Trebuchet MS"/>
              </a:rPr>
              <a:t>is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increased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query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complexity</a:t>
            </a:r>
            <a:endParaRPr sz="14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840"/>
              </a:spcBef>
            </a:pPr>
            <a:r>
              <a:rPr sz="1400" b="1" i="1" u="sng" spc="-190" dirty="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Arial"/>
                <a:cs typeface="Arial"/>
              </a:rPr>
              <a:t>NOT</a:t>
            </a:r>
            <a:r>
              <a:rPr sz="1400" b="1" i="1" spc="-6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more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5" dirty="0">
                <a:solidFill>
                  <a:srgbClr val="D9D9D9"/>
                </a:solidFill>
                <a:latin typeface="Trebuchet MS"/>
                <a:cs typeface="Trebuchet MS"/>
              </a:rPr>
              <a:t>users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(then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0" dirty="0">
                <a:solidFill>
                  <a:srgbClr val="D9D9D9"/>
                </a:solidFill>
                <a:latin typeface="Trebuchet MS"/>
                <a:cs typeface="Trebuchet MS"/>
              </a:rPr>
              <a:t>Scaling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out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would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be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better)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9580">
              <a:lnSpc>
                <a:spcPct val="100000"/>
              </a:lnSpc>
              <a:spcBef>
                <a:spcPts val="105"/>
              </a:spcBef>
            </a:pPr>
            <a:r>
              <a:rPr dirty="0"/>
              <a:t>Scaling</a:t>
            </a:r>
            <a:r>
              <a:rPr spc="-80" dirty="0"/>
              <a:t> </a:t>
            </a:r>
            <a:r>
              <a:rPr spc="-25" dirty="0"/>
              <a:t>Out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595437" y="2109787"/>
          <a:ext cx="6096000" cy="12839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Scaling</a:t>
                      </a:r>
                      <a:r>
                        <a:rPr sz="20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Up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Scaling</a:t>
                      </a:r>
                      <a:r>
                        <a:rPr sz="20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Out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9">
                <a:tc>
                  <a:txBody>
                    <a:bodyPr/>
                    <a:lstStyle/>
                    <a:p>
                      <a:pPr marL="91440" marR="6845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Increasing</a:t>
                      </a:r>
                      <a:r>
                        <a:rPr sz="1400" spc="-4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the</a:t>
                      </a:r>
                      <a:r>
                        <a:rPr sz="1400" spc="-1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size</a:t>
                      </a:r>
                      <a:r>
                        <a:rPr sz="1400" spc="-2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of</a:t>
                      </a:r>
                      <a:r>
                        <a:rPr sz="1400" spc="-1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virtual warehouses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2987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Using</a:t>
                      </a:r>
                      <a:r>
                        <a:rPr sz="1400" spc="-4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addition</a:t>
                      </a:r>
                      <a:r>
                        <a:rPr sz="1400" spc="-6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warehouses/</a:t>
                      </a:r>
                      <a:r>
                        <a:rPr sz="1400" spc="-7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Multi- </a:t>
                      </a:r>
                      <a:r>
                        <a:rPr sz="14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Cluster</a:t>
                      </a:r>
                      <a:r>
                        <a:rPr sz="1400" spc="-5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warehouses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06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More</a:t>
                      </a:r>
                      <a:r>
                        <a:rPr sz="1400" spc="-3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complex</a:t>
                      </a:r>
                      <a:r>
                        <a:rPr sz="1400" spc="-6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query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More</a:t>
                      </a:r>
                      <a:r>
                        <a:rPr sz="1400" spc="-1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concurrent</a:t>
                      </a:r>
                      <a:r>
                        <a:rPr sz="1400" spc="-45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sz="1400" spc="-10" dirty="0">
                          <a:solidFill>
                            <a:srgbClr val="404040"/>
                          </a:solidFill>
                          <a:latin typeface="Trebuchet MS"/>
                          <a:cs typeface="Trebuchet MS"/>
                        </a:rPr>
                        <a:t>users/queries</a:t>
                      </a:r>
                      <a:endParaRPr sz="1400">
                        <a:latin typeface="Trebuchet MS"/>
                        <a:cs typeface="Trebuchet MS"/>
                      </a:endParaRPr>
                    </a:p>
                  </a:txBody>
                  <a:tcPr marL="0" marR="0" marT="412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9580">
              <a:lnSpc>
                <a:spcPct val="100000"/>
              </a:lnSpc>
              <a:spcBef>
                <a:spcPts val="105"/>
              </a:spcBef>
            </a:pPr>
            <a:r>
              <a:rPr dirty="0"/>
              <a:t>Scaling</a:t>
            </a:r>
            <a:r>
              <a:rPr spc="-80" dirty="0"/>
              <a:t> </a:t>
            </a:r>
            <a:r>
              <a:rPr spc="-25" dirty="0"/>
              <a:t>Out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194" y="1447038"/>
            <a:ext cx="5511800" cy="773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Handling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performance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related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large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numbers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concurrent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users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94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31305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313055" algn="l"/>
              </a:tabLst>
            </a:pP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Automation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process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if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you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have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fluctuating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number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users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0152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Caching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194" y="1674622"/>
            <a:ext cx="5679440" cy="1611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Automatical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process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speed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up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queries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65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If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query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D9D9D9"/>
                </a:solidFill>
                <a:latin typeface="Trebuchet MS"/>
                <a:cs typeface="Trebuchet MS"/>
              </a:rPr>
              <a:t>is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executed</a:t>
            </a:r>
            <a:r>
              <a:rPr sz="14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twice,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results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are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cached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and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can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be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0" dirty="0">
                <a:solidFill>
                  <a:srgbClr val="D9D9D9"/>
                </a:solidFill>
                <a:latin typeface="Trebuchet MS"/>
                <a:cs typeface="Trebuchet MS"/>
              </a:rPr>
              <a:t>re-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used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70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Results</a:t>
            </a:r>
            <a:r>
              <a:rPr sz="14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are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cached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for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24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hours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or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until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underlaying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has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changed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1158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45" dirty="0"/>
              <a:t> </a:t>
            </a:r>
            <a:r>
              <a:rPr dirty="0"/>
              <a:t>can</a:t>
            </a:r>
            <a:r>
              <a:rPr spc="-30" dirty="0"/>
              <a:t> </a:t>
            </a:r>
            <a:r>
              <a:rPr dirty="0"/>
              <a:t>we</a:t>
            </a:r>
            <a:r>
              <a:rPr spc="-50" dirty="0"/>
              <a:t> </a:t>
            </a:r>
            <a:r>
              <a:rPr spc="-25" dirty="0"/>
              <a:t>do?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194" y="1674622"/>
            <a:ext cx="610044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Ensure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that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similar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queries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go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on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same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warehouse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299085" marR="5080" indent="-287020">
              <a:lnSpc>
                <a:spcPct val="150200"/>
              </a:lnSpc>
              <a:buClr>
                <a:srgbClr val="99D3FF"/>
              </a:buClr>
              <a:buFont typeface="Wingdings"/>
              <a:buChar char=""/>
              <a:tabLst>
                <a:tab pos="1006475" algn="l"/>
              </a:tabLst>
            </a:pP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Example: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Team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Scientists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run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similar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queries,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D9D9D9"/>
                </a:solidFill>
                <a:latin typeface="Trebuchet MS"/>
                <a:cs typeface="Trebuchet MS"/>
              </a:rPr>
              <a:t>so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 they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should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all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5" dirty="0">
                <a:solidFill>
                  <a:srgbClr val="D9D9D9"/>
                </a:solidFill>
                <a:latin typeface="Trebuchet MS"/>
                <a:cs typeface="Trebuchet MS"/>
              </a:rPr>
              <a:t>use 	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same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warehouse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8185">
              <a:lnSpc>
                <a:spcPct val="100000"/>
              </a:lnSpc>
              <a:spcBef>
                <a:spcPts val="105"/>
              </a:spcBef>
            </a:pPr>
            <a:r>
              <a:rPr dirty="0"/>
              <a:t>Clustering</a:t>
            </a:r>
            <a:r>
              <a:rPr spc="-35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spc="-10" dirty="0"/>
              <a:t>Snowflake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36826" y="1674622"/>
            <a:ext cx="4826635" cy="22294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1945" indent="-286385">
              <a:lnSpc>
                <a:spcPct val="100000"/>
              </a:lnSpc>
              <a:spcBef>
                <a:spcPts val="105"/>
              </a:spcBef>
              <a:buClr>
                <a:srgbClr val="99D3FF"/>
              </a:buClr>
              <a:buFont typeface="Wingdings"/>
              <a:buChar char=""/>
              <a:tabLst>
                <a:tab pos="321945" algn="l"/>
              </a:tabLst>
            </a:pP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Snowflake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automatically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maintains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these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cluster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keys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65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32194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321945" algn="l"/>
              </a:tabLst>
            </a:pPr>
            <a:r>
              <a:rPr sz="1400" b="1" spc="-30" dirty="0">
                <a:solidFill>
                  <a:srgbClr val="D9D9D9"/>
                </a:solidFill>
                <a:latin typeface="Trebuchet MS"/>
                <a:cs typeface="Trebuchet MS"/>
              </a:rPr>
              <a:t>In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general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Snowflake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produces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5" dirty="0">
                <a:solidFill>
                  <a:srgbClr val="D9D9D9"/>
                </a:solidFill>
                <a:latin typeface="Trebuchet MS"/>
                <a:cs typeface="Trebuchet MS"/>
              </a:rPr>
              <a:t>well-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clustered</a:t>
            </a:r>
            <a:r>
              <a:rPr sz="14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tables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30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Cluster</a:t>
            </a:r>
            <a:r>
              <a:rPr sz="14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0" dirty="0">
                <a:solidFill>
                  <a:srgbClr val="D9D9D9"/>
                </a:solidFill>
                <a:latin typeface="Trebuchet MS"/>
                <a:cs typeface="Trebuchet MS"/>
              </a:rPr>
              <a:t>keys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are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not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5" dirty="0">
                <a:solidFill>
                  <a:srgbClr val="D9D9D9"/>
                </a:solidFill>
                <a:latin typeface="Trebuchet MS"/>
                <a:cs typeface="Trebuchet MS"/>
              </a:rPr>
              <a:t>always</a:t>
            </a:r>
            <a:r>
              <a:rPr sz="1400" b="1" spc="-13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ideal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and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can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change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over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time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05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30" dirty="0">
                <a:solidFill>
                  <a:srgbClr val="D9D9D9"/>
                </a:solidFill>
                <a:latin typeface="Trebuchet MS"/>
                <a:cs typeface="Trebuchet MS"/>
              </a:rPr>
              <a:t>Manually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customize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 these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cluster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keys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7725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30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cluster</a:t>
            </a:r>
            <a:r>
              <a:rPr spc="-30" dirty="0"/>
              <a:t> </a:t>
            </a:r>
            <a:r>
              <a:rPr spc="-20" dirty="0"/>
              <a:t>key?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194" y="1674622"/>
            <a:ext cx="5172710" cy="9251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30" dirty="0">
                <a:solidFill>
                  <a:srgbClr val="D9D9D9"/>
                </a:solidFill>
                <a:latin typeface="Trebuchet MS"/>
                <a:cs typeface="Trebuchet MS"/>
              </a:rPr>
              <a:t>Subset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0" dirty="0">
                <a:solidFill>
                  <a:srgbClr val="D9D9D9"/>
                </a:solidFill>
                <a:latin typeface="Trebuchet MS"/>
                <a:cs typeface="Trebuchet MS"/>
              </a:rPr>
              <a:t>rows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locate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in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micro-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partions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65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For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large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tables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0" dirty="0">
                <a:solidFill>
                  <a:srgbClr val="D9D9D9"/>
                </a:solidFill>
                <a:latin typeface="Trebuchet MS"/>
                <a:cs typeface="Trebuchet MS"/>
              </a:rPr>
              <a:t>this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improves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scan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efficiency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in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our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queries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67355" y="1045463"/>
            <a:ext cx="3912108" cy="380390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14600" y="1073073"/>
            <a:ext cx="3810000" cy="37078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606294" y="1130045"/>
            <a:ext cx="91757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Event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49675" y="1130045"/>
            <a:ext cx="71120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Event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ID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64328" y="1130045"/>
            <a:ext cx="93027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Customers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07328" y="1130045"/>
            <a:ext cx="3371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City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06294" y="1501012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2021-03-</a:t>
            </a:r>
            <a:r>
              <a:rPr sz="1400" spc="-25" dirty="0">
                <a:latin typeface="Arial MT"/>
                <a:cs typeface="Arial MT"/>
              </a:rPr>
              <a:t>12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49675" y="1501012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134584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64328" y="1501012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07328" y="1501012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06294" y="1871852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2021-12-</a:t>
            </a:r>
            <a:r>
              <a:rPr sz="1400" spc="-25" dirty="0">
                <a:latin typeface="Arial MT"/>
                <a:cs typeface="Arial MT"/>
              </a:rPr>
              <a:t>04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49675" y="1871852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134586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64328" y="1871852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07328" y="1871852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06294" y="2242819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2021-11-</a:t>
            </a:r>
            <a:r>
              <a:rPr sz="1400" spc="-25" dirty="0">
                <a:latin typeface="Arial MT"/>
                <a:cs typeface="Arial MT"/>
              </a:rPr>
              <a:t>04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49675" y="2242819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134588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64328" y="2242819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07328" y="2242819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06294" y="2613786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2021-04-</a:t>
            </a:r>
            <a:r>
              <a:rPr sz="1400" spc="-25" dirty="0">
                <a:latin typeface="Arial MT"/>
                <a:cs typeface="Arial MT"/>
              </a:rPr>
              <a:t>05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49675" y="2613786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134589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64328" y="2613786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07328" y="2613786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606294" y="2984753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2021-06-</a:t>
            </a:r>
            <a:r>
              <a:rPr sz="1400" spc="-25" dirty="0">
                <a:latin typeface="Arial MT"/>
                <a:cs typeface="Arial MT"/>
              </a:rPr>
              <a:t>07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749675" y="2984753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134594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64328" y="2984753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07328" y="2984753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06294" y="3355720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2021-07-</a:t>
            </a:r>
            <a:r>
              <a:rPr sz="1400" spc="-25" dirty="0">
                <a:latin typeface="Arial MT"/>
                <a:cs typeface="Arial MT"/>
              </a:rPr>
              <a:t>03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749675" y="3355720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134597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664328" y="3355720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807328" y="3355720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606294" y="3726611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2021-03-</a:t>
            </a:r>
            <a:r>
              <a:rPr sz="1400" spc="-25" dirty="0">
                <a:latin typeface="Arial MT"/>
                <a:cs typeface="Arial MT"/>
              </a:rPr>
              <a:t>04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749675" y="3726611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134598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664328" y="3726611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07328" y="3726611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606294" y="4097552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2021-08-</a:t>
            </a:r>
            <a:r>
              <a:rPr sz="1400" spc="-25" dirty="0">
                <a:latin typeface="Arial MT"/>
                <a:cs typeface="Arial MT"/>
              </a:rPr>
              <a:t>03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749675" y="4097552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134599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664328" y="4097552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807328" y="4097552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606294" y="4468494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2021-08-</a:t>
            </a:r>
            <a:r>
              <a:rPr sz="1400" spc="-25" dirty="0">
                <a:latin typeface="Arial MT"/>
                <a:cs typeface="Arial MT"/>
              </a:rPr>
              <a:t>04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749675" y="4468494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134601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664328" y="4468494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807328" y="4468494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7725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30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cluster</a:t>
            </a:r>
            <a:r>
              <a:rPr spc="-30" dirty="0"/>
              <a:t> </a:t>
            </a:r>
            <a:r>
              <a:rPr spc="-20" dirty="0"/>
              <a:t>key?</a:t>
            </a:r>
          </a:p>
        </p:txBody>
      </p:sp>
      <p:pic>
        <p:nvPicPr>
          <p:cNvPr id="45" name="object 4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67355" y="1042416"/>
            <a:ext cx="3912108" cy="3803904"/>
          </a:xfrm>
          <a:prstGeom prst="rect">
            <a:avLst/>
          </a:prstGeom>
        </p:spPr>
      </p:pic>
      <p:grpSp>
        <p:nvGrpSpPr>
          <p:cNvPr id="46" name="object 46"/>
          <p:cNvGrpSpPr/>
          <p:nvPr/>
        </p:nvGrpSpPr>
        <p:grpSpPr>
          <a:xfrm>
            <a:off x="2514600" y="1069936"/>
            <a:ext cx="3810000" cy="3708400"/>
            <a:chOff x="2514600" y="1069936"/>
            <a:chExt cx="3810000" cy="3708400"/>
          </a:xfrm>
        </p:grpSpPr>
        <p:pic>
          <p:nvPicPr>
            <p:cNvPr id="47" name="object 4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14600" y="1069936"/>
              <a:ext cx="3810000" cy="3707891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514600" y="1069974"/>
              <a:ext cx="3810000" cy="370840"/>
            </a:xfrm>
            <a:custGeom>
              <a:avLst/>
              <a:gdLst/>
              <a:ahLst/>
              <a:cxnLst/>
              <a:rect l="l" t="t" r="r" b="b"/>
              <a:pathLst>
                <a:path w="3810000" h="370840">
                  <a:moveTo>
                    <a:pt x="3810000" y="0"/>
                  </a:moveTo>
                  <a:lnTo>
                    <a:pt x="3200400" y="0"/>
                  </a:lnTo>
                  <a:lnTo>
                    <a:pt x="2057400" y="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1143000" y="370840"/>
                  </a:lnTo>
                  <a:lnTo>
                    <a:pt x="2057400" y="370840"/>
                  </a:lnTo>
                  <a:lnTo>
                    <a:pt x="3200400" y="370840"/>
                  </a:lnTo>
                  <a:lnTo>
                    <a:pt x="3810000" y="37084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383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514600" y="1440814"/>
              <a:ext cx="3810000" cy="3337560"/>
            </a:xfrm>
            <a:custGeom>
              <a:avLst/>
              <a:gdLst/>
              <a:ahLst/>
              <a:cxnLst/>
              <a:rect l="l" t="t" r="r" b="b"/>
              <a:pathLst>
                <a:path w="3810000" h="3337560">
                  <a:moveTo>
                    <a:pt x="1143000" y="741692"/>
                  </a:moveTo>
                  <a:lnTo>
                    <a:pt x="0" y="741692"/>
                  </a:lnTo>
                  <a:lnTo>
                    <a:pt x="0" y="1112520"/>
                  </a:lnTo>
                  <a:lnTo>
                    <a:pt x="0" y="1483360"/>
                  </a:lnTo>
                  <a:lnTo>
                    <a:pt x="0" y="1854200"/>
                  </a:lnTo>
                  <a:lnTo>
                    <a:pt x="1143000" y="1854200"/>
                  </a:lnTo>
                  <a:lnTo>
                    <a:pt x="1143000" y="1483360"/>
                  </a:lnTo>
                  <a:lnTo>
                    <a:pt x="1143000" y="1112520"/>
                  </a:lnTo>
                  <a:lnTo>
                    <a:pt x="1143000" y="741692"/>
                  </a:lnTo>
                  <a:close/>
                </a:path>
                <a:path w="3810000" h="3337560">
                  <a:moveTo>
                    <a:pt x="3810000" y="1854212"/>
                  </a:moveTo>
                  <a:lnTo>
                    <a:pt x="3200400" y="1854212"/>
                  </a:lnTo>
                  <a:lnTo>
                    <a:pt x="3200400" y="2225002"/>
                  </a:lnTo>
                  <a:lnTo>
                    <a:pt x="3200400" y="2595842"/>
                  </a:lnTo>
                  <a:lnTo>
                    <a:pt x="3200400" y="2966682"/>
                  </a:lnTo>
                  <a:lnTo>
                    <a:pt x="2057400" y="2966682"/>
                  </a:lnTo>
                  <a:lnTo>
                    <a:pt x="1143000" y="2966682"/>
                  </a:lnTo>
                  <a:lnTo>
                    <a:pt x="1143000" y="2595842"/>
                  </a:lnTo>
                  <a:lnTo>
                    <a:pt x="1143000" y="2225040"/>
                  </a:lnTo>
                  <a:lnTo>
                    <a:pt x="1143000" y="1854212"/>
                  </a:lnTo>
                  <a:lnTo>
                    <a:pt x="0" y="1854212"/>
                  </a:lnTo>
                  <a:lnTo>
                    <a:pt x="0" y="3337522"/>
                  </a:lnTo>
                  <a:lnTo>
                    <a:pt x="1143000" y="3337522"/>
                  </a:lnTo>
                  <a:lnTo>
                    <a:pt x="2057400" y="3337522"/>
                  </a:lnTo>
                  <a:lnTo>
                    <a:pt x="3200400" y="3337522"/>
                  </a:lnTo>
                  <a:lnTo>
                    <a:pt x="3810000" y="3337522"/>
                  </a:lnTo>
                  <a:lnTo>
                    <a:pt x="3810000" y="2966682"/>
                  </a:lnTo>
                  <a:lnTo>
                    <a:pt x="3810000" y="2595842"/>
                  </a:lnTo>
                  <a:lnTo>
                    <a:pt x="3810000" y="2225040"/>
                  </a:lnTo>
                  <a:lnTo>
                    <a:pt x="3810000" y="1854212"/>
                  </a:lnTo>
                  <a:close/>
                </a:path>
                <a:path w="3810000" h="3337560">
                  <a:moveTo>
                    <a:pt x="3810000" y="741692"/>
                  </a:moveTo>
                  <a:lnTo>
                    <a:pt x="3200400" y="741692"/>
                  </a:lnTo>
                  <a:lnTo>
                    <a:pt x="3200400" y="1112520"/>
                  </a:lnTo>
                  <a:lnTo>
                    <a:pt x="3200400" y="1483360"/>
                  </a:lnTo>
                  <a:lnTo>
                    <a:pt x="3200400" y="1854200"/>
                  </a:lnTo>
                  <a:lnTo>
                    <a:pt x="3810000" y="1854200"/>
                  </a:lnTo>
                  <a:lnTo>
                    <a:pt x="3810000" y="1483360"/>
                  </a:lnTo>
                  <a:lnTo>
                    <a:pt x="3810000" y="1112520"/>
                  </a:lnTo>
                  <a:lnTo>
                    <a:pt x="3810000" y="741692"/>
                  </a:lnTo>
                  <a:close/>
                </a:path>
                <a:path w="3810000" h="3337560">
                  <a:moveTo>
                    <a:pt x="3810000" y="0"/>
                  </a:moveTo>
                  <a:lnTo>
                    <a:pt x="3200400" y="0"/>
                  </a:lnTo>
                  <a:lnTo>
                    <a:pt x="2057400" y="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0" y="741680"/>
                  </a:lnTo>
                  <a:lnTo>
                    <a:pt x="1143000" y="741680"/>
                  </a:lnTo>
                  <a:lnTo>
                    <a:pt x="1143000" y="370840"/>
                  </a:lnTo>
                  <a:lnTo>
                    <a:pt x="2057400" y="370840"/>
                  </a:lnTo>
                  <a:lnTo>
                    <a:pt x="3200400" y="370840"/>
                  </a:lnTo>
                  <a:lnTo>
                    <a:pt x="3200400" y="741680"/>
                  </a:lnTo>
                  <a:lnTo>
                    <a:pt x="3810000" y="741680"/>
                  </a:lnTo>
                  <a:lnTo>
                    <a:pt x="3810000" y="37084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0" name="object 50"/>
          <p:cNvGraphicFramePr>
            <a:graphicFrameLocks noGrp="1"/>
          </p:cNvGraphicFramePr>
          <p:nvPr/>
        </p:nvGraphicFramePr>
        <p:xfrm>
          <a:off x="2509837" y="1062767"/>
          <a:ext cx="3810000" cy="37077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Event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T w="3175">
                      <a:solidFill>
                        <a:srgbClr val="373737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Event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T w="3175">
                      <a:solidFill>
                        <a:srgbClr val="373737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Customers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T w="3175">
                      <a:solidFill>
                        <a:srgbClr val="373737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City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1275" marB="0">
                    <a:lnR w="9525">
                      <a:solidFill>
                        <a:srgbClr val="373737"/>
                      </a:solidFill>
                      <a:prstDash val="solid"/>
                    </a:lnR>
                    <a:lnT w="3175">
                      <a:solidFill>
                        <a:srgbClr val="373737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2021-03-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12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2021-12-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2021-11-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2021-04-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134589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2021-06-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2021-07-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2021-03-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2021-08-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134599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211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2021-08-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12700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134601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12700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12700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12700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47637" y="1065174"/>
          <a:ext cx="3810000" cy="3705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Event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Event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Customers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City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R w="9525">
                      <a:solidFill>
                        <a:srgbClr val="373737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2021-03-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12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2021-12-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2021-11-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2021-04-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134589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2021-06-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2021-07-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2021-03-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2021-08-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134599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2021-08-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134601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4296155" y="1045463"/>
            <a:ext cx="3912235" cy="3804285"/>
            <a:chOff x="4296155" y="1045463"/>
            <a:chExt cx="3912235" cy="3804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6155" y="1045463"/>
              <a:ext cx="3912107" cy="38039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3399" y="1073073"/>
              <a:ext cx="3810000" cy="3707891"/>
            </a:xfrm>
            <a:prstGeom prst="rect">
              <a:avLst/>
            </a:prstGeom>
          </p:spPr>
        </p:pic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338637" y="1068311"/>
          <a:ext cx="3810000" cy="3705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Event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Event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Customers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City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R w="9525">
                      <a:solidFill>
                        <a:srgbClr val="373737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2021-03-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12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CCF3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CCF3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CCF3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CC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2021-12-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CCF3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CCF3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CCF3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CC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2021-11-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CCF3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CCF3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CCF3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CC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2021-04-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CCF3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134589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CCF3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CCF3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CC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2021-06-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99D3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99D3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99D3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99D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2021-07-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99D3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99D3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99D3FF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99D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2021-03-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0092B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0092B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0092B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009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2021-08-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0092B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134599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0092B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0092B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009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2021-08-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0092B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134601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0092B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0092B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0092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3957637" y="1415986"/>
            <a:ext cx="5186680" cy="3591560"/>
            <a:chOff x="3957637" y="1415986"/>
            <a:chExt cx="5186680" cy="3591560"/>
          </a:xfrm>
        </p:grpSpPr>
        <p:sp>
          <p:nvSpPr>
            <p:cNvPr id="8" name="object 8"/>
            <p:cNvSpPr/>
            <p:nvPr/>
          </p:nvSpPr>
          <p:spPr>
            <a:xfrm>
              <a:off x="3962400" y="2267712"/>
              <a:ext cx="381000" cy="1143000"/>
            </a:xfrm>
            <a:custGeom>
              <a:avLst/>
              <a:gdLst/>
              <a:ahLst/>
              <a:cxnLst/>
              <a:rect l="l" t="t" r="r" b="b"/>
              <a:pathLst>
                <a:path w="381000" h="1143000">
                  <a:moveTo>
                    <a:pt x="190500" y="0"/>
                  </a:moveTo>
                  <a:lnTo>
                    <a:pt x="190500" y="285750"/>
                  </a:lnTo>
                  <a:lnTo>
                    <a:pt x="0" y="285750"/>
                  </a:lnTo>
                  <a:lnTo>
                    <a:pt x="0" y="857250"/>
                  </a:lnTo>
                  <a:lnTo>
                    <a:pt x="190500" y="857250"/>
                  </a:lnTo>
                  <a:lnTo>
                    <a:pt x="190500" y="1143000"/>
                  </a:lnTo>
                  <a:lnTo>
                    <a:pt x="381000" y="5715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62400" y="2267712"/>
              <a:ext cx="381000" cy="1143000"/>
            </a:xfrm>
            <a:custGeom>
              <a:avLst/>
              <a:gdLst/>
              <a:ahLst/>
              <a:cxnLst/>
              <a:rect l="l" t="t" r="r" b="b"/>
              <a:pathLst>
                <a:path w="381000" h="1143000">
                  <a:moveTo>
                    <a:pt x="0" y="285750"/>
                  </a:moveTo>
                  <a:lnTo>
                    <a:pt x="190500" y="285750"/>
                  </a:lnTo>
                  <a:lnTo>
                    <a:pt x="190500" y="0"/>
                  </a:lnTo>
                  <a:lnTo>
                    <a:pt x="381000" y="571500"/>
                  </a:lnTo>
                  <a:lnTo>
                    <a:pt x="190500" y="1143000"/>
                  </a:lnTo>
                  <a:lnTo>
                    <a:pt x="190500" y="857250"/>
                  </a:lnTo>
                  <a:lnTo>
                    <a:pt x="0" y="857250"/>
                  </a:lnTo>
                  <a:lnTo>
                    <a:pt x="0" y="285750"/>
                  </a:lnTo>
                  <a:close/>
                </a:path>
              </a:pathLst>
            </a:custGeom>
            <a:ln w="9525">
              <a:solidFill>
                <a:srgbClr val="008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154161" y="1430274"/>
              <a:ext cx="288290" cy="3348354"/>
            </a:xfrm>
            <a:custGeom>
              <a:avLst/>
              <a:gdLst/>
              <a:ahLst/>
              <a:cxnLst/>
              <a:rect l="l" t="t" r="r" b="b"/>
              <a:pathLst>
                <a:path w="288290" h="3348354">
                  <a:moveTo>
                    <a:pt x="0" y="0"/>
                  </a:moveTo>
                  <a:lnTo>
                    <a:pt x="52804" y="1781"/>
                  </a:lnTo>
                  <a:lnTo>
                    <a:pt x="95916" y="6635"/>
                  </a:lnTo>
                  <a:lnTo>
                    <a:pt x="124979" y="13823"/>
                  </a:lnTo>
                  <a:lnTo>
                    <a:pt x="135636" y="22605"/>
                  </a:lnTo>
                  <a:lnTo>
                    <a:pt x="135636" y="701294"/>
                  </a:lnTo>
                  <a:lnTo>
                    <a:pt x="146292" y="710076"/>
                  </a:lnTo>
                  <a:lnTo>
                    <a:pt x="175355" y="717264"/>
                  </a:lnTo>
                  <a:lnTo>
                    <a:pt x="218467" y="722118"/>
                  </a:lnTo>
                  <a:lnTo>
                    <a:pt x="271272" y="723900"/>
                  </a:lnTo>
                  <a:lnTo>
                    <a:pt x="218467" y="725681"/>
                  </a:lnTo>
                  <a:lnTo>
                    <a:pt x="175355" y="730535"/>
                  </a:lnTo>
                  <a:lnTo>
                    <a:pt x="146292" y="737723"/>
                  </a:lnTo>
                  <a:lnTo>
                    <a:pt x="135636" y="746506"/>
                  </a:lnTo>
                  <a:lnTo>
                    <a:pt x="135636" y="1425194"/>
                  </a:lnTo>
                  <a:lnTo>
                    <a:pt x="124979" y="1433976"/>
                  </a:lnTo>
                  <a:lnTo>
                    <a:pt x="95916" y="1441164"/>
                  </a:lnTo>
                  <a:lnTo>
                    <a:pt x="52804" y="1446018"/>
                  </a:lnTo>
                  <a:lnTo>
                    <a:pt x="0" y="1447800"/>
                  </a:lnTo>
                </a:path>
                <a:path w="288290" h="3348354">
                  <a:moveTo>
                    <a:pt x="16764" y="1495044"/>
                  </a:moveTo>
                  <a:lnTo>
                    <a:pt x="69568" y="1496825"/>
                  </a:lnTo>
                  <a:lnTo>
                    <a:pt x="112680" y="1501679"/>
                  </a:lnTo>
                  <a:lnTo>
                    <a:pt x="141743" y="1508867"/>
                  </a:lnTo>
                  <a:lnTo>
                    <a:pt x="152400" y="1517650"/>
                  </a:lnTo>
                  <a:lnTo>
                    <a:pt x="152400" y="1829815"/>
                  </a:lnTo>
                  <a:lnTo>
                    <a:pt x="163056" y="1838598"/>
                  </a:lnTo>
                  <a:lnTo>
                    <a:pt x="192119" y="1845786"/>
                  </a:lnTo>
                  <a:lnTo>
                    <a:pt x="235231" y="1850640"/>
                  </a:lnTo>
                  <a:lnTo>
                    <a:pt x="288036" y="1852421"/>
                  </a:lnTo>
                  <a:lnTo>
                    <a:pt x="235231" y="1854203"/>
                  </a:lnTo>
                  <a:lnTo>
                    <a:pt x="192119" y="1859057"/>
                  </a:lnTo>
                  <a:lnTo>
                    <a:pt x="163056" y="1866245"/>
                  </a:lnTo>
                  <a:lnTo>
                    <a:pt x="152400" y="1875027"/>
                  </a:lnTo>
                  <a:lnTo>
                    <a:pt x="152400" y="2187194"/>
                  </a:lnTo>
                  <a:lnTo>
                    <a:pt x="141743" y="2195976"/>
                  </a:lnTo>
                  <a:lnTo>
                    <a:pt x="112680" y="2203164"/>
                  </a:lnTo>
                  <a:lnTo>
                    <a:pt x="69568" y="2208018"/>
                  </a:lnTo>
                  <a:lnTo>
                    <a:pt x="16764" y="2209800"/>
                  </a:lnTo>
                </a:path>
                <a:path w="288290" h="3348354">
                  <a:moveTo>
                    <a:pt x="16764" y="2257044"/>
                  </a:moveTo>
                  <a:lnTo>
                    <a:pt x="69568" y="2258825"/>
                  </a:lnTo>
                  <a:lnTo>
                    <a:pt x="112680" y="2263679"/>
                  </a:lnTo>
                  <a:lnTo>
                    <a:pt x="141743" y="2270867"/>
                  </a:lnTo>
                  <a:lnTo>
                    <a:pt x="152400" y="2279650"/>
                  </a:lnTo>
                  <a:lnTo>
                    <a:pt x="152400" y="2780029"/>
                  </a:lnTo>
                  <a:lnTo>
                    <a:pt x="163056" y="2788828"/>
                  </a:lnTo>
                  <a:lnTo>
                    <a:pt x="192119" y="2796014"/>
                  </a:lnTo>
                  <a:lnTo>
                    <a:pt x="235231" y="2800859"/>
                  </a:lnTo>
                  <a:lnTo>
                    <a:pt x="288036" y="2802636"/>
                  </a:lnTo>
                  <a:lnTo>
                    <a:pt x="235231" y="2804412"/>
                  </a:lnTo>
                  <a:lnTo>
                    <a:pt x="192119" y="2809257"/>
                  </a:lnTo>
                  <a:lnTo>
                    <a:pt x="163056" y="2816443"/>
                  </a:lnTo>
                  <a:lnTo>
                    <a:pt x="152400" y="2825241"/>
                  </a:lnTo>
                  <a:lnTo>
                    <a:pt x="152400" y="3325622"/>
                  </a:lnTo>
                  <a:lnTo>
                    <a:pt x="141743" y="3334420"/>
                  </a:lnTo>
                  <a:lnTo>
                    <a:pt x="112680" y="3341606"/>
                  </a:lnTo>
                  <a:lnTo>
                    <a:pt x="69568" y="3346451"/>
                  </a:lnTo>
                  <a:lnTo>
                    <a:pt x="16764" y="3348228"/>
                  </a:lnTo>
                </a:path>
              </a:pathLst>
            </a:custGeom>
            <a:ln w="28575">
              <a:solidFill>
                <a:srgbClr val="00C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05215" y="1674876"/>
              <a:ext cx="913637" cy="122910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05215" y="2791968"/>
              <a:ext cx="938783" cy="122910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56447" y="3668268"/>
              <a:ext cx="987551" cy="133883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757932" y="418338"/>
            <a:ext cx="6111875" cy="41859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cluster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key?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04"/>
              </a:spcBef>
            </a:pPr>
            <a:endParaRPr sz="3200">
              <a:latin typeface="Calibri"/>
              <a:cs typeface="Calibri"/>
            </a:endParaRPr>
          </a:p>
          <a:p>
            <a:pPr marL="5793105">
              <a:lnSpc>
                <a:spcPct val="100000"/>
              </a:lnSpc>
            </a:pPr>
            <a:r>
              <a:rPr sz="4400" spc="-50" dirty="0">
                <a:solidFill>
                  <a:srgbClr val="99E7FF"/>
                </a:solidFill>
                <a:latin typeface="Bahnschrift"/>
                <a:cs typeface="Bahnschrift"/>
              </a:rPr>
              <a:t>1</a:t>
            </a:r>
            <a:endParaRPr sz="4400">
              <a:latin typeface="Bahnschrift"/>
              <a:cs typeface="Bahnschrift"/>
            </a:endParaRPr>
          </a:p>
          <a:p>
            <a:pPr marL="5793105">
              <a:lnSpc>
                <a:spcPct val="100000"/>
              </a:lnSpc>
              <a:spcBef>
                <a:spcPts val="3529"/>
              </a:spcBef>
            </a:pPr>
            <a:r>
              <a:rPr sz="4400" spc="-50" dirty="0">
                <a:solidFill>
                  <a:srgbClr val="66BEFF"/>
                </a:solidFill>
                <a:latin typeface="Bahnschrift"/>
                <a:cs typeface="Bahnschrift"/>
              </a:rPr>
              <a:t>2</a:t>
            </a:r>
            <a:endParaRPr sz="4400">
              <a:latin typeface="Bahnschrift"/>
              <a:cs typeface="Bahnschrift"/>
            </a:endParaRPr>
          </a:p>
          <a:p>
            <a:pPr marL="5775960">
              <a:lnSpc>
                <a:spcPct val="100000"/>
              </a:lnSpc>
              <a:spcBef>
                <a:spcPts val="1750"/>
              </a:spcBef>
            </a:pPr>
            <a:r>
              <a:rPr sz="4800" spc="-50" dirty="0">
                <a:solidFill>
                  <a:srgbClr val="0092BE"/>
                </a:solidFill>
                <a:latin typeface="Bahnschrift"/>
                <a:cs typeface="Bahnschrift"/>
              </a:rPr>
              <a:t>3</a:t>
            </a:r>
            <a:endParaRPr sz="4800">
              <a:latin typeface="Bahnschrift"/>
              <a:cs typeface="Bahnschrift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5755" y="1042416"/>
            <a:ext cx="3912108" cy="380390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1069936"/>
            <a:ext cx="3810000" cy="37078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34744" y="1126997"/>
            <a:ext cx="91757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Event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7694" y="1126997"/>
            <a:ext cx="71120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Event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ID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92475" y="1126997"/>
            <a:ext cx="93027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Customers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35475" y="1126997"/>
            <a:ext cx="3371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City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4744" y="1497964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2021-03-</a:t>
            </a:r>
            <a:r>
              <a:rPr sz="1400" spc="-25" dirty="0">
                <a:latin typeface="Arial MT"/>
                <a:cs typeface="Arial MT"/>
              </a:rPr>
              <a:t>12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77694" y="1497964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134584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92475" y="1497964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35475" y="1497964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34744" y="1868804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2021-12-</a:t>
            </a:r>
            <a:r>
              <a:rPr sz="1400" spc="-25" dirty="0">
                <a:latin typeface="Arial MT"/>
                <a:cs typeface="Arial MT"/>
              </a:rPr>
              <a:t>04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77694" y="1868804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134586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92475" y="1868804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35475" y="1868804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4744" y="2239771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2021-11-</a:t>
            </a:r>
            <a:r>
              <a:rPr sz="1400" spc="-25" dirty="0">
                <a:latin typeface="Arial MT"/>
                <a:cs typeface="Arial MT"/>
              </a:rPr>
              <a:t>04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77694" y="2239771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134588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92475" y="2239771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35475" y="2239771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34744" y="2610738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2021-04-</a:t>
            </a:r>
            <a:r>
              <a:rPr sz="1400" spc="-25" dirty="0">
                <a:latin typeface="Arial MT"/>
                <a:cs typeface="Arial MT"/>
              </a:rPr>
              <a:t>05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77694" y="2610738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134589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92475" y="2610738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35475" y="2610738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34744" y="2981705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2021-06-</a:t>
            </a:r>
            <a:r>
              <a:rPr sz="1400" spc="-25" dirty="0">
                <a:latin typeface="Arial MT"/>
                <a:cs typeface="Arial MT"/>
              </a:rPr>
              <a:t>07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77694" y="2981705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134594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92475" y="2981705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35475" y="2981705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34744" y="3352672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2021-07-</a:t>
            </a:r>
            <a:r>
              <a:rPr sz="1400" spc="-25" dirty="0">
                <a:latin typeface="Arial MT"/>
                <a:cs typeface="Arial MT"/>
              </a:rPr>
              <a:t>03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377694" y="3352672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134597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92475" y="3352672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35475" y="3352672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34744" y="3723563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2021-03-</a:t>
            </a:r>
            <a:r>
              <a:rPr sz="1400" spc="-25" dirty="0">
                <a:latin typeface="Arial MT"/>
                <a:cs typeface="Arial MT"/>
              </a:rPr>
              <a:t>04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377694" y="3723563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134598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292475" y="3723563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35475" y="3723563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34744" y="4094504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2021-08-</a:t>
            </a:r>
            <a:r>
              <a:rPr sz="1400" spc="-25" dirty="0">
                <a:latin typeface="Arial MT"/>
                <a:cs typeface="Arial MT"/>
              </a:rPr>
              <a:t>03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377694" y="4094504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134599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292475" y="4094504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435475" y="4094504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34744" y="4465446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2021-08-</a:t>
            </a:r>
            <a:r>
              <a:rPr sz="1400" spc="-25" dirty="0">
                <a:latin typeface="Arial MT"/>
                <a:cs typeface="Arial MT"/>
              </a:rPr>
              <a:t>04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377694" y="4465446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134601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92475" y="4465446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435475" y="4465446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4" name="object 4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5755" y="1045463"/>
            <a:ext cx="3912108" cy="3803904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1143000" y="1073022"/>
            <a:ext cx="3810000" cy="3709035"/>
            <a:chOff x="1143000" y="1073022"/>
            <a:chExt cx="3810000" cy="3709035"/>
          </a:xfrm>
        </p:grpSpPr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3000" y="1073073"/>
              <a:ext cx="3810000" cy="3707891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143000" y="1073022"/>
              <a:ext cx="3810000" cy="370840"/>
            </a:xfrm>
            <a:custGeom>
              <a:avLst/>
              <a:gdLst/>
              <a:ahLst/>
              <a:cxnLst/>
              <a:rect l="l" t="t" r="r" b="b"/>
              <a:pathLst>
                <a:path w="3810000" h="370840">
                  <a:moveTo>
                    <a:pt x="3810000" y="0"/>
                  </a:moveTo>
                  <a:lnTo>
                    <a:pt x="3200400" y="0"/>
                  </a:lnTo>
                  <a:lnTo>
                    <a:pt x="2057400" y="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1143000" y="370840"/>
                  </a:lnTo>
                  <a:lnTo>
                    <a:pt x="2057400" y="370840"/>
                  </a:lnTo>
                  <a:lnTo>
                    <a:pt x="3200400" y="370840"/>
                  </a:lnTo>
                  <a:lnTo>
                    <a:pt x="3810000" y="37084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383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143000" y="1443862"/>
              <a:ext cx="3810000" cy="1483360"/>
            </a:xfrm>
            <a:custGeom>
              <a:avLst/>
              <a:gdLst/>
              <a:ahLst/>
              <a:cxnLst/>
              <a:rect l="l" t="t" r="r" b="b"/>
              <a:pathLst>
                <a:path w="3810000" h="1483360">
                  <a:moveTo>
                    <a:pt x="3810000" y="1112532"/>
                  </a:moveTo>
                  <a:lnTo>
                    <a:pt x="3200400" y="1112532"/>
                  </a:lnTo>
                  <a:lnTo>
                    <a:pt x="2057400" y="1112532"/>
                  </a:lnTo>
                  <a:lnTo>
                    <a:pt x="1143000" y="1112532"/>
                  </a:lnTo>
                  <a:lnTo>
                    <a:pt x="0" y="1112532"/>
                  </a:lnTo>
                  <a:lnTo>
                    <a:pt x="0" y="1483360"/>
                  </a:lnTo>
                  <a:lnTo>
                    <a:pt x="1143000" y="1483360"/>
                  </a:lnTo>
                  <a:lnTo>
                    <a:pt x="2057400" y="1483360"/>
                  </a:lnTo>
                  <a:lnTo>
                    <a:pt x="3200400" y="1483360"/>
                  </a:lnTo>
                  <a:lnTo>
                    <a:pt x="3810000" y="1483360"/>
                  </a:lnTo>
                  <a:lnTo>
                    <a:pt x="3810000" y="1112532"/>
                  </a:lnTo>
                  <a:close/>
                </a:path>
                <a:path w="3810000" h="1483360">
                  <a:moveTo>
                    <a:pt x="3810000" y="0"/>
                  </a:moveTo>
                  <a:lnTo>
                    <a:pt x="3200400" y="0"/>
                  </a:lnTo>
                  <a:lnTo>
                    <a:pt x="2057400" y="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0" y="741680"/>
                  </a:lnTo>
                  <a:lnTo>
                    <a:pt x="0" y="1112520"/>
                  </a:lnTo>
                  <a:lnTo>
                    <a:pt x="1143000" y="1112520"/>
                  </a:lnTo>
                  <a:lnTo>
                    <a:pt x="1143000" y="741680"/>
                  </a:lnTo>
                  <a:lnTo>
                    <a:pt x="1143000" y="370840"/>
                  </a:lnTo>
                  <a:lnTo>
                    <a:pt x="2057400" y="370840"/>
                  </a:lnTo>
                  <a:lnTo>
                    <a:pt x="3200400" y="370840"/>
                  </a:lnTo>
                  <a:lnTo>
                    <a:pt x="3200400" y="741680"/>
                  </a:lnTo>
                  <a:lnTo>
                    <a:pt x="3200400" y="1112520"/>
                  </a:lnTo>
                  <a:lnTo>
                    <a:pt x="3810000" y="1112520"/>
                  </a:lnTo>
                  <a:lnTo>
                    <a:pt x="3810000" y="741680"/>
                  </a:lnTo>
                  <a:lnTo>
                    <a:pt x="3810000" y="37084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CCF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143000" y="2927222"/>
              <a:ext cx="3810000" cy="741680"/>
            </a:xfrm>
            <a:custGeom>
              <a:avLst/>
              <a:gdLst/>
              <a:ahLst/>
              <a:cxnLst/>
              <a:rect l="l" t="t" r="r" b="b"/>
              <a:pathLst>
                <a:path w="3810000" h="741679">
                  <a:moveTo>
                    <a:pt x="3810000" y="0"/>
                  </a:moveTo>
                  <a:lnTo>
                    <a:pt x="3200400" y="0"/>
                  </a:lnTo>
                  <a:lnTo>
                    <a:pt x="2057400" y="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0" y="741680"/>
                  </a:lnTo>
                  <a:lnTo>
                    <a:pt x="1143000" y="741680"/>
                  </a:lnTo>
                  <a:lnTo>
                    <a:pt x="2057400" y="741680"/>
                  </a:lnTo>
                  <a:lnTo>
                    <a:pt x="3200400" y="741680"/>
                  </a:lnTo>
                  <a:lnTo>
                    <a:pt x="3810000" y="741680"/>
                  </a:lnTo>
                  <a:lnTo>
                    <a:pt x="3810000" y="37084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99D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143000" y="3668953"/>
              <a:ext cx="3810000" cy="1112520"/>
            </a:xfrm>
            <a:custGeom>
              <a:avLst/>
              <a:gdLst/>
              <a:ahLst/>
              <a:cxnLst/>
              <a:rect l="l" t="t" r="r" b="b"/>
              <a:pathLst>
                <a:path w="3810000" h="1112520">
                  <a:moveTo>
                    <a:pt x="3810000" y="0"/>
                  </a:moveTo>
                  <a:lnTo>
                    <a:pt x="3200400" y="0"/>
                  </a:lnTo>
                  <a:lnTo>
                    <a:pt x="3200400" y="370840"/>
                  </a:lnTo>
                  <a:lnTo>
                    <a:pt x="3200400" y="741680"/>
                  </a:lnTo>
                  <a:lnTo>
                    <a:pt x="2057400" y="741680"/>
                  </a:lnTo>
                  <a:lnTo>
                    <a:pt x="1143000" y="741680"/>
                  </a:lnTo>
                  <a:lnTo>
                    <a:pt x="1143000" y="370840"/>
                  </a:lnTo>
                  <a:lnTo>
                    <a:pt x="2057400" y="370840"/>
                  </a:lnTo>
                  <a:lnTo>
                    <a:pt x="3200400" y="370840"/>
                  </a:lnTo>
                  <a:lnTo>
                    <a:pt x="3200400" y="0"/>
                  </a:lnTo>
                  <a:lnTo>
                    <a:pt x="2057400" y="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0" y="741680"/>
                  </a:lnTo>
                  <a:lnTo>
                    <a:pt x="0" y="1112520"/>
                  </a:lnTo>
                  <a:lnTo>
                    <a:pt x="1143000" y="1112520"/>
                  </a:lnTo>
                  <a:lnTo>
                    <a:pt x="2057400" y="1112520"/>
                  </a:lnTo>
                  <a:lnTo>
                    <a:pt x="3200400" y="1112520"/>
                  </a:lnTo>
                  <a:lnTo>
                    <a:pt x="3810000" y="1112520"/>
                  </a:lnTo>
                  <a:lnTo>
                    <a:pt x="3810000" y="741680"/>
                  </a:lnTo>
                  <a:lnTo>
                    <a:pt x="3810000" y="37084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0092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1138237" y="1064380"/>
          <a:ext cx="3810000" cy="3710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650">
                <a:tc gridSpan="4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  <a:tabLst>
                          <a:tab pos="1234440" algn="l"/>
                          <a:tab pos="2148840" algn="l"/>
                          <a:tab pos="3291840" algn="l"/>
                        </a:tabLst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Event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Date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Event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Customers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City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2021-03-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12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2021-12-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2021-11-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2021-04-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134589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2021-06-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2021-07-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2021-03-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2021-08-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134599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2021-08-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134601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7725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30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cluster</a:t>
            </a:r>
            <a:r>
              <a:rPr spc="-30" dirty="0"/>
              <a:t> </a:t>
            </a:r>
            <a:r>
              <a:rPr spc="-20" dirty="0"/>
              <a:t>key?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5342382" y="2445766"/>
            <a:ext cx="291909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D9D9D9"/>
                </a:solidFill>
                <a:latin typeface="Segoe UI"/>
                <a:cs typeface="Segoe UI"/>
              </a:rPr>
              <a:t>SELECT</a:t>
            </a:r>
            <a:r>
              <a:rPr sz="1400" b="1" spc="-50" dirty="0">
                <a:solidFill>
                  <a:srgbClr val="D9D9D9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Segoe UI"/>
                <a:cs typeface="Segoe UI"/>
              </a:rPr>
              <a:t>COUNT(*)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solidFill>
                  <a:srgbClr val="D9D9D9"/>
                </a:solidFill>
                <a:latin typeface="Segoe UI"/>
                <a:cs typeface="Segoe UI"/>
              </a:rPr>
              <a:t>WHERE</a:t>
            </a:r>
            <a:r>
              <a:rPr sz="1400" b="1" spc="-25" dirty="0">
                <a:solidFill>
                  <a:srgbClr val="D9D9D9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9D9D9"/>
                </a:solidFill>
                <a:latin typeface="Segoe UI"/>
                <a:cs typeface="Segoe UI"/>
              </a:rPr>
              <a:t>Event_Date</a:t>
            </a:r>
            <a:r>
              <a:rPr sz="1400" b="1" spc="-25" dirty="0">
                <a:solidFill>
                  <a:srgbClr val="D9D9D9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9D9D9"/>
                </a:solidFill>
                <a:latin typeface="Segoe UI"/>
                <a:cs typeface="Segoe UI"/>
              </a:rPr>
              <a:t>&gt;</a:t>
            </a:r>
            <a:r>
              <a:rPr sz="1400" b="1" spc="-25" dirty="0">
                <a:solidFill>
                  <a:srgbClr val="D9D9D9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Segoe UI"/>
                <a:cs typeface="Segoe UI"/>
              </a:rPr>
              <a:t>'2021-07-</a:t>
            </a:r>
            <a:r>
              <a:rPr sz="1400" b="1" spc="-25" dirty="0">
                <a:solidFill>
                  <a:srgbClr val="D9D9D9"/>
                </a:solidFill>
                <a:latin typeface="Segoe UI"/>
                <a:cs typeface="Segoe UI"/>
              </a:rPr>
              <a:t>01'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solidFill>
                  <a:srgbClr val="D9D9D9"/>
                </a:solidFill>
                <a:latin typeface="Segoe UI"/>
                <a:cs typeface="Segoe UI"/>
              </a:rPr>
              <a:t>AND</a:t>
            </a:r>
            <a:r>
              <a:rPr sz="1400" b="1" spc="-20" dirty="0">
                <a:solidFill>
                  <a:srgbClr val="D9D9D9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9D9D9"/>
                </a:solidFill>
                <a:latin typeface="Segoe UI"/>
                <a:cs typeface="Segoe UI"/>
              </a:rPr>
              <a:t>Event_Date</a:t>
            </a:r>
            <a:r>
              <a:rPr sz="1400" b="1" spc="-20" dirty="0">
                <a:solidFill>
                  <a:srgbClr val="D9D9D9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9D9D9"/>
                </a:solidFill>
                <a:latin typeface="Segoe UI"/>
                <a:cs typeface="Segoe UI"/>
              </a:rPr>
              <a:t>&lt;</a:t>
            </a:r>
            <a:r>
              <a:rPr sz="1400" b="1" spc="-20" dirty="0">
                <a:solidFill>
                  <a:srgbClr val="D9D9D9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Segoe UI"/>
                <a:cs typeface="Segoe UI"/>
              </a:rPr>
              <a:t>'2021-08-</a:t>
            </a:r>
            <a:r>
              <a:rPr sz="1400" b="1" dirty="0">
                <a:solidFill>
                  <a:srgbClr val="D9D9D9"/>
                </a:solidFill>
                <a:latin typeface="Segoe UI"/>
                <a:cs typeface="Segoe UI"/>
              </a:rPr>
              <a:t>01</a:t>
            </a:r>
            <a:r>
              <a:rPr sz="1400" b="1" spc="-55" dirty="0">
                <a:solidFill>
                  <a:srgbClr val="D9D9D9"/>
                </a:solidFill>
                <a:latin typeface="Segoe UI"/>
                <a:cs typeface="Segoe UI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Segoe UI"/>
                <a:cs typeface="Segoe UI"/>
              </a:rPr>
              <a:t>'</a:t>
            </a:r>
            <a:endParaRPr sz="1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5755" y="1042416"/>
            <a:ext cx="3912108" cy="380390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" y="1069936"/>
            <a:ext cx="3810000" cy="37078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34744" y="1126997"/>
            <a:ext cx="91757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Event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7694" y="1126997"/>
            <a:ext cx="71120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Event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ID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92475" y="1126997"/>
            <a:ext cx="93027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Customers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35475" y="1126997"/>
            <a:ext cx="3371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City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4744" y="1497964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2021-03-</a:t>
            </a:r>
            <a:r>
              <a:rPr sz="1400" spc="-25" dirty="0">
                <a:latin typeface="Arial MT"/>
                <a:cs typeface="Arial MT"/>
              </a:rPr>
              <a:t>12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77694" y="1497964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134584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92475" y="1497964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35475" y="1497964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34744" y="1868804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2021-12-</a:t>
            </a:r>
            <a:r>
              <a:rPr sz="1400" spc="-25" dirty="0">
                <a:latin typeface="Arial MT"/>
                <a:cs typeface="Arial MT"/>
              </a:rPr>
              <a:t>04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77694" y="1868804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134586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292475" y="1868804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35475" y="1868804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34744" y="2239771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2021-11-</a:t>
            </a:r>
            <a:r>
              <a:rPr sz="1400" spc="-25" dirty="0">
                <a:latin typeface="Arial MT"/>
                <a:cs typeface="Arial MT"/>
              </a:rPr>
              <a:t>04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77694" y="2239771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134588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92475" y="2239771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435475" y="2239771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34744" y="2610738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2021-04-</a:t>
            </a:r>
            <a:r>
              <a:rPr sz="1400" spc="-25" dirty="0">
                <a:latin typeface="Arial MT"/>
                <a:cs typeface="Arial MT"/>
              </a:rPr>
              <a:t>05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77694" y="2610738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134589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292475" y="2610738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35475" y="2610738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34744" y="2981705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2021-06-</a:t>
            </a:r>
            <a:r>
              <a:rPr sz="1400" spc="-25" dirty="0">
                <a:latin typeface="Arial MT"/>
                <a:cs typeface="Arial MT"/>
              </a:rPr>
              <a:t>07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377694" y="2981705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134594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292475" y="2981705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35475" y="2981705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34744" y="3352672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2021-07-</a:t>
            </a:r>
            <a:r>
              <a:rPr sz="1400" spc="-25" dirty="0">
                <a:latin typeface="Arial MT"/>
                <a:cs typeface="Arial MT"/>
              </a:rPr>
              <a:t>03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377694" y="3352672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134597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292475" y="3352672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35475" y="3352672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34744" y="3723563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2021-03-</a:t>
            </a:r>
            <a:r>
              <a:rPr sz="1400" spc="-25" dirty="0">
                <a:latin typeface="Arial MT"/>
                <a:cs typeface="Arial MT"/>
              </a:rPr>
              <a:t>04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377694" y="3723563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134598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292475" y="3723563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435475" y="3723563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34744" y="4094504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2021-08-</a:t>
            </a:r>
            <a:r>
              <a:rPr sz="1400" spc="-25" dirty="0">
                <a:latin typeface="Arial MT"/>
                <a:cs typeface="Arial MT"/>
              </a:rPr>
              <a:t>03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377694" y="4094504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134599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292475" y="4094504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435475" y="4094504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234744" y="4465446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2021-08-</a:t>
            </a:r>
            <a:r>
              <a:rPr sz="1400" spc="-25" dirty="0">
                <a:latin typeface="Arial MT"/>
                <a:cs typeface="Arial MT"/>
              </a:rPr>
              <a:t>04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377694" y="4465446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134601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92475" y="4465446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435475" y="4465446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44" name="object 4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5755" y="1045463"/>
            <a:ext cx="3912108" cy="3803904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1143000" y="1073022"/>
            <a:ext cx="3810000" cy="3709035"/>
            <a:chOff x="1143000" y="1073022"/>
            <a:chExt cx="3810000" cy="3709035"/>
          </a:xfrm>
        </p:grpSpPr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3000" y="1073073"/>
              <a:ext cx="3810000" cy="3707891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143000" y="1073022"/>
              <a:ext cx="3810000" cy="370840"/>
            </a:xfrm>
            <a:custGeom>
              <a:avLst/>
              <a:gdLst/>
              <a:ahLst/>
              <a:cxnLst/>
              <a:rect l="l" t="t" r="r" b="b"/>
              <a:pathLst>
                <a:path w="3810000" h="370840">
                  <a:moveTo>
                    <a:pt x="3810000" y="0"/>
                  </a:moveTo>
                  <a:lnTo>
                    <a:pt x="3200400" y="0"/>
                  </a:lnTo>
                  <a:lnTo>
                    <a:pt x="2057400" y="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1143000" y="370840"/>
                  </a:lnTo>
                  <a:lnTo>
                    <a:pt x="2057400" y="370840"/>
                  </a:lnTo>
                  <a:lnTo>
                    <a:pt x="3200400" y="370840"/>
                  </a:lnTo>
                  <a:lnTo>
                    <a:pt x="3810000" y="37084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383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143000" y="1443862"/>
              <a:ext cx="3810000" cy="1483360"/>
            </a:xfrm>
            <a:custGeom>
              <a:avLst/>
              <a:gdLst/>
              <a:ahLst/>
              <a:cxnLst/>
              <a:rect l="l" t="t" r="r" b="b"/>
              <a:pathLst>
                <a:path w="3810000" h="1483360">
                  <a:moveTo>
                    <a:pt x="3810000" y="1112532"/>
                  </a:moveTo>
                  <a:lnTo>
                    <a:pt x="3200400" y="1112532"/>
                  </a:lnTo>
                  <a:lnTo>
                    <a:pt x="2057400" y="1112532"/>
                  </a:lnTo>
                  <a:lnTo>
                    <a:pt x="1143000" y="1112532"/>
                  </a:lnTo>
                  <a:lnTo>
                    <a:pt x="0" y="1112532"/>
                  </a:lnTo>
                  <a:lnTo>
                    <a:pt x="0" y="1483360"/>
                  </a:lnTo>
                  <a:lnTo>
                    <a:pt x="1143000" y="1483360"/>
                  </a:lnTo>
                  <a:lnTo>
                    <a:pt x="2057400" y="1483360"/>
                  </a:lnTo>
                  <a:lnTo>
                    <a:pt x="3200400" y="1483360"/>
                  </a:lnTo>
                  <a:lnTo>
                    <a:pt x="3810000" y="1483360"/>
                  </a:lnTo>
                  <a:lnTo>
                    <a:pt x="3810000" y="1112532"/>
                  </a:lnTo>
                  <a:close/>
                </a:path>
                <a:path w="3810000" h="1483360">
                  <a:moveTo>
                    <a:pt x="3810000" y="0"/>
                  </a:moveTo>
                  <a:lnTo>
                    <a:pt x="3200400" y="0"/>
                  </a:lnTo>
                  <a:lnTo>
                    <a:pt x="2057400" y="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0" y="741680"/>
                  </a:lnTo>
                  <a:lnTo>
                    <a:pt x="0" y="1112520"/>
                  </a:lnTo>
                  <a:lnTo>
                    <a:pt x="1143000" y="1112520"/>
                  </a:lnTo>
                  <a:lnTo>
                    <a:pt x="1143000" y="741680"/>
                  </a:lnTo>
                  <a:lnTo>
                    <a:pt x="1143000" y="370840"/>
                  </a:lnTo>
                  <a:lnTo>
                    <a:pt x="2057400" y="370840"/>
                  </a:lnTo>
                  <a:lnTo>
                    <a:pt x="3200400" y="370840"/>
                  </a:lnTo>
                  <a:lnTo>
                    <a:pt x="3200400" y="741680"/>
                  </a:lnTo>
                  <a:lnTo>
                    <a:pt x="3200400" y="1112520"/>
                  </a:lnTo>
                  <a:lnTo>
                    <a:pt x="3810000" y="1112520"/>
                  </a:lnTo>
                  <a:lnTo>
                    <a:pt x="3810000" y="741680"/>
                  </a:lnTo>
                  <a:lnTo>
                    <a:pt x="3810000" y="37084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CCF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143000" y="2927222"/>
              <a:ext cx="3810000" cy="741680"/>
            </a:xfrm>
            <a:custGeom>
              <a:avLst/>
              <a:gdLst/>
              <a:ahLst/>
              <a:cxnLst/>
              <a:rect l="l" t="t" r="r" b="b"/>
              <a:pathLst>
                <a:path w="3810000" h="741679">
                  <a:moveTo>
                    <a:pt x="3810000" y="0"/>
                  </a:moveTo>
                  <a:lnTo>
                    <a:pt x="3200400" y="0"/>
                  </a:lnTo>
                  <a:lnTo>
                    <a:pt x="2057400" y="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0" y="741680"/>
                  </a:lnTo>
                  <a:lnTo>
                    <a:pt x="1143000" y="741680"/>
                  </a:lnTo>
                  <a:lnTo>
                    <a:pt x="2057400" y="741680"/>
                  </a:lnTo>
                  <a:lnTo>
                    <a:pt x="3200400" y="741680"/>
                  </a:lnTo>
                  <a:lnTo>
                    <a:pt x="3810000" y="741680"/>
                  </a:lnTo>
                  <a:lnTo>
                    <a:pt x="3810000" y="37084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99D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143000" y="3668953"/>
              <a:ext cx="3810000" cy="1112520"/>
            </a:xfrm>
            <a:custGeom>
              <a:avLst/>
              <a:gdLst/>
              <a:ahLst/>
              <a:cxnLst/>
              <a:rect l="l" t="t" r="r" b="b"/>
              <a:pathLst>
                <a:path w="3810000" h="1112520">
                  <a:moveTo>
                    <a:pt x="3810000" y="0"/>
                  </a:moveTo>
                  <a:lnTo>
                    <a:pt x="3200400" y="0"/>
                  </a:lnTo>
                  <a:lnTo>
                    <a:pt x="3200400" y="370840"/>
                  </a:lnTo>
                  <a:lnTo>
                    <a:pt x="3200400" y="741680"/>
                  </a:lnTo>
                  <a:lnTo>
                    <a:pt x="2057400" y="741680"/>
                  </a:lnTo>
                  <a:lnTo>
                    <a:pt x="1143000" y="741680"/>
                  </a:lnTo>
                  <a:lnTo>
                    <a:pt x="1143000" y="370840"/>
                  </a:lnTo>
                  <a:lnTo>
                    <a:pt x="2057400" y="370840"/>
                  </a:lnTo>
                  <a:lnTo>
                    <a:pt x="3200400" y="370840"/>
                  </a:lnTo>
                  <a:lnTo>
                    <a:pt x="3200400" y="0"/>
                  </a:lnTo>
                  <a:lnTo>
                    <a:pt x="2057400" y="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0" y="741680"/>
                  </a:lnTo>
                  <a:lnTo>
                    <a:pt x="0" y="1112520"/>
                  </a:lnTo>
                  <a:lnTo>
                    <a:pt x="1143000" y="1112520"/>
                  </a:lnTo>
                  <a:lnTo>
                    <a:pt x="2057400" y="1112520"/>
                  </a:lnTo>
                  <a:lnTo>
                    <a:pt x="3200400" y="1112520"/>
                  </a:lnTo>
                  <a:lnTo>
                    <a:pt x="3810000" y="1112520"/>
                  </a:lnTo>
                  <a:lnTo>
                    <a:pt x="3810000" y="741680"/>
                  </a:lnTo>
                  <a:lnTo>
                    <a:pt x="3810000" y="37084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0092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1138237" y="1064380"/>
          <a:ext cx="3810000" cy="3710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650">
                <a:tc gridSpan="4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50"/>
                        </a:spcBef>
                        <a:tabLst>
                          <a:tab pos="1234440" algn="l"/>
                          <a:tab pos="2148840" algn="l"/>
                          <a:tab pos="3291840" algn="l"/>
                        </a:tabLst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Event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Date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Event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Customers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City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2021-03-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12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2021-12-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2021-11-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2021-04-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134589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2021-06-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2021-07-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2021-03-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2021-08-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134599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2021-08-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134601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7725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30" dirty="0"/>
              <a:t> </a:t>
            </a:r>
            <a:r>
              <a:rPr dirty="0"/>
              <a:t>is</a:t>
            </a:r>
            <a:r>
              <a:rPr spc="-30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cluster</a:t>
            </a:r>
            <a:r>
              <a:rPr spc="-30" dirty="0"/>
              <a:t> </a:t>
            </a:r>
            <a:r>
              <a:rPr spc="-20" dirty="0"/>
              <a:t>key?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5335270" y="2445766"/>
            <a:ext cx="2926080" cy="1080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D9D9D9"/>
                </a:solidFill>
                <a:latin typeface="Segoe UI"/>
                <a:cs typeface="Segoe UI"/>
              </a:rPr>
              <a:t>SELECT</a:t>
            </a:r>
            <a:r>
              <a:rPr sz="1400" b="1" spc="-50" dirty="0">
                <a:solidFill>
                  <a:srgbClr val="D9D9D9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Segoe UI"/>
                <a:cs typeface="Segoe UI"/>
              </a:rPr>
              <a:t>COUNT(*)</a:t>
            </a:r>
            <a:endParaRPr sz="1400">
              <a:latin typeface="Segoe UI"/>
              <a:cs typeface="Segoe UI"/>
            </a:endParaRPr>
          </a:p>
          <a:p>
            <a:pPr marL="19685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solidFill>
                  <a:srgbClr val="D9D9D9"/>
                </a:solidFill>
                <a:latin typeface="Segoe UI"/>
                <a:cs typeface="Segoe UI"/>
              </a:rPr>
              <a:t>WHERE</a:t>
            </a:r>
            <a:r>
              <a:rPr sz="1400" b="1" spc="-25" dirty="0">
                <a:solidFill>
                  <a:srgbClr val="D9D9D9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9D9D9"/>
                </a:solidFill>
                <a:latin typeface="Segoe UI"/>
                <a:cs typeface="Segoe UI"/>
              </a:rPr>
              <a:t>Event_Date</a:t>
            </a:r>
            <a:r>
              <a:rPr sz="1400" b="1" spc="-25" dirty="0">
                <a:solidFill>
                  <a:srgbClr val="D9D9D9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9D9D9"/>
                </a:solidFill>
                <a:latin typeface="Segoe UI"/>
                <a:cs typeface="Segoe UI"/>
              </a:rPr>
              <a:t>&gt;</a:t>
            </a:r>
            <a:r>
              <a:rPr sz="1400" b="1" spc="-25" dirty="0">
                <a:solidFill>
                  <a:srgbClr val="D9D9D9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Segoe UI"/>
                <a:cs typeface="Segoe UI"/>
              </a:rPr>
              <a:t>'2021-07-</a:t>
            </a:r>
            <a:r>
              <a:rPr sz="1400" b="1" spc="-25" dirty="0">
                <a:solidFill>
                  <a:srgbClr val="D9D9D9"/>
                </a:solidFill>
                <a:latin typeface="Segoe UI"/>
                <a:cs typeface="Segoe UI"/>
              </a:rPr>
              <a:t>01'</a:t>
            </a:r>
            <a:endParaRPr sz="1400">
              <a:latin typeface="Segoe UI"/>
              <a:cs typeface="Segoe UI"/>
            </a:endParaRPr>
          </a:p>
          <a:p>
            <a:pPr marL="19685">
              <a:lnSpc>
                <a:spcPct val="100000"/>
              </a:lnSpc>
            </a:pPr>
            <a:r>
              <a:rPr sz="1400" b="1" dirty="0">
                <a:solidFill>
                  <a:srgbClr val="D9D9D9"/>
                </a:solidFill>
                <a:latin typeface="Segoe UI"/>
                <a:cs typeface="Segoe UI"/>
              </a:rPr>
              <a:t>AND</a:t>
            </a:r>
            <a:r>
              <a:rPr sz="1400" b="1" spc="-25" dirty="0">
                <a:solidFill>
                  <a:srgbClr val="D9D9D9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9D9D9"/>
                </a:solidFill>
                <a:latin typeface="Segoe UI"/>
                <a:cs typeface="Segoe UI"/>
              </a:rPr>
              <a:t>Event_Date</a:t>
            </a:r>
            <a:r>
              <a:rPr sz="1400" b="1" spc="-25" dirty="0">
                <a:solidFill>
                  <a:srgbClr val="D9D9D9"/>
                </a:solidFill>
                <a:latin typeface="Segoe UI"/>
                <a:cs typeface="Segoe UI"/>
              </a:rPr>
              <a:t> </a:t>
            </a:r>
            <a:r>
              <a:rPr sz="1400" b="1" dirty="0">
                <a:solidFill>
                  <a:srgbClr val="D9D9D9"/>
                </a:solidFill>
                <a:latin typeface="Segoe UI"/>
                <a:cs typeface="Segoe UI"/>
              </a:rPr>
              <a:t>&lt;</a:t>
            </a:r>
            <a:r>
              <a:rPr sz="1400" b="1" spc="-25" dirty="0">
                <a:solidFill>
                  <a:srgbClr val="D9D9D9"/>
                </a:solidFill>
                <a:latin typeface="Segoe UI"/>
                <a:cs typeface="Segoe UI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Segoe UI"/>
                <a:cs typeface="Segoe UI"/>
              </a:rPr>
              <a:t>'2021-08-</a:t>
            </a:r>
            <a:r>
              <a:rPr sz="1400" b="1" spc="-25" dirty="0">
                <a:solidFill>
                  <a:srgbClr val="D9D9D9"/>
                </a:solidFill>
                <a:latin typeface="Segoe UI"/>
                <a:cs typeface="Segoe UI"/>
              </a:rPr>
              <a:t>01'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sz="1400" b="1" i="1" dirty="0">
                <a:solidFill>
                  <a:srgbClr val="D9D9D9"/>
                </a:solidFill>
                <a:latin typeface="Segoe UI"/>
                <a:cs typeface="Segoe UI"/>
              </a:rPr>
              <a:t>All</a:t>
            </a:r>
            <a:r>
              <a:rPr sz="1400" b="1" i="1" spc="-5" dirty="0">
                <a:solidFill>
                  <a:srgbClr val="D9D9D9"/>
                </a:solidFill>
                <a:latin typeface="Segoe UI"/>
                <a:cs typeface="Segoe UI"/>
              </a:rPr>
              <a:t> </a:t>
            </a:r>
            <a:r>
              <a:rPr sz="1400" b="1" i="1" dirty="0">
                <a:solidFill>
                  <a:srgbClr val="D9D9D9"/>
                </a:solidFill>
                <a:latin typeface="Segoe UI"/>
                <a:cs typeface="Segoe UI"/>
              </a:rPr>
              <a:t>partitions</a:t>
            </a:r>
            <a:r>
              <a:rPr sz="1400" b="1" i="1" spc="-35" dirty="0">
                <a:solidFill>
                  <a:srgbClr val="D9D9D9"/>
                </a:solidFill>
                <a:latin typeface="Segoe UI"/>
                <a:cs typeface="Segoe UI"/>
              </a:rPr>
              <a:t> </a:t>
            </a:r>
            <a:r>
              <a:rPr sz="1400" b="1" i="1" dirty="0">
                <a:solidFill>
                  <a:srgbClr val="D9D9D9"/>
                </a:solidFill>
                <a:latin typeface="Segoe UI"/>
                <a:cs typeface="Segoe UI"/>
              </a:rPr>
              <a:t>need</a:t>
            </a:r>
            <a:r>
              <a:rPr sz="1400" b="1" i="1" spc="-40" dirty="0">
                <a:solidFill>
                  <a:srgbClr val="D9D9D9"/>
                </a:solidFill>
                <a:latin typeface="Segoe UI"/>
                <a:cs typeface="Segoe UI"/>
              </a:rPr>
              <a:t> </a:t>
            </a:r>
            <a:r>
              <a:rPr sz="1400" b="1" i="1" dirty="0">
                <a:solidFill>
                  <a:srgbClr val="D9D9D9"/>
                </a:solidFill>
                <a:latin typeface="Segoe UI"/>
                <a:cs typeface="Segoe UI"/>
              </a:rPr>
              <a:t>to</a:t>
            </a:r>
            <a:r>
              <a:rPr sz="1400" b="1" i="1" spc="-15" dirty="0">
                <a:solidFill>
                  <a:srgbClr val="D9D9D9"/>
                </a:solidFill>
                <a:latin typeface="Segoe UI"/>
                <a:cs typeface="Segoe UI"/>
              </a:rPr>
              <a:t> </a:t>
            </a:r>
            <a:r>
              <a:rPr sz="1400" b="1" i="1" dirty="0">
                <a:solidFill>
                  <a:srgbClr val="D9D9D9"/>
                </a:solidFill>
                <a:latin typeface="Segoe UI"/>
                <a:cs typeface="Segoe UI"/>
              </a:rPr>
              <a:t>be</a:t>
            </a:r>
            <a:r>
              <a:rPr sz="1400" b="1" i="1" spc="-30" dirty="0">
                <a:solidFill>
                  <a:srgbClr val="D9D9D9"/>
                </a:solidFill>
                <a:latin typeface="Segoe UI"/>
                <a:cs typeface="Segoe UI"/>
              </a:rPr>
              <a:t> </a:t>
            </a:r>
            <a:r>
              <a:rPr sz="1400" b="1" i="1" spc="-10" dirty="0">
                <a:solidFill>
                  <a:srgbClr val="D9D9D9"/>
                </a:solidFill>
                <a:latin typeface="Segoe UI"/>
                <a:cs typeface="Segoe UI"/>
              </a:rPr>
              <a:t>scanned!</a:t>
            </a:r>
            <a:endParaRPr sz="1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47637" y="1065174"/>
          <a:ext cx="3810000" cy="3705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R="3556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Event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Event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Customers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City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R w="9525">
                      <a:solidFill>
                        <a:srgbClr val="373737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2021-03-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12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2021-12-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2021-11-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2021-04-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134589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2021-06-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2021-07-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2021-03-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2021-08-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134599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43815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2021-08-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134601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4296155" y="1045463"/>
            <a:ext cx="3912235" cy="3804285"/>
            <a:chOff x="4296155" y="1045463"/>
            <a:chExt cx="3912235" cy="38042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6155" y="1045463"/>
              <a:ext cx="3912107" cy="38039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3399" y="1073073"/>
              <a:ext cx="3810000" cy="370789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435475" y="1130045"/>
            <a:ext cx="91757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Event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78728" y="1130045"/>
            <a:ext cx="71120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Event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ID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93128" y="1130045"/>
            <a:ext cx="93218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Customers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36509" y="1130045"/>
            <a:ext cx="3371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City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35475" y="1501012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2021-03-</a:t>
            </a:r>
            <a:r>
              <a:rPr sz="1400" spc="-25" dirty="0">
                <a:latin typeface="Arial MT"/>
                <a:cs typeface="Arial MT"/>
              </a:rPr>
              <a:t>12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78728" y="1501012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134584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93128" y="1501012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36509" y="1501012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35475" y="1871852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2021-12-</a:t>
            </a:r>
            <a:r>
              <a:rPr sz="1400" spc="-25" dirty="0">
                <a:latin typeface="Arial MT"/>
                <a:cs typeface="Arial MT"/>
              </a:rPr>
              <a:t>04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578728" y="1871852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134586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93128" y="1871852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36509" y="1871852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35475" y="2242819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2021-11-</a:t>
            </a:r>
            <a:r>
              <a:rPr sz="1400" spc="-25" dirty="0">
                <a:latin typeface="Arial MT"/>
                <a:cs typeface="Arial MT"/>
              </a:rPr>
              <a:t>04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78728" y="2242819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134588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93128" y="2242819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36509" y="2242819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35475" y="2613786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2021-04-</a:t>
            </a:r>
            <a:r>
              <a:rPr sz="1400" spc="-25" dirty="0">
                <a:latin typeface="Arial MT"/>
                <a:cs typeface="Arial MT"/>
              </a:rPr>
              <a:t>05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578728" y="2613786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134589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493128" y="2613786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636509" y="2613786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35475" y="2984753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2021-06-</a:t>
            </a:r>
            <a:r>
              <a:rPr sz="1400" spc="-25" dirty="0">
                <a:latin typeface="Arial MT"/>
                <a:cs typeface="Arial MT"/>
              </a:rPr>
              <a:t>07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78728" y="2984753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134594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493128" y="2984753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636509" y="2984753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435475" y="3355720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2021-07-</a:t>
            </a:r>
            <a:r>
              <a:rPr sz="1400" spc="-25" dirty="0">
                <a:latin typeface="Arial MT"/>
                <a:cs typeface="Arial MT"/>
              </a:rPr>
              <a:t>03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78728" y="3355720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134597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493128" y="3355720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636509" y="3355720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435475" y="3726611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2021-03-</a:t>
            </a:r>
            <a:r>
              <a:rPr sz="1400" spc="-25" dirty="0">
                <a:latin typeface="Arial MT"/>
                <a:cs typeface="Arial MT"/>
              </a:rPr>
              <a:t>04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578728" y="3726611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134598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493128" y="3726611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36509" y="3726611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435475" y="4097552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2021-08-</a:t>
            </a:r>
            <a:r>
              <a:rPr sz="1400" spc="-25" dirty="0">
                <a:latin typeface="Arial MT"/>
                <a:cs typeface="Arial MT"/>
              </a:rPr>
              <a:t>03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578728" y="4097552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134599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493128" y="4097552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636509" y="4097552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435475" y="4468494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2021-08-</a:t>
            </a:r>
            <a:r>
              <a:rPr sz="1400" spc="-25" dirty="0">
                <a:latin typeface="Arial MT"/>
                <a:cs typeface="Arial MT"/>
              </a:rPr>
              <a:t>04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578728" y="4468494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134601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493128" y="4468494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636509" y="4468494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957637" y="1415986"/>
            <a:ext cx="5186680" cy="3591560"/>
            <a:chOff x="3957637" y="1415986"/>
            <a:chExt cx="5186680" cy="3591560"/>
          </a:xfrm>
        </p:grpSpPr>
        <p:sp>
          <p:nvSpPr>
            <p:cNvPr id="47" name="object 47"/>
            <p:cNvSpPr/>
            <p:nvPr/>
          </p:nvSpPr>
          <p:spPr>
            <a:xfrm>
              <a:off x="3962400" y="2267712"/>
              <a:ext cx="381000" cy="1143000"/>
            </a:xfrm>
            <a:custGeom>
              <a:avLst/>
              <a:gdLst/>
              <a:ahLst/>
              <a:cxnLst/>
              <a:rect l="l" t="t" r="r" b="b"/>
              <a:pathLst>
                <a:path w="381000" h="1143000">
                  <a:moveTo>
                    <a:pt x="190500" y="0"/>
                  </a:moveTo>
                  <a:lnTo>
                    <a:pt x="190500" y="285750"/>
                  </a:lnTo>
                  <a:lnTo>
                    <a:pt x="0" y="285750"/>
                  </a:lnTo>
                  <a:lnTo>
                    <a:pt x="0" y="857250"/>
                  </a:lnTo>
                  <a:lnTo>
                    <a:pt x="190500" y="857250"/>
                  </a:lnTo>
                  <a:lnTo>
                    <a:pt x="190500" y="1143000"/>
                  </a:lnTo>
                  <a:lnTo>
                    <a:pt x="381000" y="571500"/>
                  </a:lnTo>
                  <a:lnTo>
                    <a:pt x="19050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962400" y="2267712"/>
              <a:ext cx="381000" cy="1143000"/>
            </a:xfrm>
            <a:custGeom>
              <a:avLst/>
              <a:gdLst/>
              <a:ahLst/>
              <a:cxnLst/>
              <a:rect l="l" t="t" r="r" b="b"/>
              <a:pathLst>
                <a:path w="381000" h="1143000">
                  <a:moveTo>
                    <a:pt x="0" y="285750"/>
                  </a:moveTo>
                  <a:lnTo>
                    <a:pt x="190500" y="285750"/>
                  </a:lnTo>
                  <a:lnTo>
                    <a:pt x="190500" y="0"/>
                  </a:lnTo>
                  <a:lnTo>
                    <a:pt x="381000" y="571500"/>
                  </a:lnTo>
                  <a:lnTo>
                    <a:pt x="190500" y="1143000"/>
                  </a:lnTo>
                  <a:lnTo>
                    <a:pt x="190500" y="857250"/>
                  </a:lnTo>
                  <a:lnTo>
                    <a:pt x="0" y="857250"/>
                  </a:lnTo>
                  <a:lnTo>
                    <a:pt x="0" y="285750"/>
                  </a:lnTo>
                  <a:close/>
                </a:path>
              </a:pathLst>
            </a:custGeom>
            <a:ln w="9525">
              <a:solidFill>
                <a:srgbClr val="008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154161" y="1430274"/>
              <a:ext cx="288290" cy="3348354"/>
            </a:xfrm>
            <a:custGeom>
              <a:avLst/>
              <a:gdLst/>
              <a:ahLst/>
              <a:cxnLst/>
              <a:rect l="l" t="t" r="r" b="b"/>
              <a:pathLst>
                <a:path w="288290" h="3348354">
                  <a:moveTo>
                    <a:pt x="0" y="0"/>
                  </a:moveTo>
                  <a:lnTo>
                    <a:pt x="52804" y="1781"/>
                  </a:lnTo>
                  <a:lnTo>
                    <a:pt x="95916" y="6635"/>
                  </a:lnTo>
                  <a:lnTo>
                    <a:pt x="124979" y="13823"/>
                  </a:lnTo>
                  <a:lnTo>
                    <a:pt x="135636" y="22605"/>
                  </a:lnTo>
                  <a:lnTo>
                    <a:pt x="135636" y="701294"/>
                  </a:lnTo>
                  <a:lnTo>
                    <a:pt x="146292" y="710076"/>
                  </a:lnTo>
                  <a:lnTo>
                    <a:pt x="175355" y="717264"/>
                  </a:lnTo>
                  <a:lnTo>
                    <a:pt x="218467" y="722118"/>
                  </a:lnTo>
                  <a:lnTo>
                    <a:pt x="271272" y="723900"/>
                  </a:lnTo>
                  <a:lnTo>
                    <a:pt x="218467" y="725681"/>
                  </a:lnTo>
                  <a:lnTo>
                    <a:pt x="175355" y="730535"/>
                  </a:lnTo>
                  <a:lnTo>
                    <a:pt x="146292" y="737723"/>
                  </a:lnTo>
                  <a:lnTo>
                    <a:pt x="135636" y="746506"/>
                  </a:lnTo>
                  <a:lnTo>
                    <a:pt x="135636" y="1425194"/>
                  </a:lnTo>
                  <a:lnTo>
                    <a:pt x="124979" y="1433976"/>
                  </a:lnTo>
                  <a:lnTo>
                    <a:pt x="95916" y="1441164"/>
                  </a:lnTo>
                  <a:lnTo>
                    <a:pt x="52804" y="1446018"/>
                  </a:lnTo>
                  <a:lnTo>
                    <a:pt x="0" y="1447800"/>
                  </a:lnTo>
                </a:path>
                <a:path w="288290" h="3348354">
                  <a:moveTo>
                    <a:pt x="16764" y="1495044"/>
                  </a:moveTo>
                  <a:lnTo>
                    <a:pt x="69568" y="1496825"/>
                  </a:lnTo>
                  <a:lnTo>
                    <a:pt x="112680" y="1501679"/>
                  </a:lnTo>
                  <a:lnTo>
                    <a:pt x="141743" y="1508867"/>
                  </a:lnTo>
                  <a:lnTo>
                    <a:pt x="152400" y="1517650"/>
                  </a:lnTo>
                  <a:lnTo>
                    <a:pt x="152400" y="1829815"/>
                  </a:lnTo>
                  <a:lnTo>
                    <a:pt x="163056" y="1838598"/>
                  </a:lnTo>
                  <a:lnTo>
                    <a:pt x="192119" y="1845786"/>
                  </a:lnTo>
                  <a:lnTo>
                    <a:pt x="235231" y="1850640"/>
                  </a:lnTo>
                  <a:lnTo>
                    <a:pt x="288036" y="1852421"/>
                  </a:lnTo>
                  <a:lnTo>
                    <a:pt x="235231" y="1854203"/>
                  </a:lnTo>
                  <a:lnTo>
                    <a:pt x="192119" y="1859057"/>
                  </a:lnTo>
                  <a:lnTo>
                    <a:pt x="163056" y="1866245"/>
                  </a:lnTo>
                  <a:lnTo>
                    <a:pt x="152400" y="1875027"/>
                  </a:lnTo>
                  <a:lnTo>
                    <a:pt x="152400" y="2187194"/>
                  </a:lnTo>
                  <a:lnTo>
                    <a:pt x="141743" y="2195976"/>
                  </a:lnTo>
                  <a:lnTo>
                    <a:pt x="112680" y="2203164"/>
                  </a:lnTo>
                  <a:lnTo>
                    <a:pt x="69568" y="2208018"/>
                  </a:lnTo>
                  <a:lnTo>
                    <a:pt x="16764" y="2209800"/>
                  </a:lnTo>
                </a:path>
                <a:path w="288290" h="3348354">
                  <a:moveTo>
                    <a:pt x="16764" y="2257044"/>
                  </a:moveTo>
                  <a:lnTo>
                    <a:pt x="69568" y="2258825"/>
                  </a:lnTo>
                  <a:lnTo>
                    <a:pt x="112680" y="2263679"/>
                  </a:lnTo>
                  <a:lnTo>
                    <a:pt x="141743" y="2270867"/>
                  </a:lnTo>
                  <a:lnTo>
                    <a:pt x="152400" y="2279650"/>
                  </a:lnTo>
                  <a:lnTo>
                    <a:pt x="152400" y="2780029"/>
                  </a:lnTo>
                  <a:lnTo>
                    <a:pt x="163056" y="2788828"/>
                  </a:lnTo>
                  <a:lnTo>
                    <a:pt x="192119" y="2796014"/>
                  </a:lnTo>
                  <a:lnTo>
                    <a:pt x="235231" y="2800859"/>
                  </a:lnTo>
                  <a:lnTo>
                    <a:pt x="288036" y="2802636"/>
                  </a:lnTo>
                  <a:lnTo>
                    <a:pt x="235231" y="2804412"/>
                  </a:lnTo>
                  <a:lnTo>
                    <a:pt x="192119" y="2809257"/>
                  </a:lnTo>
                  <a:lnTo>
                    <a:pt x="163056" y="2816443"/>
                  </a:lnTo>
                  <a:lnTo>
                    <a:pt x="152400" y="2825241"/>
                  </a:lnTo>
                  <a:lnTo>
                    <a:pt x="152400" y="3325622"/>
                  </a:lnTo>
                  <a:lnTo>
                    <a:pt x="141743" y="3334420"/>
                  </a:lnTo>
                  <a:lnTo>
                    <a:pt x="112680" y="3341606"/>
                  </a:lnTo>
                  <a:lnTo>
                    <a:pt x="69568" y="3346451"/>
                  </a:lnTo>
                  <a:lnTo>
                    <a:pt x="16764" y="3348228"/>
                  </a:lnTo>
                </a:path>
              </a:pathLst>
            </a:custGeom>
            <a:ln w="28575">
              <a:solidFill>
                <a:srgbClr val="00C2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05215" y="1674876"/>
              <a:ext cx="913637" cy="1229106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05215" y="2791968"/>
              <a:ext cx="938783" cy="122910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56447" y="3668268"/>
              <a:ext cx="987551" cy="1338834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2757932" y="418338"/>
            <a:ext cx="6111875" cy="41859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FFFFFF"/>
                </a:solidFill>
                <a:latin typeface="Calibri"/>
                <a:cs typeface="Calibri"/>
              </a:rPr>
              <a:t>cluster</a:t>
            </a:r>
            <a:r>
              <a:rPr sz="3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Calibri"/>
                <a:cs typeface="Calibri"/>
              </a:rPr>
              <a:t>key?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04"/>
              </a:spcBef>
            </a:pPr>
            <a:endParaRPr sz="3200">
              <a:latin typeface="Calibri"/>
              <a:cs typeface="Calibri"/>
            </a:endParaRPr>
          </a:p>
          <a:p>
            <a:pPr marL="5793105">
              <a:lnSpc>
                <a:spcPct val="100000"/>
              </a:lnSpc>
            </a:pPr>
            <a:r>
              <a:rPr sz="4400" spc="-50" dirty="0">
                <a:solidFill>
                  <a:srgbClr val="99E7FF"/>
                </a:solidFill>
                <a:latin typeface="Bahnschrift"/>
                <a:cs typeface="Bahnschrift"/>
              </a:rPr>
              <a:t>1</a:t>
            </a:r>
            <a:endParaRPr sz="4400">
              <a:latin typeface="Bahnschrift"/>
              <a:cs typeface="Bahnschrift"/>
            </a:endParaRPr>
          </a:p>
          <a:p>
            <a:pPr marL="5793105">
              <a:lnSpc>
                <a:spcPct val="100000"/>
              </a:lnSpc>
              <a:spcBef>
                <a:spcPts val="3529"/>
              </a:spcBef>
            </a:pPr>
            <a:r>
              <a:rPr sz="4400" spc="-50" dirty="0">
                <a:solidFill>
                  <a:srgbClr val="66BEFF"/>
                </a:solidFill>
                <a:latin typeface="Bahnschrift"/>
                <a:cs typeface="Bahnschrift"/>
              </a:rPr>
              <a:t>2</a:t>
            </a:r>
            <a:endParaRPr sz="4400">
              <a:latin typeface="Bahnschrift"/>
              <a:cs typeface="Bahnschrift"/>
            </a:endParaRPr>
          </a:p>
          <a:p>
            <a:pPr marL="5775960">
              <a:lnSpc>
                <a:spcPct val="100000"/>
              </a:lnSpc>
              <a:spcBef>
                <a:spcPts val="1750"/>
              </a:spcBef>
            </a:pPr>
            <a:r>
              <a:rPr sz="4800" spc="-50" dirty="0">
                <a:solidFill>
                  <a:srgbClr val="0092BE"/>
                </a:solidFill>
                <a:latin typeface="Bahnschrift"/>
                <a:cs typeface="Bahnschrift"/>
              </a:rPr>
              <a:t>3</a:t>
            </a:r>
            <a:endParaRPr sz="4800">
              <a:latin typeface="Bahnschrift"/>
              <a:cs typeface="Bahnschrif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4296155" y="1045463"/>
            <a:ext cx="3912235" cy="3804285"/>
            <a:chOff x="4296155" y="1045463"/>
            <a:chExt cx="3912235" cy="3804285"/>
          </a:xfrm>
        </p:grpSpPr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6155" y="1045463"/>
              <a:ext cx="3912107" cy="3803904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3399" y="1073073"/>
              <a:ext cx="3810000" cy="3707891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4435475" y="1130045"/>
            <a:ext cx="91757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Event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endParaRPr sz="14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578728" y="1130045"/>
            <a:ext cx="71120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Event</a:t>
            </a:r>
            <a:r>
              <a:rPr sz="14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b="1" spc="-25" dirty="0">
                <a:solidFill>
                  <a:srgbClr val="FFFFFF"/>
                </a:solidFill>
                <a:latin typeface="Arial"/>
                <a:cs typeface="Arial"/>
              </a:rPr>
              <a:t>ID</a:t>
            </a:r>
            <a:endParaRPr sz="14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493128" y="1130045"/>
            <a:ext cx="93218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Customers</a:t>
            </a:r>
            <a:endParaRPr sz="14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636509" y="1130045"/>
            <a:ext cx="3371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b="1" spc="-20" dirty="0">
                <a:solidFill>
                  <a:srgbClr val="FFFFFF"/>
                </a:solidFill>
                <a:latin typeface="Arial"/>
                <a:cs typeface="Arial"/>
              </a:rPr>
              <a:t>City</a:t>
            </a:r>
            <a:endParaRPr sz="14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435475" y="1501012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2021-03-</a:t>
            </a:r>
            <a:r>
              <a:rPr sz="1400" spc="-25" dirty="0">
                <a:latin typeface="Arial MT"/>
                <a:cs typeface="Arial MT"/>
              </a:rPr>
              <a:t>12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578728" y="1501012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134584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493128" y="1501012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636509" y="1501012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435475" y="1871852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2021-12-</a:t>
            </a:r>
            <a:r>
              <a:rPr sz="1400" spc="-25" dirty="0">
                <a:latin typeface="Arial MT"/>
                <a:cs typeface="Arial MT"/>
              </a:rPr>
              <a:t>04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5578728" y="1871852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134586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493128" y="1871852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636509" y="1871852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435475" y="2242819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2021-11-</a:t>
            </a:r>
            <a:r>
              <a:rPr sz="1400" spc="-25" dirty="0">
                <a:latin typeface="Arial MT"/>
                <a:cs typeface="Arial MT"/>
              </a:rPr>
              <a:t>04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578728" y="2242819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134588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493128" y="2242819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636509" y="2242819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435475" y="2613786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2021-04-</a:t>
            </a:r>
            <a:r>
              <a:rPr sz="1400" spc="-25" dirty="0">
                <a:latin typeface="Arial MT"/>
                <a:cs typeface="Arial MT"/>
              </a:rPr>
              <a:t>05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5578728" y="2613786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134589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493128" y="2613786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7636509" y="2613786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435475" y="2984753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2021-06-</a:t>
            </a:r>
            <a:r>
              <a:rPr sz="1400" spc="-25" dirty="0">
                <a:latin typeface="Arial MT"/>
                <a:cs typeface="Arial MT"/>
              </a:rPr>
              <a:t>07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5578728" y="2984753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134594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493128" y="2984753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7636509" y="2984753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435475" y="3355720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2021-07-</a:t>
            </a:r>
            <a:r>
              <a:rPr sz="1400" spc="-25" dirty="0">
                <a:latin typeface="Arial MT"/>
                <a:cs typeface="Arial MT"/>
              </a:rPr>
              <a:t>03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578728" y="3355720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134597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6493128" y="3355720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636509" y="3355720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4435475" y="3726611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2021-03-</a:t>
            </a:r>
            <a:r>
              <a:rPr sz="1400" spc="-25" dirty="0">
                <a:latin typeface="Arial MT"/>
                <a:cs typeface="Arial MT"/>
              </a:rPr>
              <a:t>04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5578728" y="3726611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134598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6493128" y="3726611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7636509" y="3726611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435475" y="4097552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2021-08-</a:t>
            </a:r>
            <a:r>
              <a:rPr sz="1400" spc="-25" dirty="0">
                <a:latin typeface="Arial MT"/>
                <a:cs typeface="Arial MT"/>
              </a:rPr>
              <a:t>03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5578728" y="4097552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134599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6493128" y="4097552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7636509" y="4097552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4435475" y="4468494"/>
            <a:ext cx="90868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2021-08-</a:t>
            </a:r>
            <a:r>
              <a:rPr sz="1400" spc="-25" dirty="0">
                <a:latin typeface="Arial MT"/>
                <a:cs typeface="Arial MT"/>
              </a:rPr>
              <a:t>04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5578728" y="4468494"/>
            <a:ext cx="59436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10" dirty="0">
                <a:latin typeface="Arial MT"/>
                <a:cs typeface="Arial MT"/>
              </a:rPr>
              <a:t>134601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6493128" y="4468494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7636509" y="4468494"/>
            <a:ext cx="17843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50"/>
              </a:lnSpc>
            </a:pPr>
            <a:r>
              <a:rPr sz="1400" spc="-50" dirty="0">
                <a:latin typeface="Arial MT"/>
                <a:cs typeface="Arial MT"/>
              </a:rPr>
              <a:t>…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97" name="object 9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96155" y="1045463"/>
            <a:ext cx="3912107" cy="3803904"/>
          </a:xfrm>
          <a:prstGeom prst="rect">
            <a:avLst/>
          </a:prstGeom>
        </p:spPr>
      </p:pic>
      <p:grpSp>
        <p:nvGrpSpPr>
          <p:cNvPr id="98" name="object 98"/>
          <p:cNvGrpSpPr/>
          <p:nvPr/>
        </p:nvGrpSpPr>
        <p:grpSpPr>
          <a:xfrm>
            <a:off x="4343400" y="1073022"/>
            <a:ext cx="3810000" cy="3709035"/>
            <a:chOff x="4343400" y="1073022"/>
            <a:chExt cx="3810000" cy="3709035"/>
          </a:xfrm>
        </p:grpSpPr>
        <p:pic>
          <p:nvPicPr>
            <p:cNvPr id="99" name="object 9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43400" y="1073073"/>
              <a:ext cx="3810000" cy="3707891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4343400" y="1073022"/>
              <a:ext cx="3810000" cy="370840"/>
            </a:xfrm>
            <a:custGeom>
              <a:avLst/>
              <a:gdLst/>
              <a:ahLst/>
              <a:cxnLst/>
              <a:rect l="l" t="t" r="r" b="b"/>
              <a:pathLst>
                <a:path w="3810000" h="370840">
                  <a:moveTo>
                    <a:pt x="3810000" y="0"/>
                  </a:moveTo>
                  <a:lnTo>
                    <a:pt x="3200400" y="0"/>
                  </a:lnTo>
                  <a:lnTo>
                    <a:pt x="2057400" y="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1143000" y="370840"/>
                  </a:lnTo>
                  <a:lnTo>
                    <a:pt x="2057400" y="370840"/>
                  </a:lnTo>
                  <a:lnTo>
                    <a:pt x="3200400" y="370840"/>
                  </a:lnTo>
                  <a:lnTo>
                    <a:pt x="3810000" y="37084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383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4343400" y="1443862"/>
              <a:ext cx="3810000" cy="1483360"/>
            </a:xfrm>
            <a:custGeom>
              <a:avLst/>
              <a:gdLst/>
              <a:ahLst/>
              <a:cxnLst/>
              <a:rect l="l" t="t" r="r" b="b"/>
              <a:pathLst>
                <a:path w="3810000" h="1483360">
                  <a:moveTo>
                    <a:pt x="3810000" y="1112532"/>
                  </a:moveTo>
                  <a:lnTo>
                    <a:pt x="3200400" y="1112532"/>
                  </a:lnTo>
                  <a:lnTo>
                    <a:pt x="2057400" y="1112532"/>
                  </a:lnTo>
                  <a:lnTo>
                    <a:pt x="1143000" y="1112532"/>
                  </a:lnTo>
                  <a:lnTo>
                    <a:pt x="0" y="1112532"/>
                  </a:lnTo>
                  <a:lnTo>
                    <a:pt x="0" y="1483360"/>
                  </a:lnTo>
                  <a:lnTo>
                    <a:pt x="1143000" y="1483360"/>
                  </a:lnTo>
                  <a:lnTo>
                    <a:pt x="2057400" y="1483360"/>
                  </a:lnTo>
                  <a:lnTo>
                    <a:pt x="3200400" y="1483360"/>
                  </a:lnTo>
                  <a:lnTo>
                    <a:pt x="3810000" y="1483360"/>
                  </a:lnTo>
                  <a:lnTo>
                    <a:pt x="3810000" y="1112532"/>
                  </a:lnTo>
                  <a:close/>
                </a:path>
                <a:path w="3810000" h="1483360">
                  <a:moveTo>
                    <a:pt x="3810000" y="0"/>
                  </a:moveTo>
                  <a:lnTo>
                    <a:pt x="3200400" y="0"/>
                  </a:lnTo>
                  <a:lnTo>
                    <a:pt x="2057400" y="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0" y="741680"/>
                  </a:lnTo>
                  <a:lnTo>
                    <a:pt x="0" y="1112520"/>
                  </a:lnTo>
                  <a:lnTo>
                    <a:pt x="1143000" y="1112520"/>
                  </a:lnTo>
                  <a:lnTo>
                    <a:pt x="1143000" y="741680"/>
                  </a:lnTo>
                  <a:lnTo>
                    <a:pt x="1143000" y="370840"/>
                  </a:lnTo>
                  <a:lnTo>
                    <a:pt x="2057400" y="370840"/>
                  </a:lnTo>
                  <a:lnTo>
                    <a:pt x="3200400" y="370840"/>
                  </a:lnTo>
                  <a:lnTo>
                    <a:pt x="3200400" y="741680"/>
                  </a:lnTo>
                  <a:lnTo>
                    <a:pt x="3200400" y="1112520"/>
                  </a:lnTo>
                  <a:lnTo>
                    <a:pt x="3810000" y="1112520"/>
                  </a:lnTo>
                  <a:lnTo>
                    <a:pt x="3810000" y="741680"/>
                  </a:lnTo>
                  <a:lnTo>
                    <a:pt x="3810000" y="37084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4343400" y="2927222"/>
              <a:ext cx="3810000" cy="741680"/>
            </a:xfrm>
            <a:custGeom>
              <a:avLst/>
              <a:gdLst/>
              <a:ahLst/>
              <a:cxnLst/>
              <a:rect l="l" t="t" r="r" b="b"/>
              <a:pathLst>
                <a:path w="3810000" h="741679">
                  <a:moveTo>
                    <a:pt x="3810000" y="0"/>
                  </a:moveTo>
                  <a:lnTo>
                    <a:pt x="3200400" y="0"/>
                  </a:lnTo>
                  <a:lnTo>
                    <a:pt x="2057400" y="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0" y="741680"/>
                  </a:lnTo>
                  <a:lnTo>
                    <a:pt x="1143000" y="741680"/>
                  </a:lnTo>
                  <a:lnTo>
                    <a:pt x="2057400" y="741680"/>
                  </a:lnTo>
                  <a:lnTo>
                    <a:pt x="3200400" y="741680"/>
                  </a:lnTo>
                  <a:lnTo>
                    <a:pt x="3810000" y="741680"/>
                  </a:lnTo>
                  <a:lnTo>
                    <a:pt x="3810000" y="37084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87878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4343400" y="3668953"/>
              <a:ext cx="3810000" cy="1112520"/>
            </a:xfrm>
            <a:custGeom>
              <a:avLst/>
              <a:gdLst/>
              <a:ahLst/>
              <a:cxnLst/>
              <a:rect l="l" t="t" r="r" b="b"/>
              <a:pathLst>
                <a:path w="3810000" h="1112520">
                  <a:moveTo>
                    <a:pt x="3810000" y="0"/>
                  </a:moveTo>
                  <a:lnTo>
                    <a:pt x="3200400" y="0"/>
                  </a:lnTo>
                  <a:lnTo>
                    <a:pt x="3200400" y="370840"/>
                  </a:lnTo>
                  <a:lnTo>
                    <a:pt x="3200400" y="741680"/>
                  </a:lnTo>
                  <a:lnTo>
                    <a:pt x="2057400" y="741680"/>
                  </a:lnTo>
                  <a:lnTo>
                    <a:pt x="1143000" y="741680"/>
                  </a:lnTo>
                  <a:lnTo>
                    <a:pt x="1143000" y="370840"/>
                  </a:lnTo>
                  <a:lnTo>
                    <a:pt x="2057400" y="370840"/>
                  </a:lnTo>
                  <a:lnTo>
                    <a:pt x="3200400" y="370840"/>
                  </a:lnTo>
                  <a:lnTo>
                    <a:pt x="3200400" y="0"/>
                  </a:lnTo>
                  <a:lnTo>
                    <a:pt x="2057400" y="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0" y="741680"/>
                  </a:lnTo>
                  <a:lnTo>
                    <a:pt x="0" y="1112520"/>
                  </a:lnTo>
                  <a:lnTo>
                    <a:pt x="1143000" y="1112520"/>
                  </a:lnTo>
                  <a:lnTo>
                    <a:pt x="2057400" y="1112520"/>
                  </a:lnTo>
                  <a:lnTo>
                    <a:pt x="3200400" y="1112520"/>
                  </a:lnTo>
                  <a:lnTo>
                    <a:pt x="3810000" y="1112520"/>
                  </a:lnTo>
                  <a:lnTo>
                    <a:pt x="3810000" y="741680"/>
                  </a:lnTo>
                  <a:lnTo>
                    <a:pt x="3810000" y="370840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008B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4" name="object 104"/>
          <p:cNvGraphicFramePr>
            <a:graphicFrameLocks noGrp="1"/>
          </p:cNvGraphicFramePr>
          <p:nvPr/>
        </p:nvGraphicFramePr>
        <p:xfrm>
          <a:off x="4338637" y="1068311"/>
          <a:ext cx="3810000" cy="3705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205">
                <a:tc gridSpan="4"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  <a:tabLst>
                          <a:tab pos="1235075" algn="l"/>
                          <a:tab pos="2149475" algn="l"/>
                          <a:tab pos="3292475" algn="l"/>
                        </a:tabLst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Event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Date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Event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Customers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4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City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2021-03-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2021-03-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12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2021-04-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05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134589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2021-06-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2021-07-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134597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2021-08-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03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134599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2021-08-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134601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2021-11-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134588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2021-12-</a:t>
                      </a:r>
                      <a:r>
                        <a:rPr sz="1400" spc="-25" dirty="0">
                          <a:latin typeface="Arial MT"/>
                          <a:cs typeface="Arial MT"/>
                        </a:rPr>
                        <a:t>04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10" dirty="0">
                          <a:latin typeface="Arial MT"/>
                          <a:cs typeface="Arial MT"/>
                        </a:rPr>
                        <a:t>134586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400" spc="-50" dirty="0">
                          <a:latin typeface="Arial MT"/>
                          <a:cs typeface="Arial MT"/>
                        </a:rPr>
                        <a:t>…</a:t>
                      </a:r>
                      <a:endParaRPr sz="1400">
                        <a:latin typeface="Arial MT"/>
                        <a:cs typeface="Arial MT"/>
                      </a:endParaRPr>
                    </a:p>
                  </a:txBody>
                  <a:tcPr marL="0" marR="0" marT="4127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9525">
                      <a:solidFill>
                        <a:srgbClr val="373737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31900">
              <a:lnSpc>
                <a:spcPct val="100000"/>
              </a:lnSpc>
              <a:spcBef>
                <a:spcPts val="105"/>
              </a:spcBef>
            </a:pPr>
            <a:r>
              <a:rPr dirty="0"/>
              <a:t>When</a:t>
            </a:r>
            <a:r>
              <a:rPr spc="-15" dirty="0"/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spc="-10" dirty="0"/>
              <a:t>cluster?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60194" y="1674622"/>
            <a:ext cx="4714875" cy="9251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Clustering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D9D9D9"/>
                </a:solidFill>
                <a:latin typeface="Trebuchet MS"/>
                <a:cs typeface="Trebuchet MS"/>
              </a:rPr>
              <a:t>is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not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for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all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tables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65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Mainly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very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large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tables</a:t>
            </a:r>
            <a:r>
              <a:rPr sz="14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u="sng" spc="-55" dirty="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Trebuchet MS"/>
                <a:cs typeface="Trebuchet MS"/>
              </a:rPr>
              <a:t>multiple</a:t>
            </a:r>
            <a:r>
              <a:rPr sz="1400" b="1" u="sng" spc="-85" dirty="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Trebuchet MS"/>
                <a:cs typeface="Trebuchet MS"/>
              </a:rPr>
              <a:t> </a:t>
            </a:r>
            <a:r>
              <a:rPr sz="1400" b="1" u="sng" spc="-60" dirty="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Trebuchet MS"/>
                <a:cs typeface="Trebuchet MS"/>
              </a:rPr>
              <a:t>terabytes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can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benefit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49375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15" dirty="0"/>
              <a:t> </a:t>
            </a:r>
            <a:r>
              <a:rPr dirty="0"/>
              <a:t>to</a:t>
            </a:r>
            <a:r>
              <a:rPr spc="-5" dirty="0"/>
              <a:t> </a:t>
            </a:r>
            <a:r>
              <a:rPr spc="-10" dirty="0"/>
              <a:t>cluster?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9090" marR="1106805" indent="-287020">
              <a:lnSpc>
                <a:spcPct val="15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339090" algn="l"/>
              </a:tabLst>
            </a:pPr>
            <a:r>
              <a:rPr spc="-45" dirty="0"/>
              <a:t>Columns</a:t>
            </a:r>
            <a:r>
              <a:rPr spc="-85" dirty="0"/>
              <a:t> </a:t>
            </a:r>
            <a:r>
              <a:rPr spc="-55" dirty="0"/>
              <a:t>that</a:t>
            </a:r>
            <a:r>
              <a:rPr spc="-85" dirty="0"/>
              <a:t> </a:t>
            </a:r>
            <a:r>
              <a:rPr spc="-75" dirty="0"/>
              <a:t>are </a:t>
            </a:r>
            <a:r>
              <a:rPr spc="-40" dirty="0"/>
              <a:t>used</a:t>
            </a:r>
            <a:r>
              <a:rPr spc="-95" dirty="0"/>
              <a:t> </a:t>
            </a:r>
            <a:r>
              <a:rPr spc="-20" dirty="0"/>
              <a:t>most</a:t>
            </a:r>
            <a:r>
              <a:rPr spc="-55" dirty="0"/>
              <a:t> </a:t>
            </a:r>
            <a:r>
              <a:rPr spc="-60" dirty="0"/>
              <a:t>frequently</a:t>
            </a:r>
            <a:r>
              <a:rPr spc="-105" dirty="0"/>
              <a:t> </a:t>
            </a:r>
            <a:r>
              <a:rPr spc="-55" dirty="0"/>
              <a:t>in</a:t>
            </a:r>
            <a:r>
              <a:rPr spc="-70" dirty="0"/>
              <a:t> </a:t>
            </a:r>
            <a:r>
              <a:rPr dirty="0"/>
              <a:t>WHERE-</a:t>
            </a:r>
            <a:r>
              <a:rPr spc="-10" dirty="0"/>
              <a:t>clauses </a:t>
            </a:r>
            <a:r>
              <a:rPr spc="-65" dirty="0"/>
              <a:t>(often</a:t>
            </a:r>
            <a:r>
              <a:rPr spc="-95" dirty="0"/>
              <a:t> </a:t>
            </a:r>
            <a:r>
              <a:rPr spc="-60" dirty="0"/>
              <a:t>date</a:t>
            </a:r>
            <a:r>
              <a:rPr spc="-95" dirty="0"/>
              <a:t> </a:t>
            </a:r>
            <a:r>
              <a:rPr spc="-45" dirty="0"/>
              <a:t>columns</a:t>
            </a:r>
            <a:r>
              <a:rPr spc="-75" dirty="0"/>
              <a:t> </a:t>
            </a:r>
            <a:r>
              <a:rPr spc="-50" dirty="0"/>
              <a:t>for</a:t>
            </a:r>
            <a:r>
              <a:rPr spc="-80" dirty="0"/>
              <a:t> </a:t>
            </a:r>
            <a:r>
              <a:rPr spc="-70" dirty="0"/>
              <a:t>event</a:t>
            </a:r>
            <a:r>
              <a:rPr spc="-75" dirty="0"/>
              <a:t> </a:t>
            </a:r>
            <a:r>
              <a:rPr spc="-10" dirty="0"/>
              <a:t>tables)</a:t>
            </a:r>
          </a:p>
          <a:p>
            <a:pPr marL="339090" marR="5080" indent="-287020">
              <a:lnSpc>
                <a:spcPct val="150100"/>
              </a:lnSpc>
              <a:spcBef>
                <a:spcPts val="905"/>
              </a:spcBef>
              <a:buClr>
                <a:srgbClr val="99D3FF"/>
              </a:buClr>
              <a:buFont typeface="Wingdings"/>
              <a:buChar char=""/>
              <a:tabLst>
                <a:tab pos="339090" algn="l"/>
              </a:tabLst>
            </a:pPr>
            <a:r>
              <a:rPr spc="-10" dirty="0"/>
              <a:t>If</a:t>
            </a:r>
            <a:r>
              <a:rPr spc="-80" dirty="0"/>
              <a:t> </a:t>
            </a:r>
            <a:r>
              <a:rPr spc="-55" dirty="0"/>
              <a:t>you</a:t>
            </a:r>
            <a:r>
              <a:rPr spc="-95" dirty="0"/>
              <a:t> </a:t>
            </a:r>
            <a:r>
              <a:rPr spc="-60" dirty="0"/>
              <a:t>typically</a:t>
            </a:r>
            <a:r>
              <a:rPr spc="-114" dirty="0"/>
              <a:t> </a:t>
            </a:r>
            <a:r>
              <a:rPr spc="-35" dirty="0"/>
              <a:t>use</a:t>
            </a:r>
            <a:r>
              <a:rPr spc="-90" dirty="0"/>
              <a:t> </a:t>
            </a:r>
            <a:r>
              <a:rPr spc="-45" dirty="0"/>
              <a:t>filters</a:t>
            </a:r>
            <a:r>
              <a:rPr spc="-110" dirty="0"/>
              <a:t> </a:t>
            </a:r>
            <a:r>
              <a:rPr spc="-55" dirty="0"/>
              <a:t>on</a:t>
            </a:r>
            <a:r>
              <a:rPr spc="-80" dirty="0"/>
              <a:t> </a:t>
            </a:r>
            <a:r>
              <a:rPr spc="-45" dirty="0"/>
              <a:t>two</a:t>
            </a:r>
            <a:r>
              <a:rPr spc="-90" dirty="0"/>
              <a:t> </a:t>
            </a:r>
            <a:r>
              <a:rPr spc="-40" dirty="0"/>
              <a:t>columns</a:t>
            </a:r>
            <a:r>
              <a:rPr spc="-95" dirty="0"/>
              <a:t> </a:t>
            </a:r>
            <a:r>
              <a:rPr spc="-65" dirty="0"/>
              <a:t>then</a:t>
            </a:r>
            <a:r>
              <a:rPr spc="-95" dirty="0"/>
              <a:t> </a:t>
            </a:r>
            <a:r>
              <a:rPr spc="-70" dirty="0"/>
              <a:t>the</a:t>
            </a:r>
            <a:r>
              <a:rPr spc="-90" dirty="0"/>
              <a:t> </a:t>
            </a:r>
            <a:r>
              <a:rPr spc="-60" dirty="0"/>
              <a:t>table</a:t>
            </a:r>
            <a:r>
              <a:rPr spc="-114" dirty="0"/>
              <a:t> </a:t>
            </a:r>
            <a:r>
              <a:rPr spc="-70" dirty="0"/>
              <a:t>can</a:t>
            </a:r>
            <a:r>
              <a:rPr spc="-80" dirty="0"/>
              <a:t> </a:t>
            </a:r>
            <a:r>
              <a:rPr spc="-20" dirty="0"/>
              <a:t>also</a:t>
            </a:r>
            <a:r>
              <a:rPr spc="-100" dirty="0"/>
              <a:t> </a:t>
            </a:r>
            <a:r>
              <a:rPr spc="-20" dirty="0"/>
              <a:t>benefit </a:t>
            </a:r>
            <a:r>
              <a:rPr spc="-50" dirty="0"/>
              <a:t>from</a:t>
            </a:r>
            <a:r>
              <a:rPr spc="-85" dirty="0"/>
              <a:t> </a:t>
            </a:r>
            <a:r>
              <a:rPr spc="-45" dirty="0"/>
              <a:t>two</a:t>
            </a:r>
            <a:r>
              <a:rPr spc="-85" dirty="0"/>
              <a:t> </a:t>
            </a:r>
            <a:r>
              <a:rPr spc="-55" dirty="0"/>
              <a:t>cluster</a:t>
            </a:r>
            <a:r>
              <a:rPr spc="-90" dirty="0"/>
              <a:t> </a:t>
            </a:r>
            <a:r>
              <a:rPr spc="-20" dirty="0"/>
              <a:t>keys</a:t>
            </a:r>
          </a:p>
          <a:p>
            <a:pPr>
              <a:lnSpc>
                <a:spcPct val="100000"/>
              </a:lnSpc>
              <a:spcBef>
                <a:spcPts val="305"/>
              </a:spcBef>
              <a:buClr>
                <a:srgbClr val="99D3FF"/>
              </a:buClr>
              <a:buFont typeface="Wingdings"/>
              <a:buChar char=""/>
            </a:pPr>
            <a:endParaRPr spc="-20" dirty="0"/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pc="-60" dirty="0"/>
              <a:t>Column</a:t>
            </a:r>
            <a:r>
              <a:rPr spc="-105" dirty="0"/>
              <a:t> </a:t>
            </a:r>
            <a:r>
              <a:rPr spc="-55" dirty="0"/>
              <a:t>that</a:t>
            </a:r>
            <a:r>
              <a:rPr spc="-85" dirty="0"/>
              <a:t> </a:t>
            </a:r>
            <a:r>
              <a:rPr dirty="0"/>
              <a:t>is</a:t>
            </a:r>
            <a:r>
              <a:rPr spc="-85" dirty="0"/>
              <a:t> </a:t>
            </a:r>
            <a:r>
              <a:rPr spc="-65" dirty="0"/>
              <a:t>frequently</a:t>
            </a:r>
            <a:r>
              <a:rPr spc="-85" dirty="0"/>
              <a:t> </a:t>
            </a:r>
            <a:r>
              <a:rPr spc="-35" dirty="0"/>
              <a:t>used</a:t>
            </a:r>
            <a:r>
              <a:rPr spc="-125" dirty="0"/>
              <a:t> </a:t>
            </a:r>
            <a:r>
              <a:rPr spc="-55" dirty="0"/>
              <a:t>in</a:t>
            </a:r>
            <a:r>
              <a:rPr spc="-80" dirty="0"/>
              <a:t> </a:t>
            </a:r>
            <a:r>
              <a:rPr spc="-20" dirty="0"/>
              <a:t>Joins</a:t>
            </a:r>
          </a:p>
          <a:p>
            <a:pPr>
              <a:lnSpc>
                <a:spcPct val="100000"/>
              </a:lnSpc>
              <a:spcBef>
                <a:spcPts val="1425"/>
              </a:spcBef>
              <a:buClr>
                <a:srgbClr val="99D3FF"/>
              </a:buClr>
              <a:buFont typeface="Wingdings"/>
              <a:buChar char=""/>
            </a:pPr>
            <a:endParaRPr spc="-20" dirty="0"/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pc="-65" dirty="0"/>
              <a:t>Large</a:t>
            </a:r>
            <a:r>
              <a:rPr spc="-80" dirty="0"/>
              <a:t> </a:t>
            </a:r>
            <a:r>
              <a:rPr spc="-50" dirty="0"/>
              <a:t>enough</a:t>
            </a:r>
            <a:r>
              <a:rPr spc="-80" dirty="0"/>
              <a:t> </a:t>
            </a:r>
            <a:r>
              <a:rPr spc="-65" dirty="0"/>
              <a:t>number</a:t>
            </a:r>
            <a:r>
              <a:rPr spc="-85" dirty="0"/>
              <a:t> </a:t>
            </a:r>
            <a:r>
              <a:rPr spc="-35" dirty="0"/>
              <a:t>of</a:t>
            </a:r>
            <a:r>
              <a:rPr spc="-75" dirty="0"/>
              <a:t> </a:t>
            </a:r>
            <a:r>
              <a:rPr spc="-45" dirty="0"/>
              <a:t>distinct</a:t>
            </a:r>
            <a:r>
              <a:rPr spc="-65" dirty="0"/>
              <a:t> </a:t>
            </a:r>
            <a:r>
              <a:rPr spc="-40" dirty="0"/>
              <a:t>values</a:t>
            </a:r>
            <a:r>
              <a:rPr spc="-100" dirty="0"/>
              <a:t> </a:t>
            </a:r>
            <a:r>
              <a:rPr spc="-55" dirty="0"/>
              <a:t>to</a:t>
            </a:r>
            <a:r>
              <a:rPr spc="-70" dirty="0"/>
              <a:t> </a:t>
            </a:r>
            <a:r>
              <a:rPr spc="-65" dirty="0"/>
              <a:t>enable</a:t>
            </a:r>
            <a:r>
              <a:rPr spc="-110" dirty="0"/>
              <a:t> </a:t>
            </a:r>
            <a:r>
              <a:rPr spc="-65" dirty="0"/>
              <a:t>effective</a:t>
            </a:r>
            <a:r>
              <a:rPr spc="-95" dirty="0"/>
              <a:t> </a:t>
            </a:r>
            <a:r>
              <a:rPr spc="-10" dirty="0"/>
              <a:t>grouping</a:t>
            </a:r>
          </a:p>
          <a:p>
            <a:pPr marL="299085">
              <a:lnSpc>
                <a:spcPct val="100000"/>
              </a:lnSpc>
              <a:spcBef>
                <a:spcPts val="840"/>
              </a:spcBef>
            </a:pPr>
            <a:r>
              <a:rPr spc="-25" dirty="0"/>
              <a:t>Small</a:t>
            </a:r>
            <a:r>
              <a:rPr spc="-105" dirty="0"/>
              <a:t> </a:t>
            </a:r>
            <a:r>
              <a:rPr spc="-45" dirty="0"/>
              <a:t>enough</a:t>
            </a:r>
            <a:r>
              <a:rPr spc="-65" dirty="0"/>
              <a:t> number</a:t>
            </a:r>
            <a:r>
              <a:rPr spc="-105" dirty="0"/>
              <a:t> </a:t>
            </a:r>
            <a:r>
              <a:rPr spc="-35" dirty="0"/>
              <a:t>of</a:t>
            </a:r>
            <a:r>
              <a:rPr spc="-60" dirty="0"/>
              <a:t> </a:t>
            </a:r>
            <a:r>
              <a:rPr spc="-50" dirty="0"/>
              <a:t>distinct</a:t>
            </a:r>
            <a:r>
              <a:rPr spc="-80" dirty="0"/>
              <a:t> </a:t>
            </a:r>
            <a:r>
              <a:rPr spc="-40" dirty="0"/>
              <a:t>values</a:t>
            </a:r>
            <a:r>
              <a:rPr spc="-100" dirty="0"/>
              <a:t> </a:t>
            </a:r>
            <a:r>
              <a:rPr spc="-50" dirty="0"/>
              <a:t>to</a:t>
            </a:r>
            <a:r>
              <a:rPr spc="-70" dirty="0"/>
              <a:t> </a:t>
            </a:r>
            <a:r>
              <a:rPr spc="-40" dirty="0"/>
              <a:t>allow</a:t>
            </a:r>
            <a:r>
              <a:rPr spc="-105" dirty="0"/>
              <a:t> </a:t>
            </a:r>
            <a:r>
              <a:rPr spc="-65" dirty="0"/>
              <a:t>effective</a:t>
            </a:r>
            <a:r>
              <a:rPr spc="-95" dirty="0"/>
              <a:t> </a:t>
            </a:r>
            <a:r>
              <a:rPr spc="-10" dirty="0"/>
              <a:t>grouping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8185">
              <a:lnSpc>
                <a:spcPct val="100000"/>
              </a:lnSpc>
              <a:spcBef>
                <a:spcPts val="105"/>
              </a:spcBef>
            </a:pPr>
            <a:r>
              <a:rPr dirty="0"/>
              <a:t>Clustering</a:t>
            </a:r>
            <a:r>
              <a:rPr spc="-35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spc="-10" dirty="0"/>
              <a:t>Snowflake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61872" y="1322832"/>
            <a:ext cx="7315200" cy="74866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1149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5"/>
              </a:spcBef>
            </a:pPr>
            <a:endParaRPr sz="1200">
              <a:latin typeface="Times New Roman"/>
              <a:cs typeface="Times New Roman"/>
            </a:endParaRPr>
          </a:p>
          <a:p>
            <a:pPr marL="645160">
              <a:lnSpc>
                <a:spcPct val="100000"/>
              </a:lnSpc>
            </a:pP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20" dirty="0">
                <a:latin typeface="Courier New"/>
                <a:cs typeface="Courier New"/>
              </a:rPr>
              <a:t> </a:t>
            </a:r>
            <a:r>
              <a:rPr sz="1200" i="1" dirty="0">
                <a:solidFill>
                  <a:srgbClr val="009999"/>
                </a:solidFill>
                <a:latin typeface="Courier New"/>
                <a:cs typeface="Courier New"/>
              </a:rPr>
              <a:t>&lt;name&gt;</a:t>
            </a:r>
            <a:r>
              <a:rPr sz="1200" i="1" spc="-5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...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CLUSTER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BY</a:t>
            </a:r>
            <a:r>
              <a:rPr sz="1200" spc="-2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i="1" dirty="0">
                <a:solidFill>
                  <a:srgbClr val="009999"/>
                </a:solidFill>
                <a:latin typeface="Courier New"/>
                <a:cs typeface="Courier New"/>
              </a:rPr>
              <a:t>&lt;column1&gt; </a:t>
            </a:r>
            <a:r>
              <a:rPr sz="1200" dirty="0">
                <a:latin typeface="Courier New"/>
                <a:cs typeface="Courier New"/>
              </a:rPr>
              <a:t>[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,</a:t>
            </a:r>
            <a:r>
              <a:rPr sz="1200" spc="-30" dirty="0">
                <a:latin typeface="Courier New"/>
                <a:cs typeface="Courier New"/>
              </a:rPr>
              <a:t> </a:t>
            </a:r>
            <a:r>
              <a:rPr sz="1200" i="1" dirty="0">
                <a:solidFill>
                  <a:srgbClr val="009999"/>
                </a:solidFill>
                <a:latin typeface="Courier New"/>
                <a:cs typeface="Courier New"/>
              </a:rPr>
              <a:t>&lt;column2&gt; </a:t>
            </a:r>
            <a:r>
              <a:rPr sz="1200" dirty="0">
                <a:latin typeface="Courier New"/>
                <a:cs typeface="Courier New"/>
              </a:rPr>
              <a:t>...</a:t>
            </a:r>
            <a:r>
              <a:rPr sz="1200" spc="-2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]</a:t>
            </a:r>
            <a:r>
              <a:rPr sz="1200" spc="-35" dirty="0">
                <a:latin typeface="Courier New"/>
                <a:cs typeface="Courier New"/>
              </a:rPr>
              <a:t> </a:t>
            </a:r>
            <a:r>
              <a:rPr sz="1200" spc="-50" dirty="0"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1872" y="3105911"/>
            <a:ext cx="7315200" cy="74866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1149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5"/>
              </a:spcBef>
            </a:pPr>
            <a:endParaRPr sz="1200">
              <a:latin typeface="Times New Roman"/>
              <a:cs typeface="Times New Roman"/>
            </a:endParaRPr>
          </a:p>
          <a:p>
            <a:pPr marL="645160">
              <a:lnSpc>
                <a:spcPct val="100000"/>
              </a:lnSpc>
            </a:pPr>
            <a:r>
              <a:rPr sz="1200" dirty="0">
                <a:latin typeface="Courier New"/>
                <a:cs typeface="Courier New"/>
              </a:rPr>
              <a:t>ALTER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5" dirty="0">
                <a:latin typeface="Courier New"/>
                <a:cs typeface="Courier New"/>
              </a:rPr>
              <a:t> </a:t>
            </a:r>
            <a:r>
              <a:rPr sz="1200" i="1" dirty="0">
                <a:solidFill>
                  <a:srgbClr val="009999"/>
                </a:solidFill>
                <a:latin typeface="Courier New"/>
                <a:cs typeface="Courier New"/>
              </a:rPr>
              <a:t>&lt;name&gt;</a:t>
            </a:r>
            <a:r>
              <a:rPr sz="1200" i="1" spc="-10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CLUSTER</a:t>
            </a:r>
            <a:r>
              <a:rPr sz="1200" spc="-1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BY</a:t>
            </a:r>
            <a:r>
              <a:rPr sz="1200" spc="-3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</a:t>
            </a:r>
            <a:r>
              <a:rPr sz="1200" spc="-30" dirty="0">
                <a:latin typeface="Courier New"/>
                <a:cs typeface="Courier New"/>
              </a:rPr>
              <a:t> </a:t>
            </a:r>
            <a:r>
              <a:rPr sz="1200" i="1" dirty="0">
                <a:solidFill>
                  <a:srgbClr val="009999"/>
                </a:solidFill>
                <a:latin typeface="Courier New"/>
                <a:cs typeface="Courier New"/>
              </a:rPr>
              <a:t>&lt;expr1&gt;</a:t>
            </a:r>
            <a:r>
              <a:rPr sz="1200" i="1" spc="5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[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,</a:t>
            </a:r>
            <a:r>
              <a:rPr sz="1200" spc="-30" dirty="0">
                <a:latin typeface="Courier New"/>
                <a:cs typeface="Courier New"/>
              </a:rPr>
              <a:t> </a:t>
            </a:r>
            <a:r>
              <a:rPr sz="1200" i="1" dirty="0">
                <a:solidFill>
                  <a:srgbClr val="009999"/>
                </a:solidFill>
                <a:latin typeface="Courier New"/>
                <a:cs typeface="Courier New"/>
              </a:rPr>
              <a:t>&lt;expr2&gt; </a:t>
            </a:r>
            <a:r>
              <a:rPr sz="1200" dirty="0">
                <a:latin typeface="Courier New"/>
                <a:cs typeface="Courier New"/>
              </a:rPr>
              <a:t>...</a:t>
            </a:r>
            <a:r>
              <a:rPr sz="1200" spc="-3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]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spc="-50" dirty="0"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1872" y="2203704"/>
            <a:ext cx="7315200" cy="74993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1155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10"/>
              </a:spcBef>
            </a:pPr>
            <a:endParaRPr sz="1200">
              <a:latin typeface="Times New Roman"/>
              <a:cs typeface="Times New Roman"/>
            </a:endParaRPr>
          </a:p>
          <a:p>
            <a:pPr marL="645160">
              <a:lnSpc>
                <a:spcPct val="100000"/>
              </a:lnSpc>
            </a:pPr>
            <a:r>
              <a:rPr sz="1200" dirty="0">
                <a:latin typeface="Courier New"/>
                <a:cs typeface="Courier New"/>
              </a:rPr>
              <a:t>CREATE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30" dirty="0">
                <a:latin typeface="Courier New"/>
                <a:cs typeface="Courier New"/>
              </a:rPr>
              <a:t> </a:t>
            </a:r>
            <a:r>
              <a:rPr sz="1200" i="1" dirty="0">
                <a:solidFill>
                  <a:srgbClr val="009999"/>
                </a:solidFill>
                <a:latin typeface="Courier New"/>
                <a:cs typeface="Courier New"/>
              </a:rPr>
              <a:t>&lt;name&gt;</a:t>
            </a:r>
            <a:r>
              <a:rPr sz="1200" i="1" spc="-15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...</a:t>
            </a:r>
            <a:r>
              <a:rPr sz="1200" spc="-3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CLUSTER</a:t>
            </a:r>
            <a:r>
              <a:rPr sz="1200" spc="-2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BY</a:t>
            </a:r>
            <a:r>
              <a:rPr sz="1200" spc="-3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(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i="1" dirty="0">
                <a:solidFill>
                  <a:srgbClr val="009999"/>
                </a:solidFill>
                <a:latin typeface="Courier New"/>
                <a:cs typeface="Courier New"/>
              </a:rPr>
              <a:t>&lt;expression&gt;</a:t>
            </a:r>
            <a:r>
              <a:rPr sz="1200" i="1" spc="-5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200" spc="-50" dirty="0">
                <a:latin typeface="Courier New"/>
                <a:cs typeface="Courier New"/>
              </a:rPr>
              <a:t>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1872" y="4006596"/>
            <a:ext cx="7315200" cy="74866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1155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10"/>
              </a:spcBef>
            </a:pPr>
            <a:endParaRPr sz="1200">
              <a:latin typeface="Times New Roman"/>
              <a:cs typeface="Times New Roman"/>
            </a:endParaRPr>
          </a:p>
          <a:p>
            <a:pPr marL="645160">
              <a:lnSpc>
                <a:spcPct val="100000"/>
              </a:lnSpc>
            </a:pPr>
            <a:r>
              <a:rPr sz="1200" dirty="0">
                <a:latin typeface="Courier New"/>
                <a:cs typeface="Courier New"/>
              </a:rPr>
              <a:t>ALTER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TABLE</a:t>
            </a:r>
            <a:r>
              <a:rPr sz="1200" spc="-35" dirty="0">
                <a:latin typeface="Courier New"/>
                <a:cs typeface="Courier New"/>
              </a:rPr>
              <a:t> </a:t>
            </a:r>
            <a:r>
              <a:rPr sz="1200" i="1" dirty="0">
                <a:solidFill>
                  <a:srgbClr val="009999"/>
                </a:solidFill>
                <a:latin typeface="Courier New"/>
                <a:cs typeface="Courier New"/>
              </a:rPr>
              <a:t>&lt;name&gt;</a:t>
            </a:r>
            <a:r>
              <a:rPr sz="1200" i="1" spc="-30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DROP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CLUSTERING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KEY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0"/>
            <a:ext cx="1905" cy="495300"/>
          </a:xfrm>
          <a:custGeom>
            <a:avLst/>
            <a:gdLst/>
            <a:ahLst/>
            <a:cxnLst/>
            <a:rect l="l" t="t" r="r" b="b"/>
            <a:pathLst>
              <a:path w="1905" h="495300">
                <a:moveTo>
                  <a:pt x="0" y="495300"/>
                </a:moveTo>
                <a:lnTo>
                  <a:pt x="1524" y="495300"/>
                </a:lnTo>
                <a:lnTo>
                  <a:pt x="1524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18185">
              <a:lnSpc>
                <a:spcPct val="100000"/>
              </a:lnSpc>
              <a:spcBef>
                <a:spcPts val="105"/>
              </a:spcBef>
            </a:pPr>
            <a:r>
              <a:rPr dirty="0"/>
              <a:t>Clustering</a:t>
            </a:r>
            <a:r>
              <a:rPr spc="-35" dirty="0"/>
              <a:t> </a:t>
            </a:r>
            <a:r>
              <a:rPr dirty="0"/>
              <a:t>in</a:t>
            </a:r>
            <a:r>
              <a:rPr spc="-50" dirty="0"/>
              <a:t> </a:t>
            </a:r>
            <a:r>
              <a:rPr spc="-10" dirty="0"/>
              <a:t>Snowflake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9090" marR="1106805" indent="-287020">
              <a:lnSpc>
                <a:spcPct val="15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339090" algn="l"/>
              </a:tabLst>
            </a:pPr>
            <a:r>
              <a:rPr spc="-45" dirty="0"/>
              <a:t>Columns</a:t>
            </a:r>
            <a:r>
              <a:rPr spc="-85" dirty="0"/>
              <a:t> </a:t>
            </a:r>
            <a:r>
              <a:rPr spc="-55" dirty="0"/>
              <a:t>that</a:t>
            </a:r>
            <a:r>
              <a:rPr spc="-85" dirty="0"/>
              <a:t> </a:t>
            </a:r>
            <a:r>
              <a:rPr spc="-75" dirty="0"/>
              <a:t>are </a:t>
            </a:r>
            <a:r>
              <a:rPr spc="-40" dirty="0"/>
              <a:t>used</a:t>
            </a:r>
            <a:r>
              <a:rPr spc="-95" dirty="0"/>
              <a:t> </a:t>
            </a:r>
            <a:r>
              <a:rPr spc="-20" dirty="0"/>
              <a:t>most</a:t>
            </a:r>
            <a:r>
              <a:rPr spc="-55" dirty="0"/>
              <a:t> </a:t>
            </a:r>
            <a:r>
              <a:rPr spc="-60" dirty="0"/>
              <a:t>frequently</a:t>
            </a:r>
            <a:r>
              <a:rPr spc="-105" dirty="0"/>
              <a:t> </a:t>
            </a:r>
            <a:r>
              <a:rPr spc="-55" dirty="0"/>
              <a:t>in</a:t>
            </a:r>
            <a:r>
              <a:rPr spc="-70" dirty="0"/>
              <a:t> </a:t>
            </a:r>
            <a:r>
              <a:rPr dirty="0"/>
              <a:t>WHERE-</a:t>
            </a:r>
            <a:r>
              <a:rPr spc="-10" dirty="0"/>
              <a:t>clauses </a:t>
            </a:r>
            <a:r>
              <a:rPr spc="-65" dirty="0"/>
              <a:t>(often</a:t>
            </a:r>
            <a:r>
              <a:rPr spc="-95" dirty="0"/>
              <a:t> </a:t>
            </a:r>
            <a:r>
              <a:rPr spc="-60" dirty="0"/>
              <a:t>date</a:t>
            </a:r>
            <a:r>
              <a:rPr spc="-95" dirty="0"/>
              <a:t> </a:t>
            </a:r>
            <a:r>
              <a:rPr spc="-45" dirty="0"/>
              <a:t>columns</a:t>
            </a:r>
            <a:r>
              <a:rPr spc="-75" dirty="0"/>
              <a:t> </a:t>
            </a:r>
            <a:r>
              <a:rPr spc="-50" dirty="0"/>
              <a:t>for</a:t>
            </a:r>
            <a:r>
              <a:rPr spc="-80" dirty="0"/>
              <a:t> </a:t>
            </a:r>
            <a:r>
              <a:rPr spc="-70" dirty="0"/>
              <a:t>event</a:t>
            </a:r>
            <a:r>
              <a:rPr spc="-75" dirty="0"/>
              <a:t> </a:t>
            </a:r>
            <a:r>
              <a:rPr spc="-10" dirty="0"/>
              <a:t>tables)</a:t>
            </a:r>
          </a:p>
          <a:p>
            <a:pPr marL="339090" marR="5080" indent="-287020">
              <a:lnSpc>
                <a:spcPct val="150100"/>
              </a:lnSpc>
              <a:spcBef>
                <a:spcPts val="905"/>
              </a:spcBef>
              <a:buClr>
                <a:srgbClr val="99D3FF"/>
              </a:buClr>
              <a:buFont typeface="Wingdings"/>
              <a:buChar char=""/>
              <a:tabLst>
                <a:tab pos="339090" algn="l"/>
              </a:tabLst>
            </a:pPr>
            <a:r>
              <a:rPr spc="-10" dirty="0"/>
              <a:t>If</a:t>
            </a:r>
            <a:r>
              <a:rPr spc="-80" dirty="0"/>
              <a:t> </a:t>
            </a:r>
            <a:r>
              <a:rPr spc="-55" dirty="0"/>
              <a:t>you</a:t>
            </a:r>
            <a:r>
              <a:rPr spc="-95" dirty="0"/>
              <a:t> </a:t>
            </a:r>
            <a:r>
              <a:rPr spc="-60" dirty="0"/>
              <a:t>typically</a:t>
            </a:r>
            <a:r>
              <a:rPr spc="-114" dirty="0"/>
              <a:t> </a:t>
            </a:r>
            <a:r>
              <a:rPr spc="-35" dirty="0"/>
              <a:t>use</a:t>
            </a:r>
            <a:r>
              <a:rPr spc="-90" dirty="0"/>
              <a:t> </a:t>
            </a:r>
            <a:r>
              <a:rPr spc="-45" dirty="0"/>
              <a:t>filters</a:t>
            </a:r>
            <a:r>
              <a:rPr spc="-110" dirty="0"/>
              <a:t> </a:t>
            </a:r>
            <a:r>
              <a:rPr spc="-55" dirty="0"/>
              <a:t>on</a:t>
            </a:r>
            <a:r>
              <a:rPr spc="-80" dirty="0"/>
              <a:t> </a:t>
            </a:r>
            <a:r>
              <a:rPr spc="-45" dirty="0"/>
              <a:t>two</a:t>
            </a:r>
            <a:r>
              <a:rPr spc="-90" dirty="0"/>
              <a:t> </a:t>
            </a:r>
            <a:r>
              <a:rPr spc="-40" dirty="0"/>
              <a:t>columns</a:t>
            </a:r>
            <a:r>
              <a:rPr spc="-95" dirty="0"/>
              <a:t> </a:t>
            </a:r>
            <a:r>
              <a:rPr spc="-65" dirty="0"/>
              <a:t>then</a:t>
            </a:r>
            <a:r>
              <a:rPr spc="-95" dirty="0"/>
              <a:t> </a:t>
            </a:r>
            <a:r>
              <a:rPr spc="-70" dirty="0"/>
              <a:t>the</a:t>
            </a:r>
            <a:r>
              <a:rPr spc="-90" dirty="0"/>
              <a:t> </a:t>
            </a:r>
            <a:r>
              <a:rPr spc="-60" dirty="0"/>
              <a:t>table</a:t>
            </a:r>
            <a:r>
              <a:rPr spc="-114" dirty="0"/>
              <a:t> </a:t>
            </a:r>
            <a:r>
              <a:rPr spc="-70" dirty="0"/>
              <a:t>can</a:t>
            </a:r>
            <a:r>
              <a:rPr spc="-80" dirty="0"/>
              <a:t> </a:t>
            </a:r>
            <a:r>
              <a:rPr spc="-20" dirty="0"/>
              <a:t>also</a:t>
            </a:r>
            <a:r>
              <a:rPr spc="-100" dirty="0"/>
              <a:t> </a:t>
            </a:r>
            <a:r>
              <a:rPr spc="-20" dirty="0"/>
              <a:t>benefit </a:t>
            </a:r>
            <a:r>
              <a:rPr spc="-50" dirty="0"/>
              <a:t>from</a:t>
            </a:r>
            <a:r>
              <a:rPr spc="-85" dirty="0"/>
              <a:t> </a:t>
            </a:r>
            <a:r>
              <a:rPr spc="-45" dirty="0"/>
              <a:t>two</a:t>
            </a:r>
            <a:r>
              <a:rPr spc="-85" dirty="0"/>
              <a:t> </a:t>
            </a:r>
            <a:r>
              <a:rPr spc="-55" dirty="0"/>
              <a:t>cluster</a:t>
            </a:r>
            <a:r>
              <a:rPr spc="-90" dirty="0"/>
              <a:t> </a:t>
            </a:r>
            <a:r>
              <a:rPr spc="-20" dirty="0"/>
              <a:t>keys</a:t>
            </a:r>
          </a:p>
          <a:p>
            <a:pPr>
              <a:lnSpc>
                <a:spcPct val="100000"/>
              </a:lnSpc>
              <a:spcBef>
                <a:spcPts val="305"/>
              </a:spcBef>
              <a:buClr>
                <a:srgbClr val="99D3FF"/>
              </a:buClr>
              <a:buFont typeface="Wingdings"/>
              <a:buChar char=""/>
            </a:pPr>
            <a:endParaRPr spc="-20" dirty="0"/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pc="-60" dirty="0"/>
              <a:t>Column</a:t>
            </a:r>
            <a:r>
              <a:rPr spc="-105" dirty="0"/>
              <a:t> </a:t>
            </a:r>
            <a:r>
              <a:rPr spc="-55" dirty="0"/>
              <a:t>that</a:t>
            </a:r>
            <a:r>
              <a:rPr spc="-85" dirty="0"/>
              <a:t> </a:t>
            </a:r>
            <a:r>
              <a:rPr dirty="0"/>
              <a:t>is</a:t>
            </a:r>
            <a:r>
              <a:rPr spc="-85" dirty="0"/>
              <a:t> </a:t>
            </a:r>
            <a:r>
              <a:rPr spc="-65" dirty="0"/>
              <a:t>frequently</a:t>
            </a:r>
            <a:r>
              <a:rPr spc="-85" dirty="0"/>
              <a:t> </a:t>
            </a:r>
            <a:r>
              <a:rPr spc="-35" dirty="0"/>
              <a:t>used</a:t>
            </a:r>
            <a:r>
              <a:rPr spc="-125" dirty="0"/>
              <a:t> </a:t>
            </a:r>
            <a:r>
              <a:rPr spc="-55" dirty="0"/>
              <a:t>in</a:t>
            </a:r>
            <a:r>
              <a:rPr spc="-80" dirty="0"/>
              <a:t> </a:t>
            </a:r>
            <a:r>
              <a:rPr spc="-20" dirty="0"/>
              <a:t>Joins</a:t>
            </a:r>
          </a:p>
          <a:p>
            <a:pPr>
              <a:lnSpc>
                <a:spcPct val="100000"/>
              </a:lnSpc>
              <a:spcBef>
                <a:spcPts val="1425"/>
              </a:spcBef>
              <a:buClr>
                <a:srgbClr val="99D3FF"/>
              </a:buClr>
              <a:buFont typeface="Wingdings"/>
              <a:buChar char=""/>
            </a:pPr>
            <a:endParaRPr spc="-20" dirty="0"/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pc="-65" dirty="0"/>
              <a:t>Large</a:t>
            </a:r>
            <a:r>
              <a:rPr spc="-80" dirty="0"/>
              <a:t> </a:t>
            </a:r>
            <a:r>
              <a:rPr spc="-50" dirty="0"/>
              <a:t>enough</a:t>
            </a:r>
            <a:r>
              <a:rPr spc="-80" dirty="0"/>
              <a:t> </a:t>
            </a:r>
            <a:r>
              <a:rPr spc="-65" dirty="0"/>
              <a:t>number</a:t>
            </a:r>
            <a:r>
              <a:rPr spc="-85" dirty="0"/>
              <a:t> </a:t>
            </a:r>
            <a:r>
              <a:rPr spc="-35" dirty="0"/>
              <a:t>of</a:t>
            </a:r>
            <a:r>
              <a:rPr spc="-75" dirty="0"/>
              <a:t> </a:t>
            </a:r>
            <a:r>
              <a:rPr spc="-45" dirty="0"/>
              <a:t>distinct</a:t>
            </a:r>
            <a:r>
              <a:rPr spc="-65" dirty="0"/>
              <a:t> </a:t>
            </a:r>
            <a:r>
              <a:rPr spc="-40" dirty="0"/>
              <a:t>values</a:t>
            </a:r>
            <a:r>
              <a:rPr spc="-100" dirty="0"/>
              <a:t> </a:t>
            </a:r>
            <a:r>
              <a:rPr spc="-55" dirty="0"/>
              <a:t>to</a:t>
            </a:r>
            <a:r>
              <a:rPr spc="-70" dirty="0"/>
              <a:t> </a:t>
            </a:r>
            <a:r>
              <a:rPr spc="-65" dirty="0"/>
              <a:t>enable</a:t>
            </a:r>
            <a:r>
              <a:rPr spc="-110" dirty="0"/>
              <a:t> </a:t>
            </a:r>
            <a:r>
              <a:rPr spc="-65" dirty="0"/>
              <a:t>effective</a:t>
            </a:r>
            <a:r>
              <a:rPr spc="-95" dirty="0"/>
              <a:t> </a:t>
            </a:r>
            <a:r>
              <a:rPr spc="-10" dirty="0"/>
              <a:t>grouping</a:t>
            </a:r>
          </a:p>
          <a:p>
            <a:pPr marL="299085">
              <a:lnSpc>
                <a:spcPct val="100000"/>
              </a:lnSpc>
              <a:spcBef>
                <a:spcPts val="840"/>
              </a:spcBef>
            </a:pPr>
            <a:r>
              <a:rPr spc="-25" dirty="0"/>
              <a:t>Small</a:t>
            </a:r>
            <a:r>
              <a:rPr spc="-105" dirty="0"/>
              <a:t> </a:t>
            </a:r>
            <a:r>
              <a:rPr spc="-45" dirty="0"/>
              <a:t>enough</a:t>
            </a:r>
            <a:r>
              <a:rPr spc="-65" dirty="0"/>
              <a:t> number</a:t>
            </a:r>
            <a:r>
              <a:rPr spc="-105" dirty="0"/>
              <a:t> </a:t>
            </a:r>
            <a:r>
              <a:rPr spc="-35" dirty="0"/>
              <a:t>of</a:t>
            </a:r>
            <a:r>
              <a:rPr spc="-60" dirty="0"/>
              <a:t> </a:t>
            </a:r>
            <a:r>
              <a:rPr spc="-50" dirty="0"/>
              <a:t>distinct</a:t>
            </a:r>
            <a:r>
              <a:rPr spc="-80" dirty="0"/>
              <a:t> </a:t>
            </a:r>
            <a:r>
              <a:rPr spc="-40" dirty="0"/>
              <a:t>values</a:t>
            </a:r>
            <a:r>
              <a:rPr spc="-100" dirty="0"/>
              <a:t> </a:t>
            </a:r>
            <a:r>
              <a:rPr spc="-50" dirty="0"/>
              <a:t>to</a:t>
            </a:r>
            <a:r>
              <a:rPr spc="-70" dirty="0"/>
              <a:t> </a:t>
            </a:r>
            <a:r>
              <a:rPr spc="-40" dirty="0"/>
              <a:t>allow</a:t>
            </a:r>
            <a:r>
              <a:rPr spc="-105" dirty="0"/>
              <a:t> </a:t>
            </a:r>
            <a:r>
              <a:rPr spc="-65" dirty="0"/>
              <a:t>effective</a:t>
            </a:r>
            <a:r>
              <a:rPr spc="-95" dirty="0"/>
              <a:t> </a:t>
            </a:r>
            <a:r>
              <a:rPr spc="-10" dirty="0"/>
              <a:t>grouping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45484" y="2339086"/>
            <a:ext cx="1656714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Snowpipe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668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10" dirty="0"/>
              <a:t>Snowpipe?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36394" y="1692253"/>
            <a:ext cx="5567680" cy="167132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175"/>
              </a:spcBef>
              <a:buClr>
                <a:srgbClr val="99D3FF"/>
              </a:buClr>
              <a:buFont typeface="Wingdings"/>
              <a:buChar char=""/>
              <a:tabLst>
                <a:tab pos="298450" algn="l"/>
              </a:tabLst>
            </a:pPr>
            <a:r>
              <a:rPr sz="1800" b="1" spc="-60" dirty="0">
                <a:solidFill>
                  <a:srgbClr val="D9D9D9"/>
                </a:solidFill>
                <a:latin typeface="Trebuchet MS"/>
                <a:cs typeface="Trebuchet MS"/>
              </a:rPr>
              <a:t>Enables</a:t>
            </a:r>
            <a:r>
              <a:rPr sz="18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D9D9D9"/>
                </a:solidFill>
                <a:latin typeface="Trebuchet MS"/>
                <a:cs typeface="Trebuchet MS"/>
              </a:rPr>
              <a:t>loading</a:t>
            </a:r>
            <a:r>
              <a:rPr sz="18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once</a:t>
            </a:r>
            <a:r>
              <a:rPr sz="18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55" dirty="0">
                <a:solidFill>
                  <a:srgbClr val="D9D9D9"/>
                </a:solidFill>
                <a:latin typeface="Trebuchet MS"/>
                <a:cs typeface="Trebuchet MS"/>
              </a:rPr>
              <a:t>a</a:t>
            </a:r>
            <a:r>
              <a:rPr sz="18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75" dirty="0">
                <a:solidFill>
                  <a:srgbClr val="D9D9D9"/>
                </a:solidFill>
                <a:latin typeface="Trebuchet MS"/>
                <a:cs typeface="Trebuchet MS"/>
              </a:rPr>
              <a:t>file</a:t>
            </a:r>
            <a:r>
              <a:rPr sz="1800" b="1" spc="-1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65" dirty="0">
                <a:solidFill>
                  <a:srgbClr val="D9D9D9"/>
                </a:solidFill>
                <a:latin typeface="Trebuchet MS"/>
                <a:cs typeface="Trebuchet MS"/>
              </a:rPr>
              <a:t>appears</a:t>
            </a:r>
            <a:r>
              <a:rPr sz="18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80" dirty="0">
                <a:solidFill>
                  <a:srgbClr val="D9D9D9"/>
                </a:solidFill>
                <a:latin typeface="Trebuchet MS"/>
                <a:cs typeface="Trebuchet MS"/>
              </a:rPr>
              <a:t>in</a:t>
            </a:r>
            <a:r>
              <a:rPr sz="18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D9D9D9"/>
                </a:solidFill>
                <a:latin typeface="Trebuchet MS"/>
                <a:cs typeface="Trebuchet MS"/>
              </a:rPr>
              <a:t>a</a:t>
            </a:r>
            <a:r>
              <a:rPr sz="18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D9D9D9"/>
                </a:solidFill>
                <a:latin typeface="Trebuchet MS"/>
                <a:cs typeface="Trebuchet MS"/>
              </a:rPr>
              <a:t>bucket</a:t>
            </a:r>
            <a:endParaRPr sz="18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800" b="1" spc="-10" dirty="0">
                <a:solidFill>
                  <a:srgbClr val="D9D9D9"/>
                </a:solidFill>
                <a:latin typeface="Trebuchet MS"/>
                <a:cs typeface="Trebuchet MS"/>
              </a:rPr>
              <a:t>If</a:t>
            </a:r>
            <a:r>
              <a:rPr sz="18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60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r>
              <a:rPr sz="18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75" dirty="0">
                <a:solidFill>
                  <a:srgbClr val="D9D9D9"/>
                </a:solidFill>
                <a:latin typeface="Trebuchet MS"/>
                <a:cs typeface="Trebuchet MS"/>
              </a:rPr>
              <a:t>needs</a:t>
            </a:r>
            <a:r>
              <a:rPr sz="18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70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05" dirty="0">
                <a:solidFill>
                  <a:srgbClr val="D9D9D9"/>
                </a:solidFill>
                <a:latin typeface="Trebuchet MS"/>
                <a:cs typeface="Trebuchet MS"/>
              </a:rPr>
              <a:t>be</a:t>
            </a:r>
            <a:r>
              <a:rPr sz="1800" b="1" spc="-1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70" dirty="0">
                <a:solidFill>
                  <a:srgbClr val="D9D9D9"/>
                </a:solidFill>
                <a:latin typeface="Trebuchet MS"/>
                <a:cs typeface="Trebuchet MS"/>
              </a:rPr>
              <a:t>available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80" dirty="0">
                <a:solidFill>
                  <a:srgbClr val="D9D9D9"/>
                </a:solidFill>
                <a:latin typeface="Trebuchet MS"/>
                <a:cs typeface="Trebuchet MS"/>
              </a:rPr>
              <a:t>immediately</a:t>
            </a:r>
            <a:r>
              <a:rPr sz="18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75" dirty="0">
                <a:solidFill>
                  <a:srgbClr val="D9D9D9"/>
                </a:solidFill>
                <a:latin typeface="Trebuchet MS"/>
                <a:cs typeface="Trebuchet MS"/>
              </a:rPr>
              <a:t>for</a:t>
            </a:r>
            <a:r>
              <a:rPr sz="18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D9D9D9"/>
                </a:solidFill>
                <a:latin typeface="Trebuchet MS"/>
                <a:cs typeface="Trebuchet MS"/>
              </a:rPr>
              <a:t>analysis</a:t>
            </a:r>
            <a:endParaRPr sz="1800">
              <a:latin typeface="Trebuchet MS"/>
              <a:cs typeface="Trebuchet MS"/>
            </a:endParaRPr>
          </a:p>
          <a:p>
            <a:pPr marL="297815" marR="786765" indent="-285750">
              <a:lnSpc>
                <a:spcPct val="15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800" b="1" spc="-65" dirty="0">
                <a:solidFill>
                  <a:srgbClr val="D9D9D9"/>
                </a:solidFill>
                <a:latin typeface="Trebuchet MS"/>
                <a:cs typeface="Trebuchet MS"/>
              </a:rPr>
              <a:t>Snowpipe</a:t>
            </a:r>
            <a:r>
              <a:rPr sz="1800" b="1" spc="-1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25" dirty="0">
                <a:solidFill>
                  <a:srgbClr val="D9D9D9"/>
                </a:solidFill>
                <a:latin typeface="Trebuchet MS"/>
                <a:cs typeface="Trebuchet MS"/>
              </a:rPr>
              <a:t>uses</a:t>
            </a:r>
            <a:r>
              <a:rPr sz="18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55" dirty="0">
                <a:solidFill>
                  <a:srgbClr val="D9D9D9"/>
                </a:solidFill>
                <a:latin typeface="Trebuchet MS"/>
                <a:cs typeface="Trebuchet MS"/>
              </a:rPr>
              <a:t>serverless</a:t>
            </a:r>
            <a:r>
              <a:rPr sz="18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65" dirty="0">
                <a:solidFill>
                  <a:srgbClr val="D9D9D9"/>
                </a:solidFill>
                <a:latin typeface="Trebuchet MS"/>
                <a:cs typeface="Trebuchet MS"/>
              </a:rPr>
              <a:t>features</a:t>
            </a:r>
            <a:r>
              <a:rPr sz="18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60" dirty="0">
                <a:solidFill>
                  <a:srgbClr val="D9D9D9"/>
                </a:solidFill>
                <a:latin typeface="Trebuchet MS"/>
                <a:cs typeface="Trebuchet MS"/>
              </a:rPr>
              <a:t>instead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25" dirty="0">
                <a:solidFill>
                  <a:srgbClr val="D9D9D9"/>
                </a:solidFill>
                <a:latin typeface="Trebuchet MS"/>
                <a:cs typeface="Trebuchet MS"/>
              </a:rPr>
              <a:t>of 	</a:t>
            </a:r>
            <a:r>
              <a:rPr sz="1800" b="1" spc="-10" dirty="0">
                <a:solidFill>
                  <a:srgbClr val="D9D9D9"/>
                </a:solidFill>
                <a:latin typeface="Trebuchet MS"/>
                <a:cs typeface="Trebuchet MS"/>
              </a:rPr>
              <a:t>warehouses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70598" y="1641322"/>
            <a:ext cx="5965825" cy="1889760"/>
            <a:chOff x="1470598" y="1641322"/>
            <a:chExt cx="5965825" cy="18897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02179" y="2682240"/>
              <a:ext cx="1434083" cy="29718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249423" y="2715768"/>
              <a:ext cx="1343025" cy="193675"/>
            </a:xfrm>
            <a:custGeom>
              <a:avLst/>
              <a:gdLst/>
              <a:ahLst/>
              <a:cxnLst/>
              <a:rect l="l" t="t" r="r" b="b"/>
              <a:pathLst>
                <a:path w="1343025" h="193675">
                  <a:moveTo>
                    <a:pt x="1245870" y="0"/>
                  </a:moveTo>
                  <a:lnTo>
                    <a:pt x="1245870" y="48387"/>
                  </a:lnTo>
                  <a:lnTo>
                    <a:pt x="0" y="48387"/>
                  </a:lnTo>
                  <a:lnTo>
                    <a:pt x="0" y="145161"/>
                  </a:lnTo>
                  <a:lnTo>
                    <a:pt x="1245870" y="145161"/>
                  </a:lnTo>
                  <a:lnTo>
                    <a:pt x="1245870" y="193548"/>
                  </a:lnTo>
                  <a:lnTo>
                    <a:pt x="1342643" y="96774"/>
                  </a:lnTo>
                  <a:lnTo>
                    <a:pt x="124587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49423" y="2715768"/>
              <a:ext cx="1343025" cy="193675"/>
            </a:xfrm>
            <a:custGeom>
              <a:avLst/>
              <a:gdLst/>
              <a:ahLst/>
              <a:cxnLst/>
              <a:rect l="l" t="t" r="r" b="b"/>
              <a:pathLst>
                <a:path w="1343025" h="193675">
                  <a:moveTo>
                    <a:pt x="0" y="48387"/>
                  </a:moveTo>
                  <a:lnTo>
                    <a:pt x="1245870" y="48387"/>
                  </a:lnTo>
                  <a:lnTo>
                    <a:pt x="1245870" y="0"/>
                  </a:lnTo>
                  <a:lnTo>
                    <a:pt x="1342643" y="96774"/>
                  </a:lnTo>
                  <a:lnTo>
                    <a:pt x="1245870" y="193548"/>
                  </a:lnTo>
                  <a:lnTo>
                    <a:pt x="1245870" y="145161"/>
                  </a:lnTo>
                  <a:lnTo>
                    <a:pt x="0" y="145161"/>
                  </a:lnTo>
                  <a:lnTo>
                    <a:pt x="0" y="48387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14490" y="2215426"/>
              <a:ext cx="922019" cy="1250950"/>
            </a:xfrm>
            <a:custGeom>
              <a:avLst/>
              <a:gdLst/>
              <a:ahLst/>
              <a:cxnLst/>
              <a:rect l="l" t="t" r="r" b="b"/>
              <a:pathLst>
                <a:path w="922020" h="1250950">
                  <a:moveTo>
                    <a:pt x="921512" y="855675"/>
                  </a:moveTo>
                  <a:lnTo>
                    <a:pt x="901915" y="893584"/>
                  </a:lnTo>
                  <a:lnTo>
                    <a:pt x="847013" y="927227"/>
                  </a:lnTo>
                  <a:lnTo>
                    <a:pt x="822782" y="936396"/>
                  </a:lnTo>
                  <a:lnTo>
                    <a:pt x="822782" y="1086053"/>
                  </a:lnTo>
                  <a:lnTo>
                    <a:pt x="820407" y="1099527"/>
                  </a:lnTo>
                  <a:lnTo>
                    <a:pt x="813727" y="1109916"/>
                  </a:lnTo>
                  <a:lnTo>
                    <a:pt x="803338" y="1116609"/>
                  </a:lnTo>
                  <a:lnTo>
                    <a:pt x="789863" y="1118971"/>
                  </a:lnTo>
                  <a:lnTo>
                    <a:pt x="776389" y="1116609"/>
                  </a:lnTo>
                  <a:lnTo>
                    <a:pt x="766013" y="1109916"/>
                  </a:lnTo>
                  <a:lnTo>
                    <a:pt x="759320" y="1099527"/>
                  </a:lnTo>
                  <a:lnTo>
                    <a:pt x="756958" y="1086053"/>
                  </a:lnTo>
                  <a:lnTo>
                    <a:pt x="759320" y="1072591"/>
                  </a:lnTo>
                  <a:lnTo>
                    <a:pt x="766013" y="1062202"/>
                  </a:lnTo>
                  <a:lnTo>
                    <a:pt x="776389" y="1055509"/>
                  </a:lnTo>
                  <a:lnTo>
                    <a:pt x="789863" y="1053147"/>
                  </a:lnTo>
                  <a:lnTo>
                    <a:pt x="803338" y="1055509"/>
                  </a:lnTo>
                  <a:lnTo>
                    <a:pt x="813727" y="1062202"/>
                  </a:lnTo>
                  <a:lnTo>
                    <a:pt x="820407" y="1072591"/>
                  </a:lnTo>
                  <a:lnTo>
                    <a:pt x="822782" y="1086053"/>
                  </a:lnTo>
                  <a:lnTo>
                    <a:pt x="822782" y="936396"/>
                  </a:lnTo>
                  <a:lnTo>
                    <a:pt x="762622" y="954925"/>
                  </a:lnTo>
                  <a:lnTo>
                    <a:pt x="711174" y="966038"/>
                  </a:lnTo>
                  <a:lnTo>
                    <a:pt x="654545" y="975042"/>
                  </a:lnTo>
                  <a:lnTo>
                    <a:pt x="593445" y="981722"/>
                  </a:lnTo>
                  <a:lnTo>
                    <a:pt x="528599" y="985888"/>
                  </a:lnTo>
                  <a:lnTo>
                    <a:pt x="460756" y="987323"/>
                  </a:lnTo>
                  <a:lnTo>
                    <a:pt x="392899" y="985888"/>
                  </a:lnTo>
                  <a:lnTo>
                    <a:pt x="328066" y="981722"/>
                  </a:lnTo>
                  <a:lnTo>
                    <a:pt x="266966" y="975042"/>
                  </a:lnTo>
                  <a:lnTo>
                    <a:pt x="210337" y="966038"/>
                  </a:lnTo>
                  <a:lnTo>
                    <a:pt x="158889" y="954925"/>
                  </a:lnTo>
                  <a:lnTo>
                    <a:pt x="113372" y="941920"/>
                  </a:lnTo>
                  <a:lnTo>
                    <a:pt x="74498" y="927227"/>
                  </a:lnTo>
                  <a:lnTo>
                    <a:pt x="19583" y="893584"/>
                  </a:lnTo>
                  <a:lnTo>
                    <a:pt x="0" y="855675"/>
                  </a:lnTo>
                  <a:lnTo>
                    <a:pt x="0" y="1118971"/>
                  </a:lnTo>
                  <a:lnTo>
                    <a:pt x="19596" y="1156881"/>
                  </a:lnTo>
                  <a:lnTo>
                    <a:pt x="74498" y="1190523"/>
                  </a:lnTo>
                  <a:lnTo>
                    <a:pt x="113372" y="1205217"/>
                  </a:lnTo>
                  <a:lnTo>
                    <a:pt x="158889" y="1218222"/>
                  </a:lnTo>
                  <a:lnTo>
                    <a:pt x="210337" y="1229334"/>
                  </a:lnTo>
                  <a:lnTo>
                    <a:pt x="266966" y="1238338"/>
                  </a:lnTo>
                  <a:lnTo>
                    <a:pt x="328066" y="1245019"/>
                  </a:lnTo>
                  <a:lnTo>
                    <a:pt x="392899" y="1249184"/>
                  </a:lnTo>
                  <a:lnTo>
                    <a:pt x="460756" y="1250619"/>
                  </a:lnTo>
                  <a:lnTo>
                    <a:pt x="528599" y="1249184"/>
                  </a:lnTo>
                  <a:lnTo>
                    <a:pt x="593445" y="1245019"/>
                  </a:lnTo>
                  <a:lnTo>
                    <a:pt x="654545" y="1238338"/>
                  </a:lnTo>
                  <a:lnTo>
                    <a:pt x="711174" y="1229334"/>
                  </a:lnTo>
                  <a:lnTo>
                    <a:pt x="762622" y="1218222"/>
                  </a:lnTo>
                  <a:lnTo>
                    <a:pt x="808139" y="1205217"/>
                  </a:lnTo>
                  <a:lnTo>
                    <a:pt x="847013" y="1190523"/>
                  </a:lnTo>
                  <a:lnTo>
                    <a:pt x="901915" y="1156881"/>
                  </a:lnTo>
                  <a:lnTo>
                    <a:pt x="921512" y="1118971"/>
                  </a:lnTo>
                  <a:lnTo>
                    <a:pt x="921512" y="1053147"/>
                  </a:lnTo>
                  <a:lnTo>
                    <a:pt x="921512" y="987323"/>
                  </a:lnTo>
                  <a:lnTo>
                    <a:pt x="921512" y="855675"/>
                  </a:lnTo>
                  <a:close/>
                </a:path>
                <a:path w="922020" h="1250950">
                  <a:moveTo>
                    <a:pt x="921512" y="526542"/>
                  </a:moveTo>
                  <a:lnTo>
                    <a:pt x="901915" y="564464"/>
                  </a:lnTo>
                  <a:lnTo>
                    <a:pt x="847013" y="598093"/>
                  </a:lnTo>
                  <a:lnTo>
                    <a:pt x="822782" y="607263"/>
                  </a:lnTo>
                  <a:lnTo>
                    <a:pt x="822782" y="756932"/>
                  </a:lnTo>
                  <a:lnTo>
                    <a:pt x="820407" y="770407"/>
                  </a:lnTo>
                  <a:lnTo>
                    <a:pt x="813727" y="780796"/>
                  </a:lnTo>
                  <a:lnTo>
                    <a:pt x="803338" y="787476"/>
                  </a:lnTo>
                  <a:lnTo>
                    <a:pt x="789863" y="789851"/>
                  </a:lnTo>
                  <a:lnTo>
                    <a:pt x="776389" y="787476"/>
                  </a:lnTo>
                  <a:lnTo>
                    <a:pt x="766013" y="780796"/>
                  </a:lnTo>
                  <a:lnTo>
                    <a:pt x="759320" y="770407"/>
                  </a:lnTo>
                  <a:lnTo>
                    <a:pt x="756958" y="756932"/>
                  </a:lnTo>
                  <a:lnTo>
                    <a:pt x="759320" y="743458"/>
                  </a:lnTo>
                  <a:lnTo>
                    <a:pt x="766013" y="733069"/>
                  </a:lnTo>
                  <a:lnTo>
                    <a:pt x="776389" y="726389"/>
                  </a:lnTo>
                  <a:lnTo>
                    <a:pt x="789863" y="724027"/>
                  </a:lnTo>
                  <a:lnTo>
                    <a:pt x="803338" y="726389"/>
                  </a:lnTo>
                  <a:lnTo>
                    <a:pt x="813727" y="733069"/>
                  </a:lnTo>
                  <a:lnTo>
                    <a:pt x="820407" y="743458"/>
                  </a:lnTo>
                  <a:lnTo>
                    <a:pt x="822782" y="756932"/>
                  </a:lnTo>
                  <a:lnTo>
                    <a:pt x="822782" y="607263"/>
                  </a:lnTo>
                  <a:lnTo>
                    <a:pt x="762622" y="625805"/>
                  </a:lnTo>
                  <a:lnTo>
                    <a:pt x="711174" y="636917"/>
                  </a:lnTo>
                  <a:lnTo>
                    <a:pt x="654545" y="645909"/>
                  </a:lnTo>
                  <a:lnTo>
                    <a:pt x="593445" y="652602"/>
                  </a:lnTo>
                  <a:lnTo>
                    <a:pt x="528599" y="656767"/>
                  </a:lnTo>
                  <a:lnTo>
                    <a:pt x="460756" y="658202"/>
                  </a:lnTo>
                  <a:lnTo>
                    <a:pt x="392899" y="656767"/>
                  </a:lnTo>
                  <a:lnTo>
                    <a:pt x="328066" y="652602"/>
                  </a:lnTo>
                  <a:lnTo>
                    <a:pt x="266966" y="645909"/>
                  </a:lnTo>
                  <a:lnTo>
                    <a:pt x="210337" y="636917"/>
                  </a:lnTo>
                  <a:lnTo>
                    <a:pt x="158889" y="625805"/>
                  </a:lnTo>
                  <a:lnTo>
                    <a:pt x="113372" y="612800"/>
                  </a:lnTo>
                  <a:lnTo>
                    <a:pt x="74498" y="598093"/>
                  </a:lnTo>
                  <a:lnTo>
                    <a:pt x="19583" y="564464"/>
                  </a:lnTo>
                  <a:lnTo>
                    <a:pt x="0" y="526542"/>
                  </a:lnTo>
                  <a:lnTo>
                    <a:pt x="0" y="789851"/>
                  </a:lnTo>
                  <a:lnTo>
                    <a:pt x="19583" y="827760"/>
                  </a:lnTo>
                  <a:lnTo>
                    <a:pt x="74498" y="861402"/>
                  </a:lnTo>
                  <a:lnTo>
                    <a:pt x="113372" y="876096"/>
                  </a:lnTo>
                  <a:lnTo>
                    <a:pt x="158889" y="889101"/>
                  </a:lnTo>
                  <a:lnTo>
                    <a:pt x="210337" y="900214"/>
                  </a:lnTo>
                  <a:lnTo>
                    <a:pt x="266966" y="909218"/>
                  </a:lnTo>
                  <a:lnTo>
                    <a:pt x="328066" y="915898"/>
                  </a:lnTo>
                  <a:lnTo>
                    <a:pt x="392899" y="920064"/>
                  </a:lnTo>
                  <a:lnTo>
                    <a:pt x="460756" y="921499"/>
                  </a:lnTo>
                  <a:lnTo>
                    <a:pt x="528599" y="920064"/>
                  </a:lnTo>
                  <a:lnTo>
                    <a:pt x="593445" y="915898"/>
                  </a:lnTo>
                  <a:lnTo>
                    <a:pt x="654545" y="909218"/>
                  </a:lnTo>
                  <a:lnTo>
                    <a:pt x="711174" y="900214"/>
                  </a:lnTo>
                  <a:lnTo>
                    <a:pt x="762622" y="889101"/>
                  </a:lnTo>
                  <a:lnTo>
                    <a:pt x="808139" y="876096"/>
                  </a:lnTo>
                  <a:lnTo>
                    <a:pt x="847013" y="861402"/>
                  </a:lnTo>
                  <a:lnTo>
                    <a:pt x="901915" y="827760"/>
                  </a:lnTo>
                  <a:lnTo>
                    <a:pt x="921512" y="789851"/>
                  </a:lnTo>
                  <a:lnTo>
                    <a:pt x="921512" y="724027"/>
                  </a:lnTo>
                  <a:lnTo>
                    <a:pt x="921512" y="658202"/>
                  </a:lnTo>
                  <a:lnTo>
                    <a:pt x="921512" y="526542"/>
                  </a:lnTo>
                  <a:close/>
                </a:path>
                <a:path w="922020" h="1250950">
                  <a:moveTo>
                    <a:pt x="921512" y="197421"/>
                  </a:moveTo>
                  <a:lnTo>
                    <a:pt x="901915" y="235331"/>
                  </a:lnTo>
                  <a:lnTo>
                    <a:pt x="847013" y="268973"/>
                  </a:lnTo>
                  <a:lnTo>
                    <a:pt x="822782" y="278142"/>
                  </a:lnTo>
                  <a:lnTo>
                    <a:pt x="822782" y="427812"/>
                  </a:lnTo>
                  <a:lnTo>
                    <a:pt x="820407" y="441286"/>
                  </a:lnTo>
                  <a:lnTo>
                    <a:pt x="813727" y="451675"/>
                  </a:lnTo>
                  <a:lnTo>
                    <a:pt x="803338" y="458355"/>
                  </a:lnTo>
                  <a:lnTo>
                    <a:pt x="789863" y="460717"/>
                  </a:lnTo>
                  <a:lnTo>
                    <a:pt x="776389" y="458355"/>
                  </a:lnTo>
                  <a:lnTo>
                    <a:pt x="766000" y="451675"/>
                  </a:lnTo>
                  <a:lnTo>
                    <a:pt x="759320" y="441286"/>
                  </a:lnTo>
                  <a:lnTo>
                    <a:pt x="756958" y="427812"/>
                  </a:lnTo>
                  <a:lnTo>
                    <a:pt x="759320" y="414337"/>
                  </a:lnTo>
                  <a:lnTo>
                    <a:pt x="766000" y="403948"/>
                  </a:lnTo>
                  <a:lnTo>
                    <a:pt x="776389" y="397268"/>
                  </a:lnTo>
                  <a:lnTo>
                    <a:pt x="789863" y="394893"/>
                  </a:lnTo>
                  <a:lnTo>
                    <a:pt x="803338" y="397268"/>
                  </a:lnTo>
                  <a:lnTo>
                    <a:pt x="813727" y="403948"/>
                  </a:lnTo>
                  <a:lnTo>
                    <a:pt x="820407" y="414337"/>
                  </a:lnTo>
                  <a:lnTo>
                    <a:pt x="822782" y="427812"/>
                  </a:lnTo>
                  <a:lnTo>
                    <a:pt x="822782" y="278142"/>
                  </a:lnTo>
                  <a:lnTo>
                    <a:pt x="762622" y="296684"/>
                  </a:lnTo>
                  <a:lnTo>
                    <a:pt x="711174" y="307784"/>
                  </a:lnTo>
                  <a:lnTo>
                    <a:pt x="654545" y="316788"/>
                  </a:lnTo>
                  <a:lnTo>
                    <a:pt x="593445" y="323481"/>
                  </a:lnTo>
                  <a:lnTo>
                    <a:pt x="528599" y="327634"/>
                  </a:lnTo>
                  <a:lnTo>
                    <a:pt x="460756" y="329069"/>
                  </a:lnTo>
                  <a:lnTo>
                    <a:pt x="392899" y="327634"/>
                  </a:lnTo>
                  <a:lnTo>
                    <a:pt x="328066" y="323481"/>
                  </a:lnTo>
                  <a:lnTo>
                    <a:pt x="266966" y="316788"/>
                  </a:lnTo>
                  <a:lnTo>
                    <a:pt x="210337" y="307784"/>
                  </a:lnTo>
                  <a:lnTo>
                    <a:pt x="158889" y="296684"/>
                  </a:lnTo>
                  <a:lnTo>
                    <a:pt x="113372" y="283679"/>
                  </a:lnTo>
                  <a:lnTo>
                    <a:pt x="74498" y="268973"/>
                  </a:lnTo>
                  <a:lnTo>
                    <a:pt x="19583" y="235331"/>
                  </a:lnTo>
                  <a:lnTo>
                    <a:pt x="0" y="197421"/>
                  </a:lnTo>
                  <a:lnTo>
                    <a:pt x="0" y="460717"/>
                  </a:lnTo>
                  <a:lnTo>
                    <a:pt x="19583" y="498640"/>
                  </a:lnTo>
                  <a:lnTo>
                    <a:pt x="74498" y="532269"/>
                  </a:lnTo>
                  <a:lnTo>
                    <a:pt x="113372" y="546976"/>
                  </a:lnTo>
                  <a:lnTo>
                    <a:pt x="158889" y="559981"/>
                  </a:lnTo>
                  <a:lnTo>
                    <a:pt x="210337" y="571093"/>
                  </a:lnTo>
                  <a:lnTo>
                    <a:pt x="266966" y="580085"/>
                  </a:lnTo>
                  <a:lnTo>
                    <a:pt x="328066" y="586778"/>
                  </a:lnTo>
                  <a:lnTo>
                    <a:pt x="392899" y="590943"/>
                  </a:lnTo>
                  <a:lnTo>
                    <a:pt x="460756" y="592378"/>
                  </a:lnTo>
                  <a:lnTo>
                    <a:pt x="528599" y="590943"/>
                  </a:lnTo>
                  <a:lnTo>
                    <a:pt x="593445" y="586778"/>
                  </a:lnTo>
                  <a:lnTo>
                    <a:pt x="654545" y="580085"/>
                  </a:lnTo>
                  <a:lnTo>
                    <a:pt x="711174" y="571093"/>
                  </a:lnTo>
                  <a:lnTo>
                    <a:pt x="762622" y="559981"/>
                  </a:lnTo>
                  <a:lnTo>
                    <a:pt x="808139" y="546976"/>
                  </a:lnTo>
                  <a:lnTo>
                    <a:pt x="847013" y="532269"/>
                  </a:lnTo>
                  <a:lnTo>
                    <a:pt x="901915" y="498640"/>
                  </a:lnTo>
                  <a:lnTo>
                    <a:pt x="921512" y="460717"/>
                  </a:lnTo>
                  <a:lnTo>
                    <a:pt x="921512" y="394893"/>
                  </a:lnTo>
                  <a:lnTo>
                    <a:pt x="921512" y="329069"/>
                  </a:lnTo>
                  <a:lnTo>
                    <a:pt x="921512" y="197421"/>
                  </a:lnTo>
                  <a:close/>
                </a:path>
                <a:path w="922020" h="1250950">
                  <a:moveTo>
                    <a:pt x="921512" y="131597"/>
                  </a:moveTo>
                  <a:lnTo>
                    <a:pt x="902004" y="93586"/>
                  </a:lnTo>
                  <a:lnTo>
                    <a:pt x="847280" y="59931"/>
                  </a:lnTo>
                  <a:lnTo>
                    <a:pt x="808494" y="45250"/>
                  </a:lnTo>
                  <a:lnTo>
                    <a:pt x="763041" y="32270"/>
                  </a:lnTo>
                  <a:lnTo>
                    <a:pt x="711644" y="21196"/>
                  </a:lnTo>
                  <a:lnTo>
                    <a:pt x="655002" y="12230"/>
                  </a:lnTo>
                  <a:lnTo>
                    <a:pt x="593826" y="5575"/>
                  </a:lnTo>
                  <a:lnTo>
                    <a:pt x="528840" y="1435"/>
                  </a:lnTo>
                  <a:lnTo>
                    <a:pt x="460756" y="0"/>
                  </a:lnTo>
                  <a:lnTo>
                    <a:pt x="392671" y="1435"/>
                  </a:lnTo>
                  <a:lnTo>
                    <a:pt x="327685" y="5575"/>
                  </a:lnTo>
                  <a:lnTo>
                    <a:pt x="266509" y="12230"/>
                  </a:lnTo>
                  <a:lnTo>
                    <a:pt x="209867" y="21196"/>
                  </a:lnTo>
                  <a:lnTo>
                    <a:pt x="158470" y="32270"/>
                  </a:lnTo>
                  <a:lnTo>
                    <a:pt x="113017" y="45250"/>
                  </a:lnTo>
                  <a:lnTo>
                    <a:pt x="74231" y="59931"/>
                  </a:lnTo>
                  <a:lnTo>
                    <a:pt x="19507" y="93586"/>
                  </a:lnTo>
                  <a:lnTo>
                    <a:pt x="0" y="131597"/>
                  </a:lnTo>
                  <a:lnTo>
                    <a:pt x="4991" y="151053"/>
                  </a:lnTo>
                  <a:lnTo>
                    <a:pt x="42824" y="187096"/>
                  </a:lnTo>
                  <a:lnTo>
                    <a:pt x="113017" y="217970"/>
                  </a:lnTo>
                  <a:lnTo>
                    <a:pt x="158470" y="230962"/>
                  </a:lnTo>
                  <a:lnTo>
                    <a:pt x="209867" y="242036"/>
                  </a:lnTo>
                  <a:lnTo>
                    <a:pt x="266509" y="251015"/>
                  </a:lnTo>
                  <a:lnTo>
                    <a:pt x="327685" y="257670"/>
                  </a:lnTo>
                  <a:lnTo>
                    <a:pt x="392671" y="261823"/>
                  </a:lnTo>
                  <a:lnTo>
                    <a:pt x="460756" y="263245"/>
                  </a:lnTo>
                  <a:lnTo>
                    <a:pt x="528840" y="261823"/>
                  </a:lnTo>
                  <a:lnTo>
                    <a:pt x="593826" y="257670"/>
                  </a:lnTo>
                  <a:lnTo>
                    <a:pt x="655002" y="251015"/>
                  </a:lnTo>
                  <a:lnTo>
                    <a:pt x="711644" y="242036"/>
                  </a:lnTo>
                  <a:lnTo>
                    <a:pt x="763041" y="230962"/>
                  </a:lnTo>
                  <a:lnTo>
                    <a:pt x="808494" y="217970"/>
                  </a:lnTo>
                  <a:lnTo>
                    <a:pt x="847280" y="203288"/>
                  </a:lnTo>
                  <a:lnTo>
                    <a:pt x="902004" y="169621"/>
                  </a:lnTo>
                  <a:lnTo>
                    <a:pt x="921512" y="131597"/>
                  </a:lnTo>
                  <a:close/>
                </a:path>
              </a:pathLst>
            </a:custGeom>
            <a:solidFill>
              <a:srgbClr val="006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1263" y="1641322"/>
              <a:ext cx="417563" cy="66906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782698" y="1670050"/>
              <a:ext cx="321945" cy="576580"/>
            </a:xfrm>
            <a:custGeom>
              <a:avLst/>
              <a:gdLst/>
              <a:ahLst/>
              <a:cxnLst/>
              <a:rect l="l" t="t" r="r" b="b"/>
              <a:pathLst>
                <a:path w="321944" h="576580">
                  <a:moveTo>
                    <a:pt x="248157" y="0"/>
                  </a:moveTo>
                  <a:lnTo>
                    <a:pt x="36830" y="486537"/>
                  </a:lnTo>
                  <a:lnTo>
                    <a:pt x="0" y="470535"/>
                  </a:lnTo>
                  <a:lnTo>
                    <a:pt x="41656" y="576072"/>
                  </a:lnTo>
                  <a:lnTo>
                    <a:pt x="147065" y="534416"/>
                  </a:lnTo>
                  <a:lnTo>
                    <a:pt x="110362" y="518413"/>
                  </a:lnTo>
                  <a:lnTo>
                    <a:pt x="321690" y="31876"/>
                  </a:lnTo>
                  <a:lnTo>
                    <a:pt x="248157" y="0"/>
                  </a:lnTo>
                  <a:close/>
                </a:path>
              </a:pathLst>
            </a:custGeom>
            <a:solidFill>
              <a:srgbClr val="7777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82698" y="1670050"/>
              <a:ext cx="321945" cy="576580"/>
            </a:xfrm>
            <a:custGeom>
              <a:avLst/>
              <a:gdLst/>
              <a:ahLst/>
              <a:cxnLst/>
              <a:rect l="l" t="t" r="r" b="b"/>
              <a:pathLst>
                <a:path w="321944" h="576580">
                  <a:moveTo>
                    <a:pt x="321690" y="31876"/>
                  </a:moveTo>
                  <a:lnTo>
                    <a:pt x="110362" y="518413"/>
                  </a:lnTo>
                  <a:lnTo>
                    <a:pt x="147065" y="534416"/>
                  </a:lnTo>
                  <a:lnTo>
                    <a:pt x="41656" y="576072"/>
                  </a:lnTo>
                  <a:lnTo>
                    <a:pt x="0" y="470535"/>
                  </a:lnTo>
                  <a:lnTo>
                    <a:pt x="36830" y="486537"/>
                  </a:lnTo>
                  <a:lnTo>
                    <a:pt x="248157" y="0"/>
                  </a:lnTo>
                  <a:lnTo>
                    <a:pt x="321690" y="31876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02179" y="2493302"/>
              <a:ext cx="1434083" cy="15706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249423" y="2526792"/>
              <a:ext cx="1343025" cy="53340"/>
            </a:xfrm>
            <a:custGeom>
              <a:avLst/>
              <a:gdLst/>
              <a:ahLst/>
              <a:cxnLst/>
              <a:rect l="l" t="t" r="r" b="b"/>
              <a:pathLst>
                <a:path w="1343025" h="53339">
                  <a:moveTo>
                    <a:pt x="1315974" y="0"/>
                  </a:moveTo>
                  <a:lnTo>
                    <a:pt x="1315974" y="13334"/>
                  </a:lnTo>
                  <a:lnTo>
                    <a:pt x="0" y="13334"/>
                  </a:lnTo>
                  <a:lnTo>
                    <a:pt x="0" y="40005"/>
                  </a:lnTo>
                  <a:lnTo>
                    <a:pt x="1315974" y="40005"/>
                  </a:lnTo>
                  <a:lnTo>
                    <a:pt x="1315974" y="53339"/>
                  </a:lnTo>
                  <a:lnTo>
                    <a:pt x="1342643" y="26669"/>
                  </a:lnTo>
                  <a:lnTo>
                    <a:pt x="1315974" y="0"/>
                  </a:lnTo>
                  <a:close/>
                </a:path>
              </a:pathLst>
            </a:custGeom>
            <a:solidFill>
              <a:srgbClr val="99D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249423" y="2526792"/>
              <a:ext cx="1343025" cy="53340"/>
            </a:xfrm>
            <a:custGeom>
              <a:avLst/>
              <a:gdLst/>
              <a:ahLst/>
              <a:cxnLst/>
              <a:rect l="l" t="t" r="r" b="b"/>
              <a:pathLst>
                <a:path w="1343025" h="53339">
                  <a:moveTo>
                    <a:pt x="0" y="13334"/>
                  </a:moveTo>
                  <a:lnTo>
                    <a:pt x="1315974" y="13334"/>
                  </a:lnTo>
                  <a:lnTo>
                    <a:pt x="1315974" y="0"/>
                  </a:lnTo>
                  <a:lnTo>
                    <a:pt x="1342643" y="26669"/>
                  </a:lnTo>
                  <a:lnTo>
                    <a:pt x="1315974" y="53339"/>
                  </a:lnTo>
                  <a:lnTo>
                    <a:pt x="1315974" y="40005"/>
                  </a:lnTo>
                  <a:lnTo>
                    <a:pt x="0" y="40005"/>
                  </a:lnTo>
                  <a:lnTo>
                    <a:pt x="0" y="13334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70596" y="2451976"/>
              <a:ext cx="734695" cy="527685"/>
            </a:xfrm>
            <a:custGeom>
              <a:avLst/>
              <a:gdLst/>
              <a:ahLst/>
              <a:cxnLst/>
              <a:rect l="l" t="t" r="r" b="b"/>
              <a:pathLst>
                <a:path w="734694" h="527685">
                  <a:moveTo>
                    <a:pt x="658863" y="112953"/>
                  </a:moveTo>
                  <a:lnTo>
                    <a:pt x="655891" y="98336"/>
                  </a:lnTo>
                  <a:lnTo>
                    <a:pt x="647801" y="86360"/>
                  </a:lnTo>
                  <a:lnTo>
                    <a:pt x="635825" y="78270"/>
                  </a:lnTo>
                  <a:lnTo>
                    <a:pt x="621207" y="75298"/>
                  </a:lnTo>
                  <a:lnTo>
                    <a:pt x="338836" y="75298"/>
                  </a:lnTo>
                  <a:lnTo>
                    <a:pt x="228714" y="2819"/>
                  </a:lnTo>
                  <a:lnTo>
                    <a:pt x="222123" y="0"/>
                  </a:lnTo>
                  <a:lnTo>
                    <a:pt x="37642" y="0"/>
                  </a:lnTo>
                  <a:lnTo>
                    <a:pt x="23025" y="2971"/>
                  </a:lnTo>
                  <a:lnTo>
                    <a:pt x="11049" y="11061"/>
                  </a:lnTo>
                  <a:lnTo>
                    <a:pt x="2971" y="23037"/>
                  </a:lnTo>
                  <a:lnTo>
                    <a:pt x="0" y="37655"/>
                  </a:lnTo>
                  <a:lnTo>
                    <a:pt x="0" y="498868"/>
                  </a:lnTo>
                  <a:lnTo>
                    <a:pt x="121412" y="204254"/>
                  </a:lnTo>
                  <a:lnTo>
                    <a:pt x="132372" y="186220"/>
                  </a:lnTo>
                  <a:lnTo>
                    <a:pt x="147650" y="172250"/>
                  </a:lnTo>
                  <a:lnTo>
                    <a:pt x="166281" y="163220"/>
                  </a:lnTo>
                  <a:lnTo>
                    <a:pt x="187299" y="160020"/>
                  </a:lnTo>
                  <a:lnTo>
                    <a:pt x="658863" y="160020"/>
                  </a:lnTo>
                  <a:lnTo>
                    <a:pt x="658863" y="112953"/>
                  </a:lnTo>
                  <a:close/>
                </a:path>
                <a:path w="734694" h="527685">
                  <a:moveTo>
                    <a:pt x="734161" y="235318"/>
                  </a:moveTo>
                  <a:lnTo>
                    <a:pt x="731647" y="221361"/>
                  </a:lnTo>
                  <a:lnTo>
                    <a:pt x="724750" y="209981"/>
                  </a:lnTo>
                  <a:lnTo>
                    <a:pt x="724636" y="209791"/>
                  </a:lnTo>
                  <a:lnTo>
                    <a:pt x="713905" y="201561"/>
                  </a:lnTo>
                  <a:lnTo>
                    <a:pt x="700278" y="197662"/>
                  </a:lnTo>
                  <a:lnTo>
                    <a:pt x="187299" y="197662"/>
                  </a:lnTo>
                  <a:lnTo>
                    <a:pt x="155295" y="218376"/>
                  </a:lnTo>
                  <a:lnTo>
                    <a:pt x="28232" y="527113"/>
                  </a:lnTo>
                  <a:lnTo>
                    <a:pt x="602386" y="527113"/>
                  </a:lnTo>
                  <a:lnTo>
                    <a:pt x="730389" y="252260"/>
                  </a:lnTo>
                  <a:lnTo>
                    <a:pt x="733221" y="246608"/>
                  </a:lnTo>
                  <a:lnTo>
                    <a:pt x="734161" y="240969"/>
                  </a:lnTo>
                  <a:lnTo>
                    <a:pt x="734161" y="235318"/>
                  </a:lnTo>
                  <a:close/>
                </a:path>
              </a:pathLst>
            </a:custGeom>
            <a:solidFill>
              <a:srgbClr val="006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633977" y="2169414"/>
              <a:ext cx="1763395" cy="1348740"/>
            </a:xfrm>
            <a:custGeom>
              <a:avLst/>
              <a:gdLst/>
              <a:ahLst/>
              <a:cxnLst/>
              <a:rect l="l" t="t" r="r" b="b"/>
              <a:pathLst>
                <a:path w="1763395" h="1348739">
                  <a:moveTo>
                    <a:pt x="1538477" y="0"/>
                  </a:moveTo>
                  <a:lnTo>
                    <a:pt x="224789" y="0"/>
                  </a:lnTo>
                  <a:lnTo>
                    <a:pt x="179470" y="4564"/>
                  </a:lnTo>
                  <a:lnTo>
                    <a:pt x="137267" y="17656"/>
                  </a:lnTo>
                  <a:lnTo>
                    <a:pt x="99082" y="38375"/>
                  </a:lnTo>
                  <a:lnTo>
                    <a:pt x="65817" y="65817"/>
                  </a:lnTo>
                  <a:lnTo>
                    <a:pt x="38375" y="99082"/>
                  </a:lnTo>
                  <a:lnTo>
                    <a:pt x="17656" y="137267"/>
                  </a:lnTo>
                  <a:lnTo>
                    <a:pt x="4564" y="179470"/>
                  </a:lnTo>
                  <a:lnTo>
                    <a:pt x="0" y="224790"/>
                  </a:lnTo>
                  <a:lnTo>
                    <a:pt x="0" y="1123950"/>
                  </a:lnTo>
                  <a:lnTo>
                    <a:pt x="4564" y="1169269"/>
                  </a:lnTo>
                  <a:lnTo>
                    <a:pt x="17656" y="1211472"/>
                  </a:lnTo>
                  <a:lnTo>
                    <a:pt x="38375" y="1249657"/>
                  </a:lnTo>
                  <a:lnTo>
                    <a:pt x="65817" y="1282922"/>
                  </a:lnTo>
                  <a:lnTo>
                    <a:pt x="99082" y="1310364"/>
                  </a:lnTo>
                  <a:lnTo>
                    <a:pt x="137267" y="1331083"/>
                  </a:lnTo>
                  <a:lnTo>
                    <a:pt x="179470" y="1344175"/>
                  </a:lnTo>
                  <a:lnTo>
                    <a:pt x="224789" y="1348740"/>
                  </a:lnTo>
                  <a:lnTo>
                    <a:pt x="1538477" y="1348740"/>
                  </a:lnTo>
                  <a:lnTo>
                    <a:pt x="1583797" y="1344175"/>
                  </a:lnTo>
                  <a:lnTo>
                    <a:pt x="1626000" y="1331083"/>
                  </a:lnTo>
                  <a:lnTo>
                    <a:pt x="1664185" y="1310364"/>
                  </a:lnTo>
                  <a:lnTo>
                    <a:pt x="1697450" y="1282922"/>
                  </a:lnTo>
                  <a:lnTo>
                    <a:pt x="1724892" y="1249657"/>
                  </a:lnTo>
                  <a:lnTo>
                    <a:pt x="1745611" y="1211472"/>
                  </a:lnTo>
                  <a:lnTo>
                    <a:pt x="1758703" y="1169269"/>
                  </a:lnTo>
                  <a:lnTo>
                    <a:pt x="1763268" y="1123950"/>
                  </a:lnTo>
                  <a:lnTo>
                    <a:pt x="1763268" y="224790"/>
                  </a:lnTo>
                  <a:lnTo>
                    <a:pt x="1758703" y="179470"/>
                  </a:lnTo>
                  <a:lnTo>
                    <a:pt x="1745611" y="137267"/>
                  </a:lnTo>
                  <a:lnTo>
                    <a:pt x="1724892" y="99082"/>
                  </a:lnTo>
                  <a:lnTo>
                    <a:pt x="1697450" y="65817"/>
                  </a:lnTo>
                  <a:lnTo>
                    <a:pt x="1664185" y="38375"/>
                  </a:lnTo>
                  <a:lnTo>
                    <a:pt x="1626000" y="17656"/>
                  </a:lnTo>
                  <a:lnTo>
                    <a:pt x="1583797" y="4564"/>
                  </a:lnTo>
                  <a:lnTo>
                    <a:pt x="1538477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33977" y="2169414"/>
              <a:ext cx="1763395" cy="1348740"/>
            </a:xfrm>
            <a:custGeom>
              <a:avLst/>
              <a:gdLst/>
              <a:ahLst/>
              <a:cxnLst/>
              <a:rect l="l" t="t" r="r" b="b"/>
              <a:pathLst>
                <a:path w="1763395" h="1348739">
                  <a:moveTo>
                    <a:pt x="0" y="224790"/>
                  </a:moveTo>
                  <a:lnTo>
                    <a:pt x="4564" y="179470"/>
                  </a:lnTo>
                  <a:lnTo>
                    <a:pt x="17656" y="137267"/>
                  </a:lnTo>
                  <a:lnTo>
                    <a:pt x="38375" y="99082"/>
                  </a:lnTo>
                  <a:lnTo>
                    <a:pt x="65817" y="65817"/>
                  </a:lnTo>
                  <a:lnTo>
                    <a:pt x="99082" y="38375"/>
                  </a:lnTo>
                  <a:lnTo>
                    <a:pt x="137267" y="17656"/>
                  </a:lnTo>
                  <a:lnTo>
                    <a:pt x="179470" y="4564"/>
                  </a:lnTo>
                  <a:lnTo>
                    <a:pt x="224789" y="0"/>
                  </a:lnTo>
                  <a:lnTo>
                    <a:pt x="1538477" y="0"/>
                  </a:lnTo>
                  <a:lnTo>
                    <a:pt x="1583797" y="4564"/>
                  </a:lnTo>
                  <a:lnTo>
                    <a:pt x="1626000" y="17656"/>
                  </a:lnTo>
                  <a:lnTo>
                    <a:pt x="1664185" y="38375"/>
                  </a:lnTo>
                  <a:lnTo>
                    <a:pt x="1697450" y="65817"/>
                  </a:lnTo>
                  <a:lnTo>
                    <a:pt x="1724892" y="99082"/>
                  </a:lnTo>
                  <a:lnTo>
                    <a:pt x="1745611" y="137267"/>
                  </a:lnTo>
                  <a:lnTo>
                    <a:pt x="1758703" y="179470"/>
                  </a:lnTo>
                  <a:lnTo>
                    <a:pt x="1763268" y="224790"/>
                  </a:lnTo>
                  <a:lnTo>
                    <a:pt x="1763268" y="1123950"/>
                  </a:lnTo>
                  <a:lnTo>
                    <a:pt x="1758703" y="1169269"/>
                  </a:lnTo>
                  <a:lnTo>
                    <a:pt x="1745611" y="1211472"/>
                  </a:lnTo>
                  <a:lnTo>
                    <a:pt x="1724892" y="1249657"/>
                  </a:lnTo>
                  <a:lnTo>
                    <a:pt x="1697450" y="1282922"/>
                  </a:lnTo>
                  <a:lnTo>
                    <a:pt x="1664185" y="1310364"/>
                  </a:lnTo>
                  <a:lnTo>
                    <a:pt x="1626000" y="1331083"/>
                  </a:lnTo>
                  <a:lnTo>
                    <a:pt x="1583797" y="1344175"/>
                  </a:lnTo>
                  <a:lnTo>
                    <a:pt x="1538477" y="1348740"/>
                  </a:lnTo>
                  <a:lnTo>
                    <a:pt x="224789" y="1348740"/>
                  </a:lnTo>
                  <a:lnTo>
                    <a:pt x="179470" y="1344175"/>
                  </a:lnTo>
                  <a:lnTo>
                    <a:pt x="137267" y="1331083"/>
                  </a:lnTo>
                  <a:lnTo>
                    <a:pt x="99082" y="1310364"/>
                  </a:lnTo>
                  <a:lnTo>
                    <a:pt x="65817" y="1282922"/>
                  </a:lnTo>
                  <a:lnTo>
                    <a:pt x="38375" y="1249657"/>
                  </a:lnTo>
                  <a:lnTo>
                    <a:pt x="17656" y="1211472"/>
                  </a:lnTo>
                  <a:lnTo>
                    <a:pt x="4564" y="1169269"/>
                  </a:lnTo>
                  <a:lnTo>
                    <a:pt x="0" y="1123950"/>
                  </a:lnTo>
                  <a:lnTo>
                    <a:pt x="0" y="224790"/>
                  </a:lnTo>
                  <a:close/>
                </a:path>
              </a:pathLst>
            </a:custGeom>
            <a:ln w="25400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3388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Snowpipe</a:t>
            </a: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8344" y="3043440"/>
            <a:ext cx="1209294" cy="51128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944239" y="2266314"/>
            <a:ext cx="11442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0040" marR="5080" indent="-30797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Bahnschrift"/>
                <a:cs typeface="Bahnschrift"/>
              </a:rPr>
              <a:t>Serverless </a:t>
            </a:r>
            <a:r>
              <a:rPr sz="1800" spc="-20" dirty="0">
                <a:solidFill>
                  <a:srgbClr val="FFFFFF"/>
                </a:solidFill>
                <a:latin typeface="Bahnschrift"/>
                <a:cs typeface="Bahnschrift"/>
              </a:rPr>
              <a:t>Load</a:t>
            </a:r>
            <a:endParaRPr sz="1800">
              <a:latin typeface="Bahnschrift"/>
              <a:cs typeface="Bahnschrif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313432" y="2282951"/>
            <a:ext cx="2743200" cy="1148080"/>
            <a:chOff x="2313432" y="2282951"/>
            <a:chExt cx="2743200" cy="1148080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06012" y="2938081"/>
              <a:ext cx="502920" cy="48329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64380" y="2927603"/>
              <a:ext cx="492252" cy="50291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13432" y="2282951"/>
              <a:ext cx="1098042" cy="345186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2399538" y="2311400"/>
            <a:ext cx="91566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dirty="0">
                <a:solidFill>
                  <a:srgbClr val="FFFFFF"/>
                </a:solidFill>
                <a:latin typeface="Calibri"/>
                <a:cs typeface="Calibri"/>
              </a:rPr>
              <a:t>S3</a:t>
            </a:r>
            <a:r>
              <a:rPr sz="1200" i="1" spc="-10" dirty="0">
                <a:solidFill>
                  <a:srgbClr val="FFFFFF"/>
                </a:solidFill>
                <a:latin typeface="Calibri"/>
                <a:cs typeface="Calibri"/>
              </a:rPr>
              <a:t> notification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529839" y="2827007"/>
            <a:ext cx="628650" cy="398538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360424" y="2846644"/>
            <a:ext cx="1685289" cy="54673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215"/>
              </a:spcBef>
            </a:pP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COPY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S3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bucket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375147" y="2708122"/>
            <a:ext cx="2390775" cy="1293495"/>
            <a:chOff x="5375147" y="2708122"/>
            <a:chExt cx="2390775" cy="1293495"/>
          </a:xfrm>
        </p:grpSpPr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75147" y="2708122"/>
              <a:ext cx="1056131" cy="29568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422391" y="2741676"/>
              <a:ext cx="965200" cy="192405"/>
            </a:xfrm>
            <a:custGeom>
              <a:avLst/>
              <a:gdLst/>
              <a:ahLst/>
              <a:cxnLst/>
              <a:rect l="l" t="t" r="r" b="b"/>
              <a:pathLst>
                <a:path w="965200" h="192405">
                  <a:moveTo>
                    <a:pt x="868680" y="0"/>
                  </a:moveTo>
                  <a:lnTo>
                    <a:pt x="868680" y="48006"/>
                  </a:lnTo>
                  <a:lnTo>
                    <a:pt x="0" y="48006"/>
                  </a:lnTo>
                  <a:lnTo>
                    <a:pt x="0" y="144018"/>
                  </a:lnTo>
                  <a:lnTo>
                    <a:pt x="868680" y="144018"/>
                  </a:lnTo>
                  <a:lnTo>
                    <a:pt x="868680" y="192024"/>
                  </a:lnTo>
                  <a:lnTo>
                    <a:pt x="964692" y="96012"/>
                  </a:lnTo>
                  <a:lnTo>
                    <a:pt x="86868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422391" y="2741676"/>
              <a:ext cx="965200" cy="192405"/>
            </a:xfrm>
            <a:custGeom>
              <a:avLst/>
              <a:gdLst/>
              <a:ahLst/>
              <a:cxnLst/>
              <a:rect l="l" t="t" r="r" b="b"/>
              <a:pathLst>
                <a:path w="965200" h="192405">
                  <a:moveTo>
                    <a:pt x="0" y="48006"/>
                  </a:moveTo>
                  <a:lnTo>
                    <a:pt x="868680" y="48006"/>
                  </a:lnTo>
                  <a:lnTo>
                    <a:pt x="868680" y="0"/>
                  </a:lnTo>
                  <a:lnTo>
                    <a:pt x="964692" y="96012"/>
                  </a:lnTo>
                  <a:lnTo>
                    <a:pt x="868680" y="192024"/>
                  </a:lnTo>
                  <a:lnTo>
                    <a:pt x="868680" y="144018"/>
                  </a:lnTo>
                  <a:lnTo>
                    <a:pt x="0" y="144018"/>
                  </a:lnTo>
                  <a:lnTo>
                    <a:pt x="0" y="48006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82867" y="3489960"/>
              <a:ext cx="1582674" cy="51128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6315202" y="3539185"/>
            <a:ext cx="130365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Snowflake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DB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965960" y="1662658"/>
            <a:ext cx="417830" cy="669290"/>
            <a:chOff x="1965960" y="1662658"/>
            <a:chExt cx="417830" cy="669290"/>
          </a:xfrm>
        </p:grpSpPr>
        <p:pic>
          <p:nvPicPr>
            <p:cNvPr id="33" name="object 3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65960" y="1662658"/>
              <a:ext cx="417563" cy="669061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017903" y="1691639"/>
              <a:ext cx="321945" cy="576580"/>
            </a:xfrm>
            <a:custGeom>
              <a:avLst/>
              <a:gdLst/>
              <a:ahLst/>
              <a:cxnLst/>
              <a:rect l="l" t="t" r="r" b="b"/>
              <a:pathLst>
                <a:path w="321944" h="576580">
                  <a:moveTo>
                    <a:pt x="248158" y="0"/>
                  </a:moveTo>
                  <a:lnTo>
                    <a:pt x="36703" y="486664"/>
                  </a:lnTo>
                  <a:lnTo>
                    <a:pt x="0" y="470662"/>
                  </a:lnTo>
                  <a:lnTo>
                    <a:pt x="41529" y="576072"/>
                  </a:lnTo>
                  <a:lnTo>
                    <a:pt x="147066" y="534543"/>
                  </a:lnTo>
                  <a:lnTo>
                    <a:pt x="110236" y="518541"/>
                  </a:lnTo>
                  <a:lnTo>
                    <a:pt x="321564" y="32004"/>
                  </a:lnTo>
                  <a:lnTo>
                    <a:pt x="248158" y="0"/>
                  </a:lnTo>
                  <a:close/>
                </a:path>
              </a:pathLst>
            </a:custGeom>
            <a:solidFill>
              <a:srgbClr val="7777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017903" y="1691639"/>
              <a:ext cx="321945" cy="576580"/>
            </a:xfrm>
            <a:custGeom>
              <a:avLst/>
              <a:gdLst/>
              <a:ahLst/>
              <a:cxnLst/>
              <a:rect l="l" t="t" r="r" b="b"/>
              <a:pathLst>
                <a:path w="321944" h="576580">
                  <a:moveTo>
                    <a:pt x="321564" y="32004"/>
                  </a:moveTo>
                  <a:lnTo>
                    <a:pt x="110236" y="518541"/>
                  </a:lnTo>
                  <a:lnTo>
                    <a:pt x="147066" y="534543"/>
                  </a:lnTo>
                  <a:lnTo>
                    <a:pt x="41529" y="576072"/>
                  </a:lnTo>
                  <a:lnTo>
                    <a:pt x="0" y="470662"/>
                  </a:lnTo>
                  <a:lnTo>
                    <a:pt x="36703" y="486664"/>
                  </a:lnTo>
                  <a:lnTo>
                    <a:pt x="248158" y="0"/>
                  </a:lnTo>
                  <a:lnTo>
                    <a:pt x="321564" y="32004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/>
          <p:nvPr/>
        </p:nvSpPr>
        <p:spPr>
          <a:xfrm>
            <a:off x="2023904" y="969825"/>
            <a:ext cx="427355" cy="551180"/>
          </a:xfrm>
          <a:custGeom>
            <a:avLst/>
            <a:gdLst/>
            <a:ahLst/>
            <a:cxnLst/>
            <a:rect l="l" t="t" r="r" b="b"/>
            <a:pathLst>
              <a:path w="427355" h="551180">
                <a:moveTo>
                  <a:pt x="275470" y="0"/>
                </a:moveTo>
                <a:lnTo>
                  <a:pt x="0" y="0"/>
                </a:lnTo>
                <a:lnTo>
                  <a:pt x="0" y="550935"/>
                </a:lnTo>
                <a:lnTo>
                  <a:pt x="426978" y="550935"/>
                </a:lnTo>
                <a:lnTo>
                  <a:pt x="426978" y="509613"/>
                </a:lnTo>
                <a:lnTo>
                  <a:pt x="41320" y="509613"/>
                </a:lnTo>
                <a:lnTo>
                  <a:pt x="41320" y="41298"/>
                </a:lnTo>
                <a:lnTo>
                  <a:pt x="316773" y="41299"/>
                </a:lnTo>
                <a:lnTo>
                  <a:pt x="275470" y="0"/>
                </a:lnTo>
                <a:close/>
              </a:path>
              <a:path w="427355" h="551180">
                <a:moveTo>
                  <a:pt x="316773" y="41299"/>
                </a:moveTo>
                <a:lnTo>
                  <a:pt x="234149" y="41299"/>
                </a:lnTo>
                <a:lnTo>
                  <a:pt x="234149" y="185925"/>
                </a:lnTo>
                <a:lnTo>
                  <a:pt x="385658" y="185925"/>
                </a:lnTo>
                <a:lnTo>
                  <a:pt x="385658" y="509613"/>
                </a:lnTo>
                <a:lnTo>
                  <a:pt x="426978" y="509613"/>
                </a:lnTo>
                <a:lnTo>
                  <a:pt x="426978" y="151490"/>
                </a:lnTo>
                <a:lnTo>
                  <a:pt x="420090" y="144603"/>
                </a:lnTo>
                <a:lnTo>
                  <a:pt x="275470" y="144603"/>
                </a:lnTo>
                <a:lnTo>
                  <a:pt x="275470" y="58516"/>
                </a:lnTo>
                <a:lnTo>
                  <a:pt x="333993" y="58516"/>
                </a:lnTo>
                <a:lnTo>
                  <a:pt x="316773" y="41299"/>
                </a:lnTo>
                <a:close/>
              </a:path>
              <a:path w="427355" h="551180">
                <a:moveTo>
                  <a:pt x="333993" y="58516"/>
                </a:moveTo>
                <a:lnTo>
                  <a:pt x="275470" y="58516"/>
                </a:lnTo>
                <a:lnTo>
                  <a:pt x="361554" y="144603"/>
                </a:lnTo>
                <a:lnTo>
                  <a:pt x="420090" y="144603"/>
                </a:lnTo>
                <a:lnTo>
                  <a:pt x="333993" y="58516"/>
                </a:lnTo>
                <a:close/>
              </a:path>
            </a:pathLst>
          </a:custGeom>
          <a:solidFill>
            <a:srgbClr val="9B9B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533332" y="982997"/>
            <a:ext cx="423545" cy="546100"/>
          </a:xfrm>
          <a:custGeom>
            <a:avLst/>
            <a:gdLst/>
            <a:ahLst/>
            <a:cxnLst/>
            <a:rect l="l" t="t" r="r" b="b"/>
            <a:pathLst>
              <a:path w="423544" h="546100">
                <a:moveTo>
                  <a:pt x="272958" y="0"/>
                </a:moveTo>
                <a:lnTo>
                  <a:pt x="0" y="0"/>
                </a:lnTo>
                <a:lnTo>
                  <a:pt x="0" y="545912"/>
                </a:lnTo>
                <a:lnTo>
                  <a:pt x="423086" y="545912"/>
                </a:lnTo>
                <a:lnTo>
                  <a:pt x="423086" y="504967"/>
                </a:lnTo>
                <a:lnTo>
                  <a:pt x="40943" y="504967"/>
                </a:lnTo>
                <a:lnTo>
                  <a:pt x="40943" y="40922"/>
                </a:lnTo>
                <a:lnTo>
                  <a:pt x="313886" y="40922"/>
                </a:lnTo>
                <a:lnTo>
                  <a:pt x="272958" y="0"/>
                </a:lnTo>
                <a:close/>
              </a:path>
              <a:path w="423544" h="546100">
                <a:moveTo>
                  <a:pt x="313886" y="40922"/>
                </a:moveTo>
                <a:lnTo>
                  <a:pt x="232015" y="40922"/>
                </a:lnTo>
                <a:lnTo>
                  <a:pt x="232015" y="184230"/>
                </a:lnTo>
                <a:lnTo>
                  <a:pt x="382142" y="184230"/>
                </a:lnTo>
                <a:lnTo>
                  <a:pt x="382142" y="504967"/>
                </a:lnTo>
                <a:lnTo>
                  <a:pt x="423086" y="504967"/>
                </a:lnTo>
                <a:lnTo>
                  <a:pt x="423086" y="150109"/>
                </a:lnTo>
                <a:lnTo>
                  <a:pt x="416261" y="143285"/>
                </a:lnTo>
                <a:lnTo>
                  <a:pt x="272958" y="143285"/>
                </a:lnTo>
                <a:lnTo>
                  <a:pt x="272958" y="57983"/>
                </a:lnTo>
                <a:lnTo>
                  <a:pt x="330948" y="57983"/>
                </a:lnTo>
                <a:lnTo>
                  <a:pt x="313886" y="40922"/>
                </a:lnTo>
                <a:close/>
              </a:path>
              <a:path w="423544" h="546100">
                <a:moveTo>
                  <a:pt x="330948" y="57983"/>
                </a:moveTo>
                <a:lnTo>
                  <a:pt x="272958" y="57983"/>
                </a:lnTo>
                <a:lnTo>
                  <a:pt x="358258" y="143285"/>
                </a:lnTo>
                <a:lnTo>
                  <a:pt x="416261" y="143285"/>
                </a:lnTo>
                <a:lnTo>
                  <a:pt x="330948" y="57983"/>
                </a:lnTo>
                <a:close/>
              </a:path>
            </a:pathLst>
          </a:custGeom>
          <a:solidFill>
            <a:srgbClr val="9B9B9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46785">
              <a:lnSpc>
                <a:spcPct val="100000"/>
              </a:lnSpc>
              <a:spcBef>
                <a:spcPts val="105"/>
              </a:spcBef>
            </a:pPr>
            <a:r>
              <a:rPr dirty="0"/>
              <a:t>Setting</a:t>
            </a:r>
            <a:r>
              <a:rPr spc="-60" dirty="0"/>
              <a:t> </a:t>
            </a:r>
            <a:r>
              <a:rPr dirty="0"/>
              <a:t>up</a:t>
            </a:r>
            <a:r>
              <a:rPr spc="-60" dirty="0"/>
              <a:t> </a:t>
            </a:r>
            <a:r>
              <a:rPr spc="-10" dirty="0"/>
              <a:t>Snowpipe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97863" y="1485874"/>
            <a:ext cx="2727325" cy="1205230"/>
            <a:chOff x="1197863" y="1485874"/>
            <a:chExt cx="2727325" cy="12052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3" y="1485874"/>
              <a:ext cx="2727325" cy="12048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761" y="1640586"/>
              <a:ext cx="2093976" cy="5730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524761" y="1640586"/>
              <a:ext cx="2094230" cy="573405"/>
            </a:xfrm>
            <a:custGeom>
              <a:avLst/>
              <a:gdLst/>
              <a:ahLst/>
              <a:cxnLst/>
              <a:rect l="l" t="t" r="r" b="b"/>
              <a:pathLst>
                <a:path w="2094229" h="573405">
                  <a:moveTo>
                    <a:pt x="0" y="286512"/>
                  </a:moveTo>
                  <a:lnTo>
                    <a:pt x="143256" y="0"/>
                  </a:lnTo>
                  <a:lnTo>
                    <a:pt x="1950720" y="0"/>
                  </a:lnTo>
                  <a:lnTo>
                    <a:pt x="2093976" y="286512"/>
                  </a:lnTo>
                  <a:lnTo>
                    <a:pt x="1950720" y="573024"/>
                  </a:lnTo>
                  <a:lnTo>
                    <a:pt x="143256" y="573024"/>
                  </a:lnTo>
                  <a:lnTo>
                    <a:pt x="0" y="286512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01139" y="1770633"/>
            <a:ext cx="11391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0" dirty="0">
                <a:solidFill>
                  <a:srgbClr val="CCEAFF"/>
                </a:solidFill>
                <a:latin typeface="Trebuchet MS"/>
                <a:cs typeface="Trebuchet MS"/>
              </a:rPr>
              <a:t>Create</a:t>
            </a:r>
            <a:r>
              <a:rPr sz="1600" b="1" spc="-75" dirty="0">
                <a:solidFill>
                  <a:srgbClr val="CCEAFF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CCEAFF"/>
                </a:solidFill>
                <a:latin typeface="Trebuchet MS"/>
                <a:cs typeface="Trebuchet MS"/>
              </a:rPr>
              <a:t>Stage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51628" y="2482976"/>
            <a:ext cx="175831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8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2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make</a:t>
            </a:r>
            <a:r>
              <a:rPr sz="12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sure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it</a:t>
            </a:r>
            <a:r>
              <a:rPr sz="12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D9D9D9"/>
                </a:solidFill>
                <a:latin typeface="Trebuchet MS"/>
                <a:cs typeface="Trebuchet MS"/>
              </a:rPr>
              <a:t>works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75146" y="3861917"/>
            <a:ext cx="16243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8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2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D9D9D9"/>
                </a:solidFill>
                <a:latin typeface="Trebuchet MS"/>
                <a:cs typeface="Trebuchet MS"/>
              </a:rPr>
              <a:t>trigger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D9D9D9"/>
                </a:solidFill>
                <a:latin typeface="Trebuchet MS"/>
                <a:cs typeface="Trebuchet MS"/>
              </a:rPr>
              <a:t>snowpipe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043683" y="2191461"/>
            <a:ext cx="2727325" cy="1101090"/>
            <a:chOff x="2043683" y="2191461"/>
            <a:chExt cx="2727325" cy="110109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43683" y="2191461"/>
              <a:ext cx="2727324" cy="110088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370581" y="2346197"/>
              <a:ext cx="2094230" cy="469900"/>
            </a:xfrm>
            <a:custGeom>
              <a:avLst/>
              <a:gdLst/>
              <a:ahLst/>
              <a:cxnLst/>
              <a:rect l="l" t="t" r="r" b="b"/>
              <a:pathLst>
                <a:path w="2094229" h="469900">
                  <a:moveTo>
                    <a:pt x="1976628" y="0"/>
                  </a:moveTo>
                  <a:lnTo>
                    <a:pt x="117348" y="0"/>
                  </a:lnTo>
                  <a:lnTo>
                    <a:pt x="0" y="234695"/>
                  </a:lnTo>
                  <a:lnTo>
                    <a:pt x="117348" y="469391"/>
                  </a:lnTo>
                  <a:lnTo>
                    <a:pt x="1976628" y="469391"/>
                  </a:lnTo>
                  <a:lnTo>
                    <a:pt x="2093976" y="234695"/>
                  </a:lnTo>
                  <a:lnTo>
                    <a:pt x="1976628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70581" y="2346197"/>
              <a:ext cx="2094230" cy="469900"/>
            </a:xfrm>
            <a:custGeom>
              <a:avLst/>
              <a:gdLst/>
              <a:ahLst/>
              <a:cxnLst/>
              <a:rect l="l" t="t" r="r" b="b"/>
              <a:pathLst>
                <a:path w="2094229" h="469900">
                  <a:moveTo>
                    <a:pt x="0" y="234695"/>
                  </a:moveTo>
                  <a:lnTo>
                    <a:pt x="117348" y="0"/>
                  </a:lnTo>
                  <a:lnTo>
                    <a:pt x="1976628" y="0"/>
                  </a:lnTo>
                  <a:lnTo>
                    <a:pt x="2093976" y="234695"/>
                  </a:lnTo>
                  <a:lnTo>
                    <a:pt x="1976628" y="469391"/>
                  </a:lnTo>
                  <a:lnTo>
                    <a:pt x="117348" y="469391"/>
                  </a:lnTo>
                  <a:lnTo>
                    <a:pt x="0" y="234695"/>
                  </a:lnTo>
                  <a:close/>
                </a:path>
              </a:pathLst>
            </a:custGeom>
            <a:ln w="19050">
              <a:solidFill>
                <a:srgbClr val="0060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680461" y="2480310"/>
            <a:ext cx="14751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434343"/>
                </a:solidFill>
                <a:latin typeface="Trebuchet MS"/>
                <a:cs typeface="Trebuchet MS"/>
              </a:rPr>
              <a:t>Test</a:t>
            </a:r>
            <a:r>
              <a:rPr sz="1200" b="1" spc="-95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200" b="1" spc="-65" dirty="0">
                <a:solidFill>
                  <a:srgbClr val="434343"/>
                </a:solidFill>
                <a:latin typeface="Trebuchet MS"/>
                <a:cs typeface="Trebuchet MS"/>
              </a:rPr>
              <a:t>COPY</a:t>
            </a:r>
            <a:r>
              <a:rPr sz="1200" b="1" spc="-55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434343"/>
                </a:solidFill>
                <a:latin typeface="Trebuchet MS"/>
                <a:cs typeface="Trebuchet MS"/>
              </a:rPr>
              <a:t>COMMAND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764535" y="2802635"/>
            <a:ext cx="2727325" cy="1205230"/>
            <a:chOff x="2764535" y="2802635"/>
            <a:chExt cx="2727325" cy="120523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4535" y="2802635"/>
              <a:ext cx="2727325" cy="120487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91433" y="2957321"/>
              <a:ext cx="2093976" cy="57302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091433" y="2957321"/>
              <a:ext cx="2094230" cy="573405"/>
            </a:xfrm>
            <a:custGeom>
              <a:avLst/>
              <a:gdLst/>
              <a:ahLst/>
              <a:cxnLst/>
              <a:rect l="l" t="t" r="r" b="b"/>
              <a:pathLst>
                <a:path w="2094229" h="573404">
                  <a:moveTo>
                    <a:pt x="0" y="286511"/>
                  </a:moveTo>
                  <a:lnTo>
                    <a:pt x="143256" y="0"/>
                  </a:lnTo>
                  <a:lnTo>
                    <a:pt x="1950720" y="0"/>
                  </a:lnTo>
                  <a:lnTo>
                    <a:pt x="2093976" y="286511"/>
                  </a:lnTo>
                  <a:lnTo>
                    <a:pt x="1950720" y="573023"/>
                  </a:lnTo>
                  <a:lnTo>
                    <a:pt x="143256" y="573023"/>
                  </a:lnTo>
                  <a:lnTo>
                    <a:pt x="0" y="28651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626358" y="3087115"/>
            <a:ext cx="10274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95" dirty="0">
                <a:solidFill>
                  <a:srgbClr val="CCEAFF"/>
                </a:solidFill>
                <a:latin typeface="Trebuchet MS"/>
                <a:cs typeface="Trebuchet MS"/>
              </a:rPr>
              <a:t>Create</a:t>
            </a:r>
            <a:r>
              <a:rPr sz="1600" b="1" spc="-90" dirty="0">
                <a:solidFill>
                  <a:srgbClr val="CCEAFF"/>
                </a:solidFill>
                <a:latin typeface="Trebuchet MS"/>
                <a:cs typeface="Trebuchet MS"/>
              </a:rPr>
              <a:t> </a:t>
            </a:r>
            <a:r>
              <a:rPr sz="1600" b="1" spc="-50" dirty="0">
                <a:solidFill>
                  <a:srgbClr val="CCEAFF"/>
                </a:solidFill>
                <a:latin typeface="Trebuchet MS"/>
                <a:cs typeface="Trebuchet MS"/>
              </a:rPr>
              <a:t>Pipe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98138" y="1820672"/>
            <a:ext cx="18281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8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2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have</a:t>
            </a:r>
            <a:r>
              <a:rPr sz="12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70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connection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372611" y="3521964"/>
            <a:ext cx="2727325" cy="1205230"/>
            <a:chOff x="3372611" y="3521964"/>
            <a:chExt cx="2727325" cy="1205230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72611" y="3521964"/>
              <a:ext cx="2727325" cy="120487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99509" y="3676650"/>
              <a:ext cx="2093976" cy="57302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699509" y="3676650"/>
              <a:ext cx="2094230" cy="573405"/>
            </a:xfrm>
            <a:custGeom>
              <a:avLst/>
              <a:gdLst/>
              <a:ahLst/>
              <a:cxnLst/>
              <a:rect l="l" t="t" r="r" b="b"/>
              <a:pathLst>
                <a:path w="2094229" h="573404">
                  <a:moveTo>
                    <a:pt x="0" y="286512"/>
                  </a:moveTo>
                  <a:lnTo>
                    <a:pt x="143255" y="0"/>
                  </a:lnTo>
                  <a:lnTo>
                    <a:pt x="1950719" y="0"/>
                  </a:lnTo>
                  <a:lnTo>
                    <a:pt x="2093976" y="286512"/>
                  </a:lnTo>
                  <a:lnTo>
                    <a:pt x="1950719" y="573024"/>
                  </a:lnTo>
                  <a:lnTo>
                    <a:pt x="143255" y="573024"/>
                  </a:lnTo>
                  <a:lnTo>
                    <a:pt x="0" y="286512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080128" y="3806444"/>
            <a:ext cx="13303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CCEAFF"/>
                </a:solidFill>
                <a:latin typeface="Trebuchet MS"/>
                <a:cs typeface="Trebuchet MS"/>
              </a:rPr>
              <a:t>S3</a:t>
            </a:r>
            <a:r>
              <a:rPr sz="1600" b="1" spc="-125" dirty="0">
                <a:solidFill>
                  <a:srgbClr val="CCEAFF"/>
                </a:solidFill>
                <a:latin typeface="Trebuchet MS"/>
                <a:cs typeface="Trebuchet MS"/>
              </a:rPr>
              <a:t> </a:t>
            </a:r>
            <a:r>
              <a:rPr sz="1600" b="1" spc="-55" dirty="0">
                <a:solidFill>
                  <a:srgbClr val="CCEAFF"/>
                </a:solidFill>
                <a:latin typeface="Trebuchet MS"/>
                <a:cs typeface="Trebuchet MS"/>
              </a:rPr>
              <a:t>Notification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273802" y="3114548"/>
            <a:ext cx="3168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75" dirty="0">
                <a:solidFill>
                  <a:srgbClr val="D9D9D9"/>
                </a:solidFill>
                <a:latin typeface="Trebuchet MS"/>
                <a:cs typeface="Trebuchet MS"/>
              </a:rPr>
              <a:t>Create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70" dirty="0">
                <a:solidFill>
                  <a:srgbClr val="D9D9D9"/>
                </a:solidFill>
                <a:latin typeface="Trebuchet MS"/>
                <a:cs typeface="Trebuchet MS"/>
              </a:rPr>
              <a:t>pipe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D9D9D9"/>
                </a:solidFill>
                <a:latin typeface="Trebuchet MS"/>
                <a:cs typeface="Trebuchet MS"/>
              </a:rPr>
              <a:t>as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80" dirty="0">
                <a:solidFill>
                  <a:srgbClr val="D9D9D9"/>
                </a:solidFill>
                <a:latin typeface="Trebuchet MS"/>
                <a:cs typeface="Trebuchet MS"/>
              </a:rPr>
              <a:t>object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0" dirty="0">
                <a:solidFill>
                  <a:srgbClr val="D9D9D9"/>
                </a:solidFill>
                <a:latin typeface="Trebuchet MS"/>
                <a:cs typeface="Trebuchet MS"/>
              </a:rPr>
              <a:t>with</a:t>
            </a:r>
            <a:r>
              <a:rPr sz="12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COPY</a:t>
            </a:r>
            <a:r>
              <a:rPr sz="12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D9D9D9"/>
                </a:solidFill>
                <a:latin typeface="Trebuchet MS"/>
                <a:cs typeface="Trebuchet MS"/>
              </a:rPr>
              <a:t>COMMAND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7742" y="2339086"/>
            <a:ext cx="41338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Fail</a:t>
            </a:r>
            <a:r>
              <a:rPr spc="-40" dirty="0"/>
              <a:t> </a:t>
            </a:r>
            <a:r>
              <a:rPr dirty="0"/>
              <a:t>Safe</a:t>
            </a:r>
            <a:r>
              <a:rPr spc="-25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Time</a:t>
            </a:r>
            <a:r>
              <a:rPr spc="-25" dirty="0"/>
              <a:t> </a:t>
            </a:r>
            <a:r>
              <a:rPr spc="-10" dirty="0"/>
              <a:t>Travel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85925">
              <a:lnSpc>
                <a:spcPct val="100000"/>
              </a:lnSpc>
              <a:spcBef>
                <a:spcPts val="105"/>
              </a:spcBef>
            </a:pPr>
            <a:r>
              <a:rPr dirty="0"/>
              <a:t>Time </a:t>
            </a:r>
            <a:r>
              <a:rPr spc="-10" dirty="0"/>
              <a:t>Travel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72795" y="1019555"/>
            <a:ext cx="8483600" cy="1680845"/>
            <a:chOff x="272795" y="1019555"/>
            <a:chExt cx="8483600" cy="16808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51448" y="1019555"/>
              <a:ext cx="2504567" cy="16499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78345" y="1174241"/>
              <a:ext cx="1871472" cy="10180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578345" y="1174241"/>
              <a:ext cx="1871980" cy="1018540"/>
            </a:xfrm>
            <a:custGeom>
              <a:avLst/>
              <a:gdLst/>
              <a:ahLst/>
              <a:cxnLst/>
              <a:rect l="l" t="t" r="r" b="b"/>
              <a:pathLst>
                <a:path w="1871979" h="1018539">
                  <a:moveTo>
                    <a:pt x="0" y="509016"/>
                  </a:moveTo>
                  <a:lnTo>
                    <a:pt x="254507" y="0"/>
                  </a:lnTo>
                  <a:lnTo>
                    <a:pt x="1616963" y="0"/>
                  </a:lnTo>
                  <a:lnTo>
                    <a:pt x="1871472" y="509016"/>
                  </a:lnTo>
                  <a:lnTo>
                    <a:pt x="1616963" y="1018032"/>
                  </a:lnTo>
                  <a:lnTo>
                    <a:pt x="254507" y="1018032"/>
                  </a:lnTo>
                  <a:lnTo>
                    <a:pt x="0" y="50901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55519" y="1051559"/>
              <a:ext cx="2504567" cy="16484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2418" y="1206245"/>
              <a:ext cx="1871471" cy="101650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582418" y="1206245"/>
              <a:ext cx="1871980" cy="1016635"/>
            </a:xfrm>
            <a:custGeom>
              <a:avLst/>
              <a:gdLst/>
              <a:ahLst/>
              <a:cxnLst/>
              <a:rect l="l" t="t" r="r" b="b"/>
              <a:pathLst>
                <a:path w="1871979" h="1016635">
                  <a:moveTo>
                    <a:pt x="0" y="508253"/>
                  </a:moveTo>
                  <a:lnTo>
                    <a:pt x="254126" y="0"/>
                  </a:lnTo>
                  <a:lnTo>
                    <a:pt x="1617345" y="0"/>
                  </a:lnTo>
                  <a:lnTo>
                    <a:pt x="1871471" y="508253"/>
                  </a:lnTo>
                  <a:lnTo>
                    <a:pt x="1617345" y="1016507"/>
                  </a:lnTo>
                  <a:lnTo>
                    <a:pt x="254126" y="1016507"/>
                  </a:lnTo>
                  <a:lnTo>
                    <a:pt x="0" y="508253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2795" y="1051559"/>
              <a:ext cx="2506091" cy="16484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9693" y="1206245"/>
              <a:ext cx="1872995" cy="101650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99693" y="1206245"/>
              <a:ext cx="1873250" cy="1016635"/>
            </a:xfrm>
            <a:custGeom>
              <a:avLst/>
              <a:gdLst/>
              <a:ahLst/>
              <a:cxnLst/>
              <a:rect l="l" t="t" r="r" b="b"/>
              <a:pathLst>
                <a:path w="1873250" h="1016635">
                  <a:moveTo>
                    <a:pt x="0" y="508253"/>
                  </a:moveTo>
                  <a:lnTo>
                    <a:pt x="254127" y="0"/>
                  </a:lnTo>
                  <a:lnTo>
                    <a:pt x="1618869" y="0"/>
                  </a:lnTo>
                  <a:lnTo>
                    <a:pt x="1872995" y="508253"/>
                  </a:lnTo>
                  <a:lnTo>
                    <a:pt x="1618869" y="1016507"/>
                  </a:lnTo>
                  <a:lnTo>
                    <a:pt x="254127" y="1016507"/>
                  </a:lnTo>
                  <a:lnTo>
                    <a:pt x="0" y="508253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50436" y="1019555"/>
              <a:ext cx="2504566" cy="164998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7334" y="1174241"/>
              <a:ext cx="1871471" cy="101803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577334" y="1174241"/>
              <a:ext cx="1871980" cy="1018540"/>
            </a:xfrm>
            <a:custGeom>
              <a:avLst/>
              <a:gdLst/>
              <a:ahLst/>
              <a:cxnLst/>
              <a:rect l="l" t="t" r="r" b="b"/>
              <a:pathLst>
                <a:path w="1871979" h="1018539">
                  <a:moveTo>
                    <a:pt x="0" y="509016"/>
                  </a:moveTo>
                  <a:lnTo>
                    <a:pt x="254507" y="0"/>
                  </a:lnTo>
                  <a:lnTo>
                    <a:pt x="1616964" y="0"/>
                  </a:lnTo>
                  <a:lnTo>
                    <a:pt x="1871471" y="509016"/>
                  </a:lnTo>
                  <a:lnTo>
                    <a:pt x="1616964" y="1018032"/>
                  </a:lnTo>
                  <a:lnTo>
                    <a:pt x="254507" y="1018032"/>
                  </a:lnTo>
                  <a:lnTo>
                    <a:pt x="0" y="50901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04696" y="1676222"/>
            <a:ext cx="8261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5" dirty="0">
                <a:solidFill>
                  <a:srgbClr val="00C3FF"/>
                </a:solidFill>
                <a:latin typeface="Trebuchet MS"/>
                <a:cs typeface="Trebuchet MS"/>
              </a:rPr>
              <a:t>Standard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88382" y="1656968"/>
            <a:ext cx="817244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3505" marR="5080" indent="-9144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00C3FF"/>
                </a:solidFill>
                <a:latin typeface="Trebuchet MS"/>
                <a:cs typeface="Trebuchet MS"/>
              </a:rPr>
              <a:t>Business </a:t>
            </a: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Critical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49016" y="1676780"/>
            <a:ext cx="9385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solidFill>
                  <a:srgbClr val="00C3FF"/>
                </a:solidFill>
                <a:latin typeface="Trebuchet MS"/>
                <a:cs typeface="Trebuchet MS"/>
              </a:rPr>
              <a:t>Enterprise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66890" y="1656968"/>
            <a:ext cx="12934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solidFill>
                  <a:srgbClr val="00C3FF"/>
                </a:solidFill>
                <a:latin typeface="Trebuchet MS"/>
                <a:cs typeface="Trebuchet MS"/>
              </a:rPr>
              <a:t>Virtual</a:t>
            </a:r>
            <a:r>
              <a:rPr sz="1600" b="1" spc="-85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60" dirty="0">
                <a:solidFill>
                  <a:srgbClr val="00C3FF"/>
                </a:solidFill>
                <a:latin typeface="Trebuchet MS"/>
                <a:cs typeface="Trebuchet MS"/>
              </a:rPr>
              <a:t>Private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385316" y="1290827"/>
            <a:ext cx="6338570" cy="421005"/>
            <a:chOff x="1385316" y="1290827"/>
            <a:chExt cx="6338570" cy="421005"/>
          </a:xfrm>
        </p:grpSpPr>
        <p:sp>
          <p:nvSpPr>
            <p:cNvPr id="21" name="object 21"/>
            <p:cNvSpPr/>
            <p:nvPr/>
          </p:nvSpPr>
          <p:spPr>
            <a:xfrm>
              <a:off x="7415783" y="1290827"/>
              <a:ext cx="307975" cy="285115"/>
            </a:xfrm>
            <a:custGeom>
              <a:avLst/>
              <a:gdLst/>
              <a:ahLst/>
              <a:cxnLst/>
              <a:rect l="l" t="t" r="r" b="b"/>
              <a:pathLst>
                <a:path w="307975" h="285115">
                  <a:moveTo>
                    <a:pt x="208407" y="231394"/>
                  </a:moveTo>
                  <a:lnTo>
                    <a:pt x="100965" y="231394"/>
                  </a:lnTo>
                  <a:lnTo>
                    <a:pt x="90314" y="233388"/>
                  </a:lnTo>
                  <a:lnTo>
                    <a:pt x="81867" y="238871"/>
                  </a:lnTo>
                  <a:lnTo>
                    <a:pt x="76301" y="247092"/>
                  </a:lnTo>
                  <a:lnTo>
                    <a:pt x="74295" y="257301"/>
                  </a:lnTo>
                  <a:lnTo>
                    <a:pt x="74295" y="280924"/>
                  </a:lnTo>
                  <a:lnTo>
                    <a:pt x="78359" y="284988"/>
                  </a:lnTo>
                  <a:lnTo>
                    <a:pt x="231013" y="284988"/>
                  </a:lnTo>
                  <a:lnTo>
                    <a:pt x="235076" y="280924"/>
                  </a:lnTo>
                  <a:lnTo>
                    <a:pt x="235076" y="267970"/>
                  </a:lnTo>
                  <a:lnTo>
                    <a:pt x="88900" y="267970"/>
                  </a:lnTo>
                  <a:lnTo>
                    <a:pt x="88900" y="253237"/>
                  </a:lnTo>
                  <a:lnTo>
                    <a:pt x="92964" y="249300"/>
                  </a:lnTo>
                  <a:lnTo>
                    <a:pt x="233471" y="249300"/>
                  </a:lnTo>
                  <a:lnTo>
                    <a:pt x="233028" y="247092"/>
                  </a:lnTo>
                  <a:lnTo>
                    <a:pt x="232963" y="246770"/>
                  </a:lnTo>
                  <a:lnTo>
                    <a:pt x="227218" y="238585"/>
                  </a:lnTo>
                  <a:lnTo>
                    <a:pt x="218907" y="233388"/>
                  </a:lnTo>
                  <a:lnTo>
                    <a:pt x="219322" y="233388"/>
                  </a:lnTo>
                  <a:lnTo>
                    <a:pt x="208407" y="231394"/>
                  </a:lnTo>
                  <a:close/>
                </a:path>
                <a:path w="307975" h="285115">
                  <a:moveTo>
                    <a:pt x="233471" y="249300"/>
                  </a:moveTo>
                  <a:lnTo>
                    <a:pt x="210058" y="249300"/>
                  </a:lnTo>
                  <a:lnTo>
                    <a:pt x="214122" y="253237"/>
                  </a:lnTo>
                  <a:lnTo>
                    <a:pt x="214122" y="267970"/>
                  </a:lnTo>
                  <a:lnTo>
                    <a:pt x="235076" y="267970"/>
                  </a:lnTo>
                  <a:lnTo>
                    <a:pt x="235076" y="257301"/>
                  </a:lnTo>
                  <a:lnTo>
                    <a:pt x="233471" y="249300"/>
                  </a:lnTo>
                  <a:close/>
                </a:path>
                <a:path w="307975" h="285115">
                  <a:moveTo>
                    <a:pt x="152654" y="0"/>
                  </a:moveTo>
                  <a:lnTo>
                    <a:pt x="142077" y="2121"/>
                  </a:lnTo>
                  <a:lnTo>
                    <a:pt x="133667" y="7826"/>
                  </a:lnTo>
                  <a:lnTo>
                    <a:pt x="128115" y="16127"/>
                  </a:lnTo>
                  <a:lnTo>
                    <a:pt x="126111" y="26035"/>
                  </a:lnTo>
                  <a:lnTo>
                    <a:pt x="126111" y="30099"/>
                  </a:lnTo>
                  <a:lnTo>
                    <a:pt x="110375" y="38608"/>
                  </a:lnTo>
                  <a:lnTo>
                    <a:pt x="98901" y="44481"/>
                  </a:lnTo>
                  <a:lnTo>
                    <a:pt x="88892" y="48315"/>
                  </a:lnTo>
                  <a:lnTo>
                    <a:pt x="78359" y="50292"/>
                  </a:lnTo>
                  <a:lnTo>
                    <a:pt x="126873" y="50292"/>
                  </a:lnTo>
                  <a:lnTo>
                    <a:pt x="126873" y="231394"/>
                  </a:lnTo>
                  <a:lnTo>
                    <a:pt x="142240" y="231394"/>
                  </a:lnTo>
                  <a:lnTo>
                    <a:pt x="142240" y="21082"/>
                  </a:lnTo>
                  <a:lnTo>
                    <a:pt x="146304" y="17145"/>
                  </a:lnTo>
                  <a:lnTo>
                    <a:pt x="176800" y="17145"/>
                  </a:lnTo>
                  <a:lnTo>
                    <a:pt x="176460" y="15430"/>
                  </a:lnTo>
                  <a:lnTo>
                    <a:pt x="170799" y="7207"/>
                  </a:lnTo>
                  <a:lnTo>
                    <a:pt x="162542" y="1889"/>
                  </a:lnTo>
                  <a:lnTo>
                    <a:pt x="152654" y="0"/>
                  </a:lnTo>
                  <a:close/>
                </a:path>
                <a:path w="307975" h="285115">
                  <a:moveTo>
                    <a:pt x="176800" y="17145"/>
                  </a:moveTo>
                  <a:lnTo>
                    <a:pt x="156718" y="17145"/>
                  </a:lnTo>
                  <a:lnTo>
                    <a:pt x="160782" y="21082"/>
                  </a:lnTo>
                  <a:lnTo>
                    <a:pt x="160782" y="231394"/>
                  </a:lnTo>
                  <a:lnTo>
                    <a:pt x="181737" y="231394"/>
                  </a:lnTo>
                  <a:lnTo>
                    <a:pt x="181737" y="50292"/>
                  </a:lnTo>
                  <a:lnTo>
                    <a:pt x="226187" y="50292"/>
                  </a:lnTo>
                  <a:lnTo>
                    <a:pt x="178562" y="30099"/>
                  </a:lnTo>
                  <a:lnTo>
                    <a:pt x="178562" y="26035"/>
                  </a:lnTo>
                  <a:lnTo>
                    <a:pt x="176800" y="17145"/>
                  </a:lnTo>
                  <a:close/>
                </a:path>
                <a:path w="307975" h="285115">
                  <a:moveTo>
                    <a:pt x="10453" y="43699"/>
                  </a:moveTo>
                  <a:lnTo>
                    <a:pt x="5699" y="43699"/>
                  </a:lnTo>
                  <a:lnTo>
                    <a:pt x="2794" y="45974"/>
                  </a:lnTo>
                  <a:lnTo>
                    <a:pt x="1650" y="49530"/>
                  </a:lnTo>
                  <a:lnTo>
                    <a:pt x="0" y="54483"/>
                  </a:lnTo>
                  <a:lnTo>
                    <a:pt x="1650" y="59309"/>
                  </a:lnTo>
                  <a:lnTo>
                    <a:pt x="7239" y="60960"/>
                  </a:lnTo>
                  <a:lnTo>
                    <a:pt x="13716" y="63373"/>
                  </a:lnTo>
                  <a:lnTo>
                    <a:pt x="21082" y="65786"/>
                  </a:lnTo>
                  <a:lnTo>
                    <a:pt x="29083" y="67437"/>
                  </a:lnTo>
                  <a:lnTo>
                    <a:pt x="31496" y="74675"/>
                  </a:lnTo>
                  <a:lnTo>
                    <a:pt x="35560" y="81152"/>
                  </a:lnTo>
                  <a:lnTo>
                    <a:pt x="41148" y="84455"/>
                  </a:lnTo>
                  <a:lnTo>
                    <a:pt x="3301" y="146938"/>
                  </a:lnTo>
                  <a:lnTo>
                    <a:pt x="1650" y="147827"/>
                  </a:lnTo>
                  <a:lnTo>
                    <a:pt x="1650" y="160782"/>
                  </a:lnTo>
                  <a:lnTo>
                    <a:pt x="5907" y="181919"/>
                  </a:lnTo>
                  <a:lnTo>
                    <a:pt x="17510" y="199199"/>
                  </a:lnTo>
                  <a:lnTo>
                    <a:pt x="34708" y="210859"/>
                  </a:lnTo>
                  <a:lnTo>
                    <a:pt x="55752" y="215137"/>
                  </a:lnTo>
                  <a:lnTo>
                    <a:pt x="76356" y="210859"/>
                  </a:lnTo>
                  <a:lnTo>
                    <a:pt x="93329" y="199199"/>
                  </a:lnTo>
                  <a:lnTo>
                    <a:pt x="95657" y="195707"/>
                  </a:lnTo>
                  <a:lnTo>
                    <a:pt x="52577" y="195707"/>
                  </a:lnTo>
                  <a:lnTo>
                    <a:pt x="38824" y="192861"/>
                  </a:lnTo>
                  <a:lnTo>
                    <a:pt x="27511" y="185134"/>
                  </a:lnTo>
                  <a:lnTo>
                    <a:pt x="19841" y="173739"/>
                  </a:lnTo>
                  <a:lnTo>
                    <a:pt x="17018" y="159893"/>
                  </a:lnTo>
                  <a:lnTo>
                    <a:pt x="109093" y="159893"/>
                  </a:lnTo>
                  <a:lnTo>
                    <a:pt x="109093" y="148589"/>
                  </a:lnTo>
                  <a:lnTo>
                    <a:pt x="108204" y="146938"/>
                  </a:lnTo>
                  <a:lnTo>
                    <a:pt x="105212" y="142112"/>
                  </a:lnTo>
                  <a:lnTo>
                    <a:pt x="24257" y="142112"/>
                  </a:lnTo>
                  <a:lnTo>
                    <a:pt x="52577" y="95885"/>
                  </a:lnTo>
                  <a:lnTo>
                    <a:pt x="76554" y="95885"/>
                  </a:lnTo>
                  <a:lnTo>
                    <a:pt x="69469" y="84455"/>
                  </a:lnTo>
                  <a:lnTo>
                    <a:pt x="75946" y="82042"/>
                  </a:lnTo>
                  <a:lnTo>
                    <a:pt x="80010" y="75564"/>
                  </a:lnTo>
                  <a:lnTo>
                    <a:pt x="81120" y="70612"/>
                  </a:lnTo>
                  <a:lnTo>
                    <a:pt x="47751" y="70612"/>
                  </a:lnTo>
                  <a:lnTo>
                    <a:pt x="43688" y="66548"/>
                  </a:lnTo>
                  <a:lnTo>
                    <a:pt x="43808" y="60960"/>
                  </a:lnTo>
                  <a:lnTo>
                    <a:pt x="44450" y="56896"/>
                  </a:lnTo>
                  <a:lnTo>
                    <a:pt x="47751" y="52832"/>
                  </a:lnTo>
                  <a:lnTo>
                    <a:pt x="122025" y="52832"/>
                  </a:lnTo>
                  <a:lnTo>
                    <a:pt x="126873" y="50292"/>
                  </a:lnTo>
                  <a:lnTo>
                    <a:pt x="78359" y="50292"/>
                  </a:lnTo>
                  <a:lnTo>
                    <a:pt x="77883" y="49530"/>
                  </a:lnTo>
                  <a:lnTo>
                    <a:pt x="29845" y="49530"/>
                  </a:lnTo>
                  <a:lnTo>
                    <a:pt x="24257" y="48768"/>
                  </a:lnTo>
                  <a:lnTo>
                    <a:pt x="17780" y="46355"/>
                  </a:lnTo>
                  <a:lnTo>
                    <a:pt x="12954" y="44704"/>
                  </a:lnTo>
                  <a:lnTo>
                    <a:pt x="11684" y="44069"/>
                  </a:lnTo>
                  <a:lnTo>
                    <a:pt x="10453" y="43699"/>
                  </a:lnTo>
                  <a:close/>
                </a:path>
                <a:path w="307975" h="285115">
                  <a:moveTo>
                    <a:pt x="258686" y="35433"/>
                  </a:moveTo>
                  <a:lnTo>
                    <a:pt x="242233" y="35433"/>
                  </a:lnTo>
                  <a:lnTo>
                    <a:pt x="235600" y="38608"/>
                  </a:lnTo>
                  <a:lnTo>
                    <a:pt x="230102" y="43699"/>
                  </a:lnTo>
                  <a:lnTo>
                    <a:pt x="226187" y="50292"/>
                  </a:lnTo>
                  <a:lnTo>
                    <a:pt x="181737" y="50292"/>
                  </a:lnTo>
                  <a:lnTo>
                    <a:pt x="194483" y="56896"/>
                  </a:lnTo>
                  <a:lnTo>
                    <a:pt x="205454" y="62007"/>
                  </a:lnTo>
                  <a:lnTo>
                    <a:pt x="216267" y="65786"/>
                  </a:lnTo>
                  <a:lnTo>
                    <a:pt x="227838" y="68199"/>
                  </a:lnTo>
                  <a:lnTo>
                    <a:pt x="230250" y="75564"/>
                  </a:lnTo>
                  <a:lnTo>
                    <a:pt x="234315" y="80391"/>
                  </a:lnTo>
                  <a:lnTo>
                    <a:pt x="240030" y="84455"/>
                  </a:lnTo>
                  <a:lnTo>
                    <a:pt x="201930" y="146938"/>
                  </a:lnTo>
                  <a:lnTo>
                    <a:pt x="200406" y="147827"/>
                  </a:lnTo>
                  <a:lnTo>
                    <a:pt x="200406" y="160782"/>
                  </a:lnTo>
                  <a:lnTo>
                    <a:pt x="204662" y="181919"/>
                  </a:lnTo>
                  <a:lnTo>
                    <a:pt x="216265" y="199199"/>
                  </a:lnTo>
                  <a:lnTo>
                    <a:pt x="233463" y="210859"/>
                  </a:lnTo>
                  <a:lnTo>
                    <a:pt x="254508" y="215137"/>
                  </a:lnTo>
                  <a:lnTo>
                    <a:pt x="275111" y="210859"/>
                  </a:lnTo>
                  <a:lnTo>
                    <a:pt x="292084" y="199199"/>
                  </a:lnTo>
                  <a:lnTo>
                    <a:pt x="294412" y="195707"/>
                  </a:lnTo>
                  <a:lnTo>
                    <a:pt x="249682" y="195707"/>
                  </a:lnTo>
                  <a:lnTo>
                    <a:pt x="235928" y="192861"/>
                  </a:lnTo>
                  <a:lnTo>
                    <a:pt x="224615" y="185134"/>
                  </a:lnTo>
                  <a:lnTo>
                    <a:pt x="216945" y="173739"/>
                  </a:lnTo>
                  <a:lnTo>
                    <a:pt x="214122" y="159893"/>
                  </a:lnTo>
                  <a:lnTo>
                    <a:pt x="307848" y="159893"/>
                  </a:lnTo>
                  <a:lnTo>
                    <a:pt x="307848" y="148589"/>
                  </a:lnTo>
                  <a:lnTo>
                    <a:pt x="307086" y="146938"/>
                  </a:lnTo>
                  <a:lnTo>
                    <a:pt x="304084" y="142112"/>
                  </a:lnTo>
                  <a:lnTo>
                    <a:pt x="221361" y="142112"/>
                  </a:lnTo>
                  <a:lnTo>
                    <a:pt x="249682" y="95885"/>
                  </a:lnTo>
                  <a:lnTo>
                    <a:pt x="275332" y="95885"/>
                  </a:lnTo>
                  <a:lnTo>
                    <a:pt x="268224" y="84455"/>
                  </a:lnTo>
                  <a:lnTo>
                    <a:pt x="269875" y="81152"/>
                  </a:lnTo>
                  <a:lnTo>
                    <a:pt x="273939" y="74675"/>
                  </a:lnTo>
                  <a:lnTo>
                    <a:pt x="274794" y="70612"/>
                  </a:lnTo>
                  <a:lnTo>
                    <a:pt x="243967" y="70612"/>
                  </a:lnTo>
                  <a:lnTo>
                    <a:pt x="240030" y="66548"/>
                  </a:lnTo>
                  <a:lnTo>
                    <a:pt x="240030" y="56896"/>
                  </a:lnTo>
                  <a:lnTo>
                    <a:pt x="243967" y="52832"/>
                  </a:lnTo>
                  <a:lnTo>
                    <a:pt x="304260" y="52832"/>
                  </a:lnTo>
                  <a:lnTo>
                    <a:pt x="303022" y="49530"/>
                  </a:lnTo>
                  <a:lnTo>
                    <a:pt x="274700" y="49530"/>
                  </a:lnTo>
                  <a:lnTo>
                    <a:pt x="270785" y="43378"/>
                  </a:lnTo>
                  <a:lnTo>
                    <a:pt x="265394" y="38608"/>
                  </a:lnTo>
                  <a:lnTo>
                    <a:pt x="264083" y="37951"/>
                  </a:lnTo>
                  <a:lnTo>
                    <a:pt x="258686" y="35433"/>
                  </a:lnTo>
                  <a:close/>
                </a:path>
                <a:path w="307975" h="285115">
                  <a:moveTo>
                    <a:pt x="109093" y="159893"/>
                  </a:moveTo>
                  <a:lnTo>
                    <a:pt x="88138" y="159893"/>
                  </a:lnTo>
                  <a:lnTo>
                    <a:pt x="85742" y="173739"/>
                  </a:lnTo>
                  <a:lnTo>
                    <a:pt x="78216" y="185134"/>
                  </a:lnTo>
                  <a:lnTo>
                    <a:pt x="66760" y="192861"/>
                  </a:lnTo>
                  <a:lnTo>
                    <a:pt x="52577" y="195707"/>
                  </a:lnTo>
                  <a:lnTo>
                    <a:pt x="95657" y="195707"/>
                  </a:lnTo>
                  <a:lnTo>
                    <a:pt x="104848" y="181919"/>
                  </a:lnTo>
                  <a:lnTo>
                    <a:pt x="109093" y="160782"/>
                  </a:lnTo>
                  <a:lnTo>
                    <a:pt x="109093" y="159893"/>
                  </a:lnTo>
                  <a:close/>
                </a:path>
                <a:path w="307975" h="285115">
                  <a:moveTo>
                    <a:pt x="307848" y="159893"/>
                  </a:moveTo>
                  <a:lnTo>
                    <a:pt x="284352" y="159893"/>
                  </a:lnTo>
                  <a:lnTo>
                    <a:pt x="281543" y="173739"/>
                  </a:lnTo>
                  <a:lnTo>
                    <a:pt x="273970" y="185134"/>
                  </a:lnTo>
                  <a:lnTo>
                    <a:pt x="262921" y="192861"/>
                  </a:lnTo>
                  <a:lnTo>
                    <a:pt x="249682" y="195707"/>
                  </a:lnTo>
                  <a:lnTo>
                    <a:pt x="294412" y="195707"/>
                  </a:lnTo>
                  <a:lnTo>
                    <a:pt x="303603" y="181919"/>
                  </a:lnTo>
                  <a:lnTo>
                    <a:pt x="307848" y="160782"/>
                  </a:lnTo>
                  <a:lnTo>
                    <a:pt x="307848" y="159893"/>
                  </a:lnTo>
                  <a:close/>
                </a:path>
                <a:path w="307975" h="285115">
                  <a:moveTo>
                    <a:pt x="76554" y="95885"/>
                  </a:moveTo>
                  <a:lnTo>
                    <a:pt x="52577" y="95885"/>
                  </a:lnTo>
                  <a:lnTo>
                    <a:pt x="80772" y="142112"/>
                  </a:lnTo>
                  <a:lnTo>
                    <a:pt x="105212" y="142112"/>
                  </a:lnTo>
                  <a:lnTo>
                    <a:pt x="76554" y="95885"/>
                  </a:lnTo>
                  <a:close/>
                </a:path>
                <a:path w="307975" h="285115">
                  <a:moveTo>
                    <a:pt x="275332" y="95885"/>
                  </a:moveTo>
                  <a:lnTo>
                    <a:pt x="249682" y="95885"/>
                  </a:lnTo>
                  <a:lnTo>
                    <a:pt x="277875" y="142112"/>
                  </a:lnTo>
                  <a:lnTo>
                    <a:pt x="304084" y="142112"/>
                  </a:lnTo>
                  <a:lnTo>
                    <a:pt x="275332" y="95885"/>
                  </a:lnTo>
                  <a:close/>
                </a:path>
                <a:path w="307975" h="285115">
                  <a:moveTo>
                    <a:pt x="122025" y="52832"/>
                  </a:moveTo>
                  <a:lnTo>
                    <a:pt x="57404" y="52832"/>
                  </a:lnTo>
                  <a:lnTo>
                    <a:pt x="61468" y="56896"/>
                  </a:lnTo>
                  <a:lnTo>
                    <a:pt x="61468" y="66548"/>
                  </a:lnTo>
                  <a:lnTo>
                    <a:pt x="57404" y="70612"/>
                  </a:lnTo>
                  <a:lnTo>
                    <a:pt x="81120" y="70612"/>
                  </a:lnTo>
                  <a:lnTo>
                    <a:pt x="81661" y="68199"/>
                  </a:lnTo>
                  <a:lnTo>
                    <a:pt x="93094" y="65786"/>
                  </a:lnTo>
                  <a:lnTo>
                    <a:pt x="103600" y="62007"/>
                  </a:lnTo>
                  <a:lnTo>
                    <a:pt x="114266" y="56896"/>
                  </a:lnTo>
                  <a:lnTo>
                    <a:pt x="122025" y="52832"/>
                  </a:lnTo>
                  <a:close/>
                </a:path>
                <a:path w="307975" h="285115">
                  <a:moveTo>
                    <a:pt x="304260" y="52832"/>
                  </a:moveTo>
                  <a:lnTo>
                    <a:pt x="254508" y="52832"/>
                  </a:lnTo>
                  <a:lnTo>
                    <a:pt x="258572" y="56896"/>
                  </a:lnTo>
                  <a:lnTo>
                    <a:pt x="258572" y="66548"/>
                  </a:lnTo>
                  <a:lnTo>
                    <a:pt x="254508" y="70612"/>
                  </a:lnTo>
                  <a:lnTo>
                    <a:pt x="274794" y="70612"/>
                  </a:lnTo>
                  <a:lnTo>
                    <a:pt x="275463" y="67437"/>
                  </a:lnTo>
                  <a:lnTo>
                    <a:pt x="282829" y="65786"/>
                  </a:lnTo>
                  <a:lnTo>
                    <a:pt x="290830" y="63373"/>
                  </a:lnTo>
                  <a:lnTo>
                    <a:pt x="298069" y="60960"/>
                  </a:lnTo>
                  <a:lnTo>
                    <a:pt x="303022" y="58420"/>
                  </a:lnTo>
                  <a:lnTo>
                    <a:pt x="304546" y="53594"/>
                  </a:lnTo>
                  <a:lnTo>
                    <a:pt x="304260" y="52832"/>
                  </a:lnTo>
                  <a:close/>
                </a:path>
                <a:path w="307975" h="285115">
                  <a:moveTo>
                    <a:pt x="54101" y="34162"/>
                  </a:moveTo>
                  <a:lnTo>
                    <a:pt x="46313" y="35433"/>
                  </a:lnTo>
                  <a:lnTo>
                    <a:pt x="46799" y="35433"/>
                  </a:lnTo>
                  <a:lnTo>
                    <a:pt x="41646" y="37951"/>
                  </a:lnTo>
                  <a:lnTo>
                    <a:pt x="40383" y="38608"/>
                  </a:lnTo>
                  <a:lnTo>
                    <a:pt x="34688" y="43378"/>
                  </a:lnTo>
                  <a:lnTo>
                    <a:pt x="29845" y="49530"/>
                  </a:lnTo>
                  <a:lnTo>
                    <a:pt x="77883" y="49530"/>
                  </a:lnTo>
                  <a:lnTo>
                    <a:pt x="74473" y="44069"/>
                  </a:lnTo>
                  <a:lnTo>
                    <a:pt x="74099" y="43699"/>
                  </a:lnTo>
                  <a:lnTo>
                    <a:pt x="68945" y="38893"/>
                  </a:lnTo>
                  <a:lnTo>
                    <a:pt x="62089" y="35433"/>
                  </a:lnTo>
                  <a:lnTo>
                    <a:pt x="54101" y="34162"/>
                  </a:lnTo>
                  <a:close/>
                </a:path>
                <a:path w="307975" h="285115">
                  <a:moveTo>
                    <a:pt x="298085" y="43699"/>
                  </a:moveTo>
                  <a:lnTo>
                    <a:pt x="293842" y="43699"/>
                  </a:lnTo>
                  <a:lnTo>
                    <a:pt x="292735" y="44069"/>
                  </a:lnTo>
                  <a:lnTo>
                    <a:pt x="291719" y="44704"/>
                  </a:lnTo>
                  <a:lnTo>
                    <a:pt x="285242" y="46355"/>
                  </a:lnTo>
                  <a:lnTo>
                    <a:pt x="280416" y="48768"/>
                  </a:lnTo>
                  <a:lnTo>
                    <a:pt x="274700" y="49530"/>
                  </a:lnTo>
                  <a:lnTo>
                    <a:pt x="303022" y="49530"/>
                  </a:lnTo>
                  <a:lnTo>
                    <a:pt x="301244" y="45974"/>
                  </a:lnTo>
                  <a:lnTo>
                    <a:pt x="298085" y="43699"/>
                  </a:lnTo>
                  <a:close/>
                </a:path>
                <a:path w="307975" h="285115">
                  <a:moveTo>
                    <a:pt x="250444" y="34162"/>
                  </a:moveTo>
                  <a:lnTo>
                    <a:pt x="241720" y="35433"/>
                  </a:lnTo>
                  <a:lnTo>
                    <a:pt x="259257" y="35433"/>
                  </a:lnTo>
                  <a:lnTo>
                    <a:pt x="250444" y="341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82768" y="1450847"/>
              <a:ext cx="106680" cy="12496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346192" y="1307591"/>
              <a:ext cx="303530" cy="302260"/>
            </a:xfrm>
            <a:custGeom>
              <a:avLst/>
              <a:gdLst/>
              <a:ahLst/>
              <a:cxnLst/>
              <a:rect l="l" t="t" r="r" b="b"/>
              <a:pathLst>
                <a:path w="303529" h="302259">
                  <a:moveTo>
                    <a:pt x="266700" y="235585"/>
                  </a:moveTo>
                  <a:lnTo>
                    <a:pt x="262636" y="231648"/>
                  </a:lnTo>
                  <a:lnTo>
                    <a:pt x="168910" y="231648"/>
                  </a:lnTo>
                  <a:lnTo>
                    <a:pt x="164084" y="231648"/>
                  </a:lnTo>
                  <a:lnTo>
                    <a:pt x="160020" y="235585"/>
                  </a:lnTo>
                  <a:lnTo>
                    <a:pt x="160020" y="245999"/>
                  </a:lnTo>
                  <a:lnTo>
                    <a:pt x="164084" y="249936"/>
                  </a:lnTo>
                  <a:lnTo>
                    <a:pt x="262636" y="249936"/>
                  </a:lnTo>
                  <a:lnTo>
                    <a:pt x="266700" y="245999"/>
                  </a:lnTo>
                  <a:lnTo>
                    <a:pt x="266700" y="235585"/>
                  </a:lnTo>
                  <a:close/>
                </a:path>
                <a:path w="303529" h="302259">
                  <a:moveTo>
                    <a:pt x="266700" y="200533"/>
                  </a:moveTo>
                  <a:lnTo>
                    <a:pt x="262636" y="196596"/>
                  </a:lnTo>
                  <a:lnTo>
                    <a:pt x="168910" y="196596"/>
                  </a:lnTo>
                  <a:lnTo>
                    <a:pt x="164084" y="196596"/>
                  </a:lnTo>
                  <a:lnTo>
                    <a:pt x="160020" y="200533"/>
                  </a:lnTo>
                  <a:lnTo>
                    <a:pt x="160020" y="210947"/>
                  </a:lnTo>
                  <a:lnTo>
                    <a:pt x="164084" y="214884"/>
                  </a:lnTo>
                  <a:lnTo>
                    <a:pt x="262636" y="214884"/>
                  </a:lnTo>
                  <a:lnTo>
                    <a:pt x="266700" y="210947"/>
                  </a:lnTo>
                  <a:lnTo>
                    <a:pt x="266700" y="200533"/>
                  </a:lnTo>
                  <a:close/>
                </a:path>
                <a:path w="303529" h="302259">
                  <a:moveTo>
                    <a:pt x="266700" y="165735"/>
                  </a:moveTo>
                  <a:lnTo>
                    <a:pt x="262636" y="161544"/>
                  </a:lnTo>
                  <a:lnTo>
                    <a:pt x="168910" y="161544"/>
                  </a:lnTo>
                  <a:lnTo>
                    <a:pt x="164084" y="161544"/>
                  </a:lnTo>
                  <a:lnTo>
                    <a:pt x="160020" y="165735"/>
                  </a:lnTo>
                  <a:lnTo>
                    <a:pt x="160020" y="175641"/>
                  </a:lnTo>
                  <a:lnTo>
                    <a:pt x="164084" y="179832"/>
                  </a:lnTo>
                  <a:lnTo>
                    <a:pt x="262636" y="179832"/>
                  </a:lnTo>
                  <a:lnTo>
                    <a:pt x="266700" y="175641"/>
                  </a:lnTo>
                  <a:lnTo>
                    <a:pt x="266700" y="165735"/>
                  </a:lnTo>
                  <a:close/>
                </a:path>
                <a:path w="303529" h="302259">
                  <a:moveTo>
                    <a:pt x="303276" y="133985"/>
                  </a:moveTo>
                  <a:lnTo>
                    <a:pt x="286258" y="109169"/>
                  </a:lnTo>
                  <a:lnTo>
                    <a:pt x="286258" y="129032"/>
                  </a:lnTo>
                  <a:lnTo>
                    <a:pt x="286258" y="280797"/>
                  </a:lnTo>
                  <a:lnTo>
                    <a:pt x="282194" y="284861"/>
                  </a:lnTo>
                  <a:lnTo>
                    <a:pt x="20320" y="284861"/>
                  </a:lnTo>
                  <a:lnTo>
                    <a:pt x="16256" y="280797"/>
                  </a:lnTo>
                  <a:lnTo>
                    <a:pt x="16256" y="129032"/>
                  </a:lnTo>
                  <a:lnTo>
                    <a:pt x="20320" y="125095"/>
                  </a:lnTo>
                  <a:lnTo>
                    <a:pt x="107823" y="125095"/>
                  </a:lnTo>
                  <a:lnTo>
                    <a:pt x="111747" y="131953"/>
                  </a:lnTo>
                  <a:lnTo>
                    <a:pt x="117348" y="137604"/>
                  </a:lnTo>
                  <a:lnTo>
                    <a:pt x="124663" y="141566"/>
                  </a:lnTo>
                  <a:lnTo>
                    <a:pt x="125107" y="141566"/>
                  </a:lnTo>
                  <a:lnTo>
                    <a:pt x="132969" y="142875"/>
                  </a:lnTo>
                  <a:lnTo>
                    <a:pt x="168656" y="142875"/>
                  </a:lnTo>
                  <a:lnTo>
                    <a:pt x="176771" y="141566"/>
                  </a:lnTo>
                  <a:lnTo>
                    <a:pt x="183934" y="137896"/>
                  </a:lnTo>
                  <a:lnTo>
                    <a:pt x="189738" y="132270"/>
                  </a:lnTo>
                  <a:lnTo>
                    <a:pt x="193370" y="125857"/>
                  </a:lnTo>
                  <a:lnTo>
                    <a:pt x="193802" y="125095"/>
                  </a:lnTo>
                  <a:lnTo>
                    <a:pt x="282194" y="125095"/>
                  </a:lnTo>
                  <a:lnTo>
                    <a:pt x="286258" y="129032"/>
                  </a:lnTo>
                  <a:lnTo>
                    <a:pt x="286258" y="109169"/>
                  </a:lnTo>
                  <a:lnTo>
                    <a:pt x="277368" y="107315"/>
                  </a:lnTo>
                  <a:lnTo>
                    <a:pt x="196215" y="107315"/>
                  </a:lnTo>
                  <a:lnTo>
                    <a:pt x="196215" y="89535"/>
                  </a:lnTo>
                  <a:lnTo>
                    <a:pt x="196215" y="87122"/>
                  </a:lnTo>
                  <a:lnTo>
                    <a:pt x="203136" y="83223"/>
                  </a:lnTo>
                  <a:lnTo>
                    <a:pt x="208826" y="77660"/>
                  </a:lnTo>
                  <a:lnTo>
                    <a:pt x="211569" y="72644"/>
                  </a:lnTo>
                  <a:lnTo>
                    <a:pt x="212686" y="70586"/>
                  </a:lnTo>
                  <a:lnTo>
                    <a:pt x="214122" y="62103"/>
                  </a:lnTo>
                  <a:lnTo>
                    <a:pt x="212813" y="54102"/>
                  </a:lnTo>
                  <a:lnTo>
                    <a:pt x="209118" y="46888"/>
                  </a:lnTo>
                  <a:lnTo>
                    <a:pt x="203454" y="41122"/>
                  </a:lnTo>
                  <a:lnTo>
                    <a:pt x="196215" y="37084"/>
                  </a:lnTo>
                  <a:lnTo>
                    <a:pt x="196215" y="36322"/>
                  </a:lnTo>
                  <a:lnTo>
                    <a:pt x="196215" y="17780"/>
                  </a:lnTo>
                  <a:lnTo>
                    <a:pt x="196215" y="4064"/>
                  </a:lnTo>
                  <a:lnTo>
                    <a:pt x="194564" y="2413"/>
                  </a:lnTo>
                  <a:lnTo>
                    <a:pt x="194564" y="58166"/>
                  </a:lnTo>
                  <a:lnTo>
                    <a:pt x="194564" y="68580"/>
                  </a:lnTo>
                  <a:lnTo>
                    <a:pt x="190627" y="72644"/>
                  </a:lnTo>
                  <a:lnTo>
                    <a:pt x="177546" y="72644"/>
                  </a:lnTo>
                  <a:lnTo>
                    <a:pt x="177546" y="89535"/>
                  </a:lnTo>
                  <a:lnTo>
                    <a:pt x="177546" y="121793"/>
                  </a:lnTo>
                  <a:lnTo>
                    <a:pt x="173482" y="125857"/>
                  </a:lnTo>
                  <a:lnTo>
                    <a:pt x="128143" y="125857"/>
                  </a:lnTo>
                  <a:lnTo>
                    <a:pt x="127381" y="125095"/>
                  </a:lnTo>
                  <a:lnTo>
                    <a:pt x="124079" y="121793"/>
                  </a:lnTo>
                  <a:lnTo>
                    <a:pt x="124079" y="89535"/>
                  </a:lnTo>
                  <a:lnTo>
                    <a:pt x="177546" y="89535"/>
                  </a:lnTo>
                  <a:lnTo>
                    <a:pt x="177546" y="72644"/>
                  </a:lnTo>
                  <a:lnTo>
                    <a:pt x="109474" y="72644"/>
                  </a:lnTo>
                  <a:lnTo>
                    <a:pt x="105410" y="68580"/>
                  </a:lnTo>
                  <a:lnTo>
                    <a:pt x="105410" y="58166"/>
                  </a:lnTo>
                  <a:lnTo>
                    <a:pt x="111125" y="54102"/>
                  </a:lnTo>
                  <a:lnTo>
                    <a:pt x="190627" y="54102"/>
                  </a:lnTo>
                  <a:lnTo>
                    <a:pt x="194564" y="58166"/>
                  </a:lnTo>
                  <a:lnTo>
                    <a:pt x="194564" y="2413"/>
                  </a:lnTo>
                  <a:lnTo>
                    <a:pt x="192151" y="0"/>
                  </a:lnTo>
                  <a:lnTo>
                    <a:pt x="177546" y="0"/>
                  </a:lnTo>
                  <a:lnTo>
                    <a:pt x="177546" y="17780"/>
                  </a:lnTo>
                  <a:lnTo>
                    <a:pt x="177546" y="36322"/>
                  </a:lnTo>
                  <a:lnTo>
                    <a:pt x="124079" y="36322"/>
                  </a:lnTo>
                  <a:lnTo>
                    <a:pt x="124079" y="17780"/>
                  </a:lnTo>
                  <a:lnTo>
                    <a:pt x="177546" y="17780"/>
                  </a:lnTo>
                  <a:lnTo>
                    <a:pt x="177546" y="0"/>
                  </a:lnTo>
                  <a:lnTo>
                    <a:pt x="111125" y="0"/>
                  </a:lnTo>
                  <a:lnTo>
                    <a:pt x="107061" y="4064"/>
                  </a:lnTo>
                  <a:lnTo>
                    <a:pt x="107061" y="37084"/>
                  </a:lnTo>
                  <a:lnTo>
                    <a:pt x="99580" y="41122"/>
                  </a:lnTo>
                  <a:lnTo>
                    <a:pt x="93764" y="46596"/>
                  </a:lnTo>
                  <a:lnTo>
                    <a:pt x="89814" y="53682"/>
                  </a:lnTo>
                  <a:lnTo>
                    <a:pt x="88392" y="62103"/>
                  </a:lnTo>
                  <a:lnTo>
                    <a:pt x="89712" y="70218"/>
                  </a:lnTo>
                  <a:lnTo>
                    <a:pt x="93484" y="77330"/>
                  </a:lnTo>
                  <a:lnTo>
                    <a:pt x="99606" y="83223"/>
                  </a:lnTo>
                  <a:lnTo>
                    <a:pt x="107061" y="87122"/>
                  </a:lnTo>
                  <a:lnTo>
                    <a:pt x="107061" y="107315"/>
                  </a:lnTo>
                  <a:lnTo>
                    <a:pt x="26797" y="107315"/>
                  </a:lnTo>
                  <a:lnTo>
                    <a:pt x="16065" y="109435"/>
                  </a:lnTo>
                  <a:lnTo>
                    <a:pt x="7581" y="115176"/>
                  </a:lnTo>
                  <a:lnTo>
                    <a:pt x="2006" y="123659"/>
                  </a:lnTo>
                  <a:lnTo>
                    <a:pt x="0" y="133985"/>
                  </a:lnTo>
                  <a:lnTo>
                    <a:pt x="0" y="275971"/>
                  </a:lnTo>
                  <a:lnTo>
                    <a:pt x="2120" y="286435"/>
                  </a:lnTo>
                  <a:lnTo>
                    <a:pt x="7912" y="294589"/>
                  </a:lnTo>
                  <a:lnTo>
                    <a:pt x="16446" y="299872"/>
                  </a:lnTo>
                  <a:lnTo>
                    <a:pt x="26797" y="301752"/>
                  </a:lnTo>
                  <a:lnTo>
                    <a:pt x="277368" y="301752"/>
                  </a:lnTo>
                  <a:lnTo>
                    <a:pt x="303276" y="275971"/>
                  </a:lnTo>
                  <a:lnTo>
                    <a:pt x="303276" y="1339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44239" y="1421891"/>
              <a:ext cx="160020" cy="16002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385316" y="1350263"/>
              <a:ext cx="2292350" cy="361315"/>
            </a:xfrm>
            <a:custGeom>
              <a:avLst/>
              <a:gdLst/>
              <a:ahLst/>
              <a:cxnLst/>
              <a:rect l="l" t="t" r="r" b="b"/>
              <a:pathLst>
                <a:path w="2292350" h="361314">
                  <a:moveTo>
                    <a:pt x="71628" y="185547"/>
                  </a:moveTo>
                  <a:lnTo>
                    <a:pt x="67564" y="181356"/>
                  </a:lnTo>
                  <a:lnTo>
                    <a:pt x="44831" y="181356"/>
                  </a:lnTo>
                  <a:lnTo>
                    <a:pt x="39116" y="181356"/>
                  </a:lnTo>
                  <a:lnTo>
                    <a:pt x="35052" y="185547"/>
                  </a:lnTo>
                  <a:lnTo>
                    <a:pt x="35052" y="195453"/>
                  </a:lnTo>
                  <a:lnTo>
                    <a:pt x="39116" y="199644"/>
                  </a:lnTo>
                  <a:lnTo>
                    <a:pt x="67564" y="199644"/>
                  </a:lnTo>
                  <a:lnTo>
                    <a:pt x="71628" y="195453"/>
                  </a:lnTo>
                  <a:lnTo>
                    <a:pt x="71628" y="185547"/>
                  </a:lnTo>
                  <a:close/>
                </a:path>
                <a:path w="2292350" h="361314">
                  <a:moveTo>
                    <a:pt x="268211" y="185547"/>
                  </a:moveTo>
                  <a:lnTo>
                    <a:pt x="264160" y="181356"/>
                  </a:lnTo>
                  <a:lnTo>
                    <a:pt x="240538" y="181356"/>
                  </a:lnTo>
                  <a:lnTo>
                    <a:pt x="235712" y="181356"/>
                  </a:lnTo>
                  <a:lnTo>
                    <a:pt x="231648" y="185547"/>
                  </a:lnTo>
                  <a:lnTo>
                    <a:pt x="231648" y="195453"/>
                  </a:lnTo>
                  <a:lnTo>
                    <a:pt x="235712" y="199644"/>
                  </a:lnTo>
                  <a:lnTo>
                    <a:pt x="264160" y="199644"/>
                  </a:lnTo>
                  <a:lnTo>
                    <a:pt x="268211" y="195453"/>
                  </a:lnTo>
                  <a:lnTo>
                    <a:pt x="268211" y="185547"/>
                  </a:lnTo>
                  <a:close/>
                </a:path>
                <a:path w="2292350" h="361314">
                  <a:moveTo>
                    <a:pt x="304038" y="207518"/>
                  </a:moveTo>
                  <a:lnTo>
                    <a:pt x="300748" y="184213"/>
                  </a:lnTo>
                  <a:lnTo>
                    <a:pt x="300710" y="183972"/>
                  </a:lnTo>
                  <a:lnTo>
                    <a:pt x="290410" y="162953"/>
                  </a:lnTo>
                  <a:lnTo>
                    <a:pt x="286131" y="158369"/>
                  </a:lnTo>
                  <a:lnTo>
                    <a:pt x="286131" y="210058"/>
                  </a:lnTo>
                  <a:lnTo>
                    <a:pt x="286131" y="235204"/>
                  </a:lnTo>
                  <a:lnTo>
                    <a:pt x="188087" y="235204"/>
                  </a:lnTo>
                  <a:lnTo>
                    <a:pt x="188671" y="234315"/>
                  </a:lnTo>
                  <a:lnTo>
                    <a:pt x="189166" y="233553"/>
                  </a:lnTo>
                  <a:lnTo>
                    <a:pt x="192201" y="228968"/>
                  </a:lnTo>
                  <a:lnTo>
                    <a:pt x="194957" y="222427"/>
                  </a:lnTo>
                  <a:lnTo>
                    <a:pt x="196494" y="215582"/>
                  </a:lnTo>
                  <a:lnTo>
                    <a:pt x="196862" y="210058"/>
                  </a:lnTo>
                  <a:lnTo>
                    <a:pt x="196850" y="207518"/>
                  </a:lnTo>
                  <a:lnTo>
                    <a:pt x="195503" y="197688"/>
                  </a:lnTo>
                  <a:lnTo>
                    <a:pt x="195440" y="197319"/>
                  </a:lnTo>
                  <a:lnTo>
                    <a:pt x="195364" y="196723"/>
                  </a:lnTo>
                  <a:lnTo>
                    <a:pt x="190792" y="186245"/>
                  </a:lnTo>
                  <a:lnTo>
                    <a:pt x="187083" y="181610"/>
                  </a:lnTo>
                  <a:lnTo>
                    <a:pt x="183629" y="177304"/>
                  </a:lnTo>
                  <a:lnTo>
                    <a:pt x="179959" y="174523"/>
                  </a:lnTo>
                  <a:lnTo>
                    <a:pt x="179959" y="207518"/>
                  </a:lnTo>
                  <a:lnTo>
                    <a:pt x="177812" y="217436"/>
                  </a:lnTo>
                  <a:lnTo>
                    <a:pt x="172720" y="224624"/>
                  </a:lnTo>
                  <a:lnTo>
                    <a:pt x="172720" y="256286"/>
                  </a:lnTo>
                  <a:lnTo>
                    <a:pt x="152400" y="283210"/>
                  </a:lnTo>
                  <a:lnTo>
                    <a:pt x="143510" y="271437"/>
                  </a:lnTo>
                  <a:lnTo>
                    <a:pt x="143510" y="300990"/>
                  </a:lnTo>
                  <a:lnTo>
                    <a:pt x="143510" y="344043"/>
                  </a:lnTo>
                  <a:lnTo>
                    <a:pt x="89916" y="344043"/>
                  </a:lnTo>
                  <a:lnTo>
                    <a:pt x="89916" y="314833"/>
                  </a:lnTo>
                  <a:lnTo>
                    <a:pt x="91541" y="300990"/>
                  </a:lnTo>
                  <a:lnTo>
                    <a:pt x="91567" y="300697"/>
                  </a:lnTo>
                  <a:lnTo>
                    <a:pt x="91694" y="299669"/>
                  </a:lnTo>
                  <a:lnTo>
                    <a:pt x="96837" y="286004"/>
                  </a:lnTo>
                  <a:lnTo>
                    <a:pt x="105016" y="274154"/>
                  </a:lnTo>
                  <a:lnTo>
                    <a:pt x="115951" y="264414"/>
                  </a:lnTo>
                  <a:lnTo>
                    <a:pt x="143510" y="300990"/>
                  </a:lnTo>
                  <a:lnTo>
                    <a:pt x="143510" y="271437"/>
                  </a:lnTo>
                  <a:lnTo>
                    <a:pt x="138214" y="264414"/>
                  </a:lnTo>
                  <a:lnTo>
                    <a:pt x="132080" y="256286"/>
                  </a:lnTo>
                  <a:lnTo>
                    <a:pt x="145923" y="253111"/>
                  </a:lnTo>
                  <a:lnTo>
                    <a:pt x="159639" y="253111"/>
                  </a:lnTo>
                  <a:lnTo>
                    <a:pt x="167005" y="253873"/>
                  </a:lnTo>
                  <a:lnTo>
                    <a:pt x="172720" y="256286"/>
                  </a:lnTo>
                  <a:lnTo>
                    <a:pt x="172720" y="224624"/>
                  </a:lnTo>
                  <a:lnTo>
                    <a:pt x="171932" y="225729"/>
                  </a:lnTo>
                  <a:lnTo>
                    <a:pt x="162991" y="231559"/>
                  </a:lnTo>
                  <a:lnTo>
                    <a:pt x="162547" y="231559"/>
                  </a:lnTo>
                  <a:lnTo>
                    <a:pt x="152400" y="233553"/>
                  </a:lnTo>
                  <a:lnTo>
                    <a:pt x="142049" y="231559"/>
                  </a:lnTo>
                  <a:lnTo>
                    <a:pt x="133515" y="226060"/>
                  </a:lnTo>
                  <a:lnTo>
                    <a:pt x="127723" y="217805"/>
                  </a:lnTo>
                  <a:lnTo>
                    <a:pt x="125603" y="207518"/>
                  </a:lnTo>
                  <a:lnTo>
                    <a:pt x="127647" y="197688"/>
                  </a:lnTo>
                  <a:lnTo>
                    <a:pt x="127723" y="197319"/>
                  </a:lnTo>
                  <a:lnTo>
                    <a:pt x="133515" y="189090"/>
                  </a:lnTo>
                  <a:lnTo>
                    <a:pt x="141846" y="183730"/>
                  </a:lnTo>
                  <a:lnTo>
                    <a:pt x="141401" y="183730"/>
                  </a:lnTo>
                  <a:lnTo>
                    <a:pt x="152400" y="181610"/>
                  </a:lnTo>
                  <a:lnTo>
                    <a:pt x="163182" y="183730"/>
                  </a:lnTo>
                  <a:lnTo>
                    <a:pt x="171932" y="189420"/>
                  </a:lnTo>
                  <a:lnTo>
                    <a:pt x="177812" y="197688"/>
                  </a:lnTo>
                  <a:lnTo>
                    <a:pt x="179959" y="207518"/>
                  </a:lnTo>
                  <a:lnTo>
                    <a:pt x="179959" y="174523"/>
                  </a:lnTo>
                  <a:lnTo>
                    <a:pt x="209384" y="148082"/>
                  </a:lnTo>
                  <a:lnTo>
                    <a:pt x="223774" y="146558"/>
                  </a:lnTo>
                  <a:lnTo>
                    <a:pt x="247865" y="151561"/>
                  </a:lnTo>
                  <a:lnTo>
                    <a:pt x="267716" y="165163"/>
                  </a:lnTo>
                  <a:lnTo>
                    <a:pt x="280403" y="184213"/>
                  </a:lnTo>
                  <a:lnTo>
                    <a:pt x="281178" y="185420"/>
                  </a:lnTo>
                  <a:lnTo>
                    <a:pt x="286131" y="210058"/>
                  </a:lnTo>
                  <a:lnTo>
                    <a:pt x="286131" y="158369"/>
                  </a:lnTo>
                  <a:lnTo>
                    <a:pt x="275132" y="146558"/>
                  </a:lnTo>
                  <a:lnTo>
                    <a:pt x="274510" y="145897"/>
                  </a:lnTo>
                  <a:lnTo>
                    <a:pt x="274637" y="145897"/>
                  </a:lnTo>
                  <a:lnTo>
                    <a:pt x="253746" y="133604"/>
                  </a:lnTo>
                  <a:lnTo>
                    <a:pt x="259791" y="127127"/>
                  </a:lnTo>
                  <a:lnTo>
                    <a:pt x="259981" y="126936"/>
                  </a:lnTo>
                  <a:lnTo>
                    <a:pt x="261073" y="125120"/>
                  </a:lnTo>
                  <a:lnTo>
                    <a:pt x="264668" y="118872"/>
                  </a:lnTo>
                  <a:lnTo>
                    <a:pt x="267296" y="110553"/>
                  </a:lnTo>
                  <a:lnTo>
                    <a:pt x="267423" y="110172"/>
                  </a:lnTo>
                  <a:lnTo>
                    <a:pt x="268351" y="101092"/>
                  </a:lnTo>
                  <a:lnTo>
                    <a:pt x="264795" y="83820"/>
                  </a:lnTo>
                  <a:lnTo>
                    <a:pt x="258330" y="74295"/>
                  </a:lnTo>
                  <a:lnTo>
                    <a:pt x="255155" y="69596"/>
                  </a:lnTo>
                  <a:lnTo>
                    <a:pt x="251333" y="67005"/>
                  </a:lnTo>
                  <a:lnTo>
                    <a:pt x="251333" y="101092"/>
                  </a:lnTo>
                  <a:lnTo>
                    <a:pt x="249428" y="110172"/>
                  </a:lnTo>
                  <a:lnTo>
                    <a:pt x="249351" y="110553"/>
                  </a:lnTo>
                  <a:lnTo>
                    <a:pt x="249262" y="111010"/>
                  </a:lnTo>
                  <a:lnTo>
                    <a:pt x="249199" y="111328"/>
                  </a:lnTo>
                  <a:lnTo>
                    <a:pt x="243408" y="119595"/>
                  </a:lnTo>
                  <a:lnTo>
                    <a:pt x="234873" y="125120"/>
                  </a:lnTo>
                  <a:lnTo>
                    <a:pt x="224536" y="127127"/>
                  </a:lnTo>
                  <a:lnTo>
                    <a:pt x="214528" y="125120"/>
                  </a:lnTo>
                  <a:lnTo>
                    <a:pt x="214147" y="125120"/>
                  </a:lnTo>
                  <a:lnTo>
                    <a:pt x="205816" y="119303"/>
                  </a:lnTo>
                  <a:lnTo>
                    <a:pt x="200507" y="111010"/>
                  </a:lnTo>
                  <a:lnTo>
                    <a:pt x="198628" y="101092"/>
                  </a:lnTo>
                  <a:lnTo>
                    <a:pt x="199809" y="90754"/>
                  </a:lnTo>
                  <a:lnTo>
                    <a:pt x="205193" y="82219"/>
                  </a:lnTo>
                  <a:lnTo>
                    <a:pt x="213766" y="76428"/>
                  </a:lnTo>
                  <a:lnTo>
                    <a:pt x="224536" y="74295"/>
                  </a:lnTo>
                  <a:lnTo>
                    <a:pt x="235204" y="76428"/>
                  </a:lnTo>
                  <a:lnTo>
                    <a:pt x="243687" y="82219"/>
                  </a:lnTo>
                  <a:lnTo>
                    <a:pt x="249301" y="90754"/>
                  </a:lnTo>
                  <a:lnTo>
                    <a:pt x="251333" y="101092"/>
                  </a:lnTo>
                  <a:lnTo>
                    <a:pt x="251333" y="67005"/>
                  </a:lnTo>
                  <a:lnTo>
                    <a:pt x="240969" y="59944"/>
                  </a:lnTo>
                  <a:lnTo>
                    <a:pt x="223774" y="56388"/>
                  </a:lnTo>
                  <a:lnTo>
                    <a:pt x="206514" y="59944"/>
                  </a:lnTo>
                  <a:lnTo>
                    <a:pt x="192341" y="69596"/>
                  </a:lnTo>
                  <a:lnTo>
                    <a:pt x="182727" y="83820"/>
                  </a:lnTo>
                  <a:lnTo>
                    <a:pt x="179197" y="101092"/>
                  </a:lnTo>
                  <a:lnTo>
                    <a:pt x="180047" y="110172"/>
                  </a:lnTo>
                  <a:lnTo>
                    <a:pt x="192913" y="133604"/>
                  </a:lnTo>
                  <a:lnTo>
                    <a:pt x="182016" y="138887"/>
                  </a:lnTo>
                  <a:lnTo>
                    <a:pt x="171831" y="145897"/>
                  </a:lnTo>
                  <a:lnTo>
                    <a:pt x="163156" y="153974"/>
                  </a:lnTo>
                  <a:lnTo>
                    <a:pt x="155575" y="163703"/>
                  </a:lnTo>
                  <a:lnTo>
                    <a:pt x="147574" y="163703"/>
                  </a:lnTo>
                  <a:lnTo>
                    <a:pt x="140144" y="154292"/>
                  </a:lnTo>
                  <a:lnTo>
                    <a:pt x="131330" y="145897"/>
                  </a:lnTo>
                  <a:lnTo>
                    <a:pt x="130429" y="145275"/>
                  </a:lnTo>
                  <a:lnTo>
                    <a:pt x="130429" y="169418"/>
                  </a:lnTo>
                  <a:lnTo>
                    <a:pt x="120980" y="176517"/>
                  </a:lnTo>
                  <a:lnTo>
                    <a:pt x="113601" y="185420"/>
                  </a:lnTo>
                  <a:lnTo>
                    <a:pt x="108775" y="195859"/>
                  </a:lnTo>
                  <a:lnTo>
                    <a:pt x="107061" y="207518"/>
                  </a:lnTo>
                  <a:lnTo>
                    <a:pt x="107645" y="214820"/>
                  </a:lnTo>
                  <a:lnTo>
                    <a:pt x="109359" y="221869"/>
                  </a:lnTo>
                  <a:lnTo>
                    <a:pt x="112141" y="228460"/>
                  </a:lnTo>
                  <a:lnTo>
                    <a:pt x="115951" y="234315"/>
                  </a:lnTo>
                  <a:lnTo>
                    <a:pt x="17780" y="234315"/>
                  </a:lnTo>
                  <a:lnTo>
                    <a:pt x="17780" y="208407"/>
                  </a:lnTo>
                  <a:lnTo>
                    <a:pt x="22758" y="184213"/>
                  </a:lnTo>
                  <a:lnTo>
                    <a:pt x="36347" y="164299"/>
                  </a:lnTo>
                  <a:lnTo>
                    <a:pt x="56451" y="150787"/>
                  </a:lnTo>
                  <a:lnTo>
                    <a:pt x="80543" y="145897"/>
                  </a:lnTo>
                  <a:lnTo>
                    <a:pt x="81838" y="145897"/>
                  </a:lnTo>
                  <a:lnTo>
                    <a:pt x="94919" y="147421"/>
                  </a:lnTo>
                  <a:lnTo>
                    <a:pt x="108204" y="152082"/>
                  </a:lnTo>
                  <a:lnTo>
                    <a:pt x="120243" y="159512"/>
                  </a:lnTo>
                  <a:lnTo>
                    <a:pt x="130429" y="169418"/>
                  </a:lnTo>
                  <a:lnTo>
                    <a:pt x="130429" y="145275"/>
                  </a:lnTo>
                  <a:lnTo>
                    <a:pt x="121297" y="138887"/>
                  </a:lnTo>
                  <a:lnTo>
                    <a:pt x="110236" y="133604"/>
                  </a:lnTo>
                  <a:lnTo>
                    <a:pt x="115951" y="127127"/>
                  </a:lnTo>
                  <a:lnTo>
                    <a:pt x="123952" y="101092"/>
                  </a:lnTo>
                  <a:lnTo>
                    <a:pt x="120408" y="83820"/>
                  </a:lnTo>
                  <a:lnTo>
                    <a:pt x="113982" y="74295"/>
                  </a:lnTo>
                  <a:lnTo>
                    <a:pt x="110820" y="69596"/>
                  </a:lnTo>
                  <a:lnTo>
                    <a:pt x="107061" y="67043"/>
                  </a:lnTo>
                  <a:lnTo>
                    <a:pt x="107061" y="101092"/>
                  </a:lnTo>
                  <a:lnTo>
                    <a:pt x="105168" y="110172"/>
                  </a:lnTo>
                  <a:lnTo>
                    <a:pt x="105092" y="110553"/>
                  </a:lnTo>
                  <a:lnTo>
                    <a:pt x="105003" y="111010"/>
                  </a:lnTo>
                  <a:lnTo>
                    <a:pt x="104927" y="111328"/>
                  </a:lnTo>
                  <a:lnTo>
                    <a:pt x="99225" y="119595"/>
                  </a:lnTo>
                  <a:lnTo>
                    <a:pt x="90932" y="125120"/>
                  </a:lnTo>
                  <a:lnTo>
                    <a:pt x="81026" y="127127"/>
                  </a:lnTo>
                  <a:lnTo>
                    <a:pt x="71208" y="125120"/>
                  </a:lnTo>
                  <a:lnTo>
                    <a:pt x="70853" y="125120"/>
                  </a:lnTo>
                  <a:lnTo>
                    <a:pt x="62204" y="119303"/>
                  </a:lnTo>
                  <a:lnTo>
                    <a:pt x="56464" y="111010"/>
                  </a:lnTo>
                  <a:lnTo>
                    <a:pt x="54356" y="101092"/>
                  </a:lnTo>
                  <a:lnTo>
                    <a:pt x="55981" y="90754"/>
                  </a:lnTo>
                  <a:lnTo>
                    <a:pt x="61595" y="82219"/>
                  </a:lnTo>
                  <a:lnTo>
                    <a:pt x="70243" y="76428"/>
                  </a:lnTo>
                  <a:lnTo>
                    <a:pt x="81026" y="74295"/>
                  </a:lnTo>
                  <a:lnTo>
                    <a:pt x="91249" y="76428"/>
                  </a:lnTo>
                  <a:lnTo>
                    <a:pt x="99517" y="82219"/>
                  </a:lnTo>
                  <a:lnTo>
                    <a:pt x="105041" y="90754"/>
                  </a:lnTo>
                  <a:lnTo>
                    <a:pt x="107061" y="101092"/>
                  </a:lnTo>
                  <a:lnTo>
                    <a:pt x="107061" y="67043"/>
                  </a:lnTo>
                  <a:lnTo>
                    <a:pt x="96672" y="59944"/>
                  </a:lnTo>
                  <a:lnTo>
                    <a:pt x="79502" y="56388"/>
                  </a:lnTo>
                  <a:lnTo>
                    <a:pt x="62230" y="59944"/>
                  </a:lnTo>
                  <a:lnTo>
                    <a:pt x="48006" y="69596"/>
                  </a:lnTo>
                  <a:lnTo>
                    <a:pt x="38354" y="83820"/>
                  </a:lnTo>
                  <a:lnTo>
                    <a:pt x="34798" y="101092"/>
                  </a:lnTo>
                  <a:lnTo>
                    <a:pt x="35788" y="110172"/>
                  </a:lnTo>
                  <a:lnTo>
                    <a:pt x="35826" y="110553"/>
                  </a:lnTo>
                  <a:lnTo>
                    <a:pt x="38646" y="118872"/>
                  </a:lnTo>
                  <a:lnTo>
                    <a:pt x="38811" y="119303"/>
                  </a:lnTo>
                  <a:lnTo>
                    <a:pt x="43357" y="126936"/>
                  </a:lnTo>
                  <a:lnTo>
                    <a:pt x="49403" y="133604"/>
                  </a:lnTo>
                  <a:lnTo>
                    <a:pt x="28956" y="145897"/>
                  </a:lnTo>
                  <a:lnTo>
                    <a:pt x="29159" y="145897"/>
                  </a:lnTo>
                  <a:lnTo>
                    <a:pt x="13792" y="162661"/>
                  </a:lnTo>
                  <a:lnTo>
                    <a:pt x="4610" y="181610"/>
                  </a:lnTo>
                  <a:lnTo>
                    <a:pt x="3606" y="183730"/>
                  </a:lnTo>
                  <a:lnTo>
                    <a:pt x="0" y="207518"/>
                  </a:lnTo>
                  <a:lnTo>
                    <a:pt x="0" y="248158"/>
                  </a:lnTo>
                  <a:lnTo>
                    <a:pt x="4064" y="252222"/>
                  </a:lnTo>
                  <a:lnTo>
                    <a:pt x="101346" y="252222"/>
                  </a:lnTo>
                  <a:lnTo>
                    <a:pt x="88646" y="265010"/>
                  </a:lnTo>
                  <a:lnTo>
                    <a:pt x="78905" y="279908"/>
                  </a:lnTo>
                  <a:lnTo>
                    <a:pt x="72669" y="296621"/>
                  </a:lnTo>
                  <a:lnTo>
                    <a:pt x="70485" y="314833"/>
                  </a:lnTo>
                  <a:lnTo>
                    <a:pt x="70485" y="357124"/>
                  </a:lnTo>
                  <a:lnTo>
                    <a:pt x="74549" y="361188"/>
                  </a:lnTo>
                  <a:lnTo>
                    <a:pt x="228600" y="361188"/>
                  </a:lnTo>
                  <a:lnTo>
                    <a:pt x="232664" y="357124"/>
                  </a:lnTo>
                  <a:lnTo>
                    <a:pt x="232664" y="344043"/>
                  </a:lnTo>
                  <a:lnTo>
                    <a:pt x="232664" y="314833"/>
                  </a:lnTo>
                  <a:lnTo>
                    <a:pt x="230479" y="296621"/>
                  </a:lnTo>
                  <a:lnTo>
                    <a:pt x="224345" y="279908"/>
                  </a:lnTo>
                  <a:lnTo>
                    <a:pt x="215646" y="266230"/>
                  </a:lnTo>
                  <a:lnTo>
                    <a:pt x="215646" y="344043"/>
                  </a:lnTo>
                  <a:lnTo>
                    <a:pt x="162052" y="344043"/>
                  </a:lnTo>
                  <a:lnTo>
                    <a:pt x="162052" y="300990"/>
                  </a:lnTo>
                  <a:lnTo>
                    <a:pt x="175069" y="283210"/>
                  </a:lnTo>
                  <a:lnTo>
                    <a:pt x="188849" y="264414"/>
                  </a:lnTo>
                  <a:lnTo>
                    <a:pt x="199517" y="274383"/>
                  </a:lnTo>
                  <a:lnTo>
                    <a:pt x="208000" y="286689"/>
                  </a:lnTo>
                  <a:lnTo>
                    <a:pt x="213614" y="300697"/>
                  </a:lnTo>
                  <a:lnTo>
                    <a:pt x="215519" y="314833"/>
                  </a:lnTo>
                  <a:lnTo>
                    <a:pt x="215646" y="344043"/>
                  </a:lnTo>
                  <a:lnTo>
                    <a:pt x="215646" y="266230"/>
                  </a:lnTo>
                  <a:lnTo>
                    <a:pt x="214871" y="265010"/>
                  </a:lnTo>
                  <a:lnTo>
                    <a:pt x="214299" y="264414"/>
                  </a:lnTo>
                  <a:lnTo>
                    <a:pt x="203530" y="253111"/>
                  </a:lnTo>
                  <a:lnTo>
                    <a:pt x="202692" y="252222"/>
                  </a:lnTo>
                  <a:lnTo>
                    <a:pt x="299974" y="252222"/>
                  </a:lnTo>
                  <a:lnTo>
                    <a:pt x="304038" y="248158"/>
                  </a:lnTo>
                  <a:lnTo>
                    <a:pt x="304038" y="235204"/>
                  </a:lnTo>
                  <a:lnTo>
                    <a:pt x="304038" y="207518"/>
                  </a:lnTo>
                  <a:close/>
                </a:path>
                <a:path w="2292350" h="361314">
                  <a:moveTo>
                    <a:pt x="2225421" y="30226"/>
                  </a:moveTo>
                  <a:lnTo>
                    <a:pt x="2224963" y="30226"/>
                  </a:lnTo>
                  <a:lnTo>
                    <a:pt x="2224646" y="30492"/>
                  </a:lnTo>
                  <a:lnTo>
                    <a:pt x="2225421" y="30226"/>
                  </a:lnTo>
                  <a:close/>
                </a:path>
                <a:path w="2292350" h="361314">
                  <a:moveTo>
                    <a:pt x="2231542" y="30226"/>
                  </a:moveTo>
                  <a:lnTo>
                    <a:pt x="2230932" y="29972"/>
                  </a:lnTo>
                  <a:lnTo>
                    <a:pt x="2226183" y="29972"/>
                  </a:lnTo>
                  <a:lnTo>
                    <a:pt x="2225421" y="30226"/>
                  </a:lnTo>
                  <a:lnTo>
                    <a:pt x="2231542" y="30226"/>
                  </a:lnTo>
                  <a:close/>
                </a:path>
                <a:path w="2292350" h="361314">
                  <a:moveTo>
                    <a:pt x="2292096" y="130556"/>
                  </a:moveTo>
                  <a:lnTo>
                    <a:pt x="2288794" y="126492"/>
                  </a:lnTo>
                  <a:lnTo>
                    <a:pt x="2284730" y="125603"/>
                  </a:lnTo>
                  <a:lnTo>
                    <a:pt x="2273427" y="123647"/>
                  </a:lnTo>
                  <a:lnTo>
                    <a:pt x="2273427" y="141859"/>
                  </a:lnTo>
                  <a:lnTo>
                    <a:pt x="2273427" y="162179"/>
                  </a:lnTo>
                  <a:lnTo>
                    <a:pt x="2251583" y="166116"/>
                  </a:lnTo>
                  <a:lnTo>
                    <a:pt x="2247519" y="167005"/>
                  </a:lnTo>
                  <a:lnTo>
                    <a:pt x="2245106" y="169418"/>
                  </a:lnTo>
                  <a:lnTo>
                    <a:pt x="2244344" y="173482"/>
                  </a:lnTo>
                  <a:lnTo>
                    <a:pt x="2241613" y="183261"/>
                  </a:lnTo>
                  <a:lnTo>
                    <a:pt x="2241550" y="183515"/>
                  </a:lnTo>
                  <a:lnTo>
                    <a:pt x="2238019" y="193116"/>
                  </a:lnTo>
                  <a:lnTo>
                    <a:pt x="2233587" y="202425"/>
                  </a:lnTo>
                  <a:lnTo>
                    <a:pt x="2228088" y="211582"/>
                  </a:lnTo>
                  <a:lnTo>
                    <a:pt x="2226437" y="214884"/>
                  </a:lnTo>
                  <a:lnTo>
                    <a:pt x="2226437" y="218821"/>
                  </a:lnTo>
                  <a:lnTo>
                    <a:pt x="2228088" y="222123"/>
                  </a:lnTo>
                  <a:lnTo>
                    <a:pt x="2241042" y="239903"/>
                  </a:lnTo>
                  <a:lnTo>
                    <a:pt x="2227186" y="254520"/>
                  </a:lnTo>
                  <a:lnTo>
                    <a:pt x="2208657" y="240792"/>
                  </a:lnTo>
                  <a:lnTo>
                    <a:pt x="2207387" y="239903"/>
                  </a:lnTo>
                  <a:lnTo>
                    <a:pt x="2205736" y="239522"/>
                  </a:lnTo>
                  <a:lnTo>
                    <a:pt x="2202307" y="239522"/>
                  </a:lnTo>
                  <a:lnTo>
                    <a:pt x="2200529" y="239903"/>
                  </a:lnTo>
                  <a:lnTo>
                    <a:pt x="2198878" y="240792"/>
                  </a:lnTo>
                  <a:lnTo>
                    <a:pt x="2189708" y="246405"/>
                  </a:lnTo>
                  <a:lnTo>
                    <a:pt x="2180348" y="251002"/>
                  </a:lnTo>
                  <a:lnTo>
                    <a:pt x="2170531" y="254533"/>
                  </a:lnTo>
                  <a:lnTo>
                    <a:pt x="2160016" y="256921"/>
                  </a:lnTo>
                  <a:lnTo>
                    <a:pt x="2155952" y="258572"/>
                  </a:lnTo>
                  <a:lnTo>
                    <a:pt x="2154301" y="260985"/>
                  </a:lnTo>
                  <a:lnTo>
                    <a:pt x="2153539" y="264287"/>
                  </a:lnTo>
                  <a:lnTo>
                    <a:pt x="2149475" y="286893"/>
                  </a:lnTo>
                  <a:lnTo>
                    <a:pt x="2129155" y="286893"/>
                  </a:lnTo>
                  <a:lnTo>
                    <a:pt x="2125294" y="264782"/>
                  </a:lnTo>
                  <a:lnTo>
                    <a:pt x="2125218" y="264287"/>
                  </a:lnTo>
                  <a:lnTo>
                    <a:pt x="2123567" y="260223"/>
                  </a:lnTo>
                  <a:lnTo>
                    <a:pt x="2121916" y="258572"/>
                  </a:lnTo>
                  <a:lnTo>
                    <a:pt x="2117852" y="256921"/>
                  </a:lnTo>
                  <a:lnTo>
                    <a:pt x="2107323" y="254533"/>
                  </a:lnTo>
                  <a:lnTo>
                    <a:pt x="2097506" y="251002"/>
                  </a:lnTo>
                  <a:lnTo>
                    <a:pt x="2088146" y="246405"/>
                  </a:lnTo>
                  <a:lnTo>
                    <a:pt x="2078990" y="240792"/>
                  </a:lnTo>
                  <a:lnTo>
                    <a:pt x="2077339" y="239903"/>
                  </a:lnTo>
                  <a:lnTo>
                    <a:pt x="2075688" y="239522"/>
                  </a:lnTo>
                  <a:lnTo>
                    <a:pt x="2072513" y="239522"/>
                  </a:lnTo>
                  <a:lnTo>
                    <a:pt x="2070862" y="239903"/>
                  </a:lnTo>
                  <a:lnTo>
                    <a:pt x="2069211" y="240792"/>
                  </a:lnTo>
                  <a:lnTo>
                    <a:pt x="2050656" y="254520"/>
                  </a:lnTo>
                  <a:lnTo>
                    <a:pt x="2036826" y="239903"/>
                  </a:lnTo>
                  <a:lnTo>
                    <a:pt x="2052193" y="218821"/>
                  </a:lnTo>
                  <a:lnTo>
                    <a:pt x="2052193" y="214884"/>
                  </a:lnTo>
                  <a:lnTo>
                    <a:pt x="2049780" y="211582"/>
                  </a:lnTo>
                  <a:lnTo>
                    <a:pt x="2044268" y="202425"/>
                  </a:lnTo>
                  <a:lnTo>
                    <a:pt x="2039848" y="193116"/>
                  </a:lnTo>
                  <a:lnTo>
                    <a:pt x="2036356" y="183515"/>
                  </a:lnTo>
                  <a:lnTo>
                    <a:pt x="2033651" y="173482"/>
                  </a:lnTo>
                  <a:lnTo>
                    <a:pt x="2032762" y="169418"/>
                  </a:lnTo>
                  <a:lnTo>
                    <a:pt x="2029587" y="167005"/>
                  </a:lnTo>
                  <a:lnTo>
                    <a:pt x="2026285" y="166116"/>
                  </a:lnTo>
                  <a:lnTo>
                    <a:pt x="2004441" y="162179"/>
                  </a:lnTo>
                  <a:lnTo>
                    <a:pt x="2004441" y="141859"/>
                  </a:lnTo>
                  <a:lnTo>
                    <a:pt x="2030349" y="137033"/>
                  </a:lnTo>
                  <a:lnTo>
                    <a:pt x="2032762" y="134620"/>
                  </a:lnTo>
                  <a:lnTo>
                    <a:pt x="2033651" y="130556"/>
                  </a:lnTo>
                  <a:lnTo>
                    <a:pt x="2036279" y="120459"/>
                  </a:lnTo>
                  <a:lnTo>
                    <a:pt x="2036356" y="120142"/>
                  </a:lnTo>
                  <a:lnTo>
                    <a:pt x="2039747" y="110845"/>
                  </a:lnTo>
                  <a:lnTo>
                    <a:pt x="2039848" y="110566"/>
                  </a:lnTo>
                  <a:lnTo>
                    <a:pt x="2044217" y="101561"/>
                  </a:lnTo>
                  <a:lnTo>
                    <a:pt x="2049780" y="92456"/>
                  </a:lnTo>
                  <a:lnTo>
                    <a:pt x="2052193" y="89154"/>
                  </a:lnTo>
                  <a:lnTo>
                    <a:pt x="2052193" y="85090"/>
                  </a:lnTo>
                  <a:lnTo>
                    <a:pt x="2049780" y="81915"/>
                  </a:lnTo>
                  <a:lnTo>
                    <a:pt x="2036826" y="64008"/>
                  </a:lnTo>
                  <a:lnTo>
                    <a:pt x="2050669" y="49530"/>
                  </a:lnTo>
                  <a:lnTo>
                    <a:pt x="2070862" y="63627"/>
                  </a:lnTo>
                  <a:lnTo>
                    <a:pt x="2072513" y="64262"/>
                  </a:lnTo>
                  <a:lnTo>
                    <a:pt x="2075688" y="64262"/>
                  </a:lnTo>
                  <a:lnTo>
                    <a:pt x="2077339" y="63627"/>
                  </a:lnTo>
                  <a:lnTo>
                    <a:pt x="2078990" y="62484"/>
                  </a:lnTo>
                  <a:lnTo>
                    <a:pt x="2088146" y="56984"/>
                  </a:lnTo>
                  <a:lnTo>
                    <a:pt x="2121916" y="45466"/>
                  </a:lnTo>
                  <a:lnTo>
                    <a:pt x="2122360" y="44577"/>
                  </a:lnTo>
                  <a:lnTo>
                    <a:pt x="2123567" y="42164"/>
                  </a:lnTo>
                  <a:lnTo>
                    <a:pt x="2125218" y="38989"/>
                  </a:lnTo>
                  <a:lnTo>
                    <a:pt x="2129155" y="17018"/>
                  </a:lnTo>
                  <a:lnTo>
                    <a:pt x="2149475" y="17018"/>
                  </a:lnTo>
                  <a:lnTo>
                    <a:pt x="2153539" y="38989"/>
                  </a:lnTo>
                  <a:lnTo>
                    <a:pt x="2154301" y="43815"/>
                  </a:lnTo>
                  <a:lnTo>
                    <a:pt x="2155952" y="45466"/>
                  </a:lnTo>
                  <a:lnTo>
                    <a:pt x="2198878" y="62484"/>
                  </a:lnTo>
                  <a:lnTo>
                    <a:pt x="2200529" y="63627"/>
                  </a:lnTo>
                  <a:lnTo>
                    <a:pt x="2202307" y="64262"/>
                  </a:lnTo>
                  <a:lnTo>
                    <a:pt x="2205736" y="64262"/>
                  </a:lnTo>
                  <a:lnTo>
                    <a:pt x="2207387" y="63627"/>
                  </a:lnTo>
                  <a:lnTo>
                    <a:pt x="2208657" y="62484"/>
                  </a:lnTo>
                  <a:lnTo>
                    <a:pt x="2227199" y="49530"/>
                  </a:lnTo>
                  <a:lnTo>
                    <a:pt x="2241042" y="64008"/>
                  </a:lnTo>
                  <a:lnTo>
                    <a:pt x="2228088" y="81915"/>
                  </a:lnTo>
                  <a:lnTo>
                    <a:pt x="2226437" y="85090"/>
                  </a:lnTo>
                  <a:lnTo>
                    <a:pt x="2226437" y="89154"/>
                  </a:lnTo>
                  <a:lnTo>
                    <a:pt x="2228088" y="92456"/>
                  </a:lnTo>
                  <a:lnTo>
                    <a:pt x="2233587" y="101561"/>
                  </a:lnTo>
                  <a:lnTo>
                    <a:pt x="2238019" y="110845"/>
                  </a:lnTo>
                  <a:lnTo>
                    <a:pt x="2241435" y="120142"/>
                  </a:lnTo>
                  <a:lnTo>
                    <a:pt x="2241550" y="120459"/>
                  </a:lnTo>
                  <a:lnTo>
                    <a:pt x="2244344" y="130556"/>
                  </a:lnTo>
                  <a:lnTo>
                    <a:pt x="2245106" y="134620"/>
                  </a:lnTo>
                  <a:lnTo>
                    <a:pt x="2248408" y="136144"/>
                  </a:lnTo>
                  <a:lnTo>
                    <a:pt x="2251583" y="137795"/>
                  </a:lnTo>
                  <a:lnTo>
                    <a:pt x="2273427" y="141859"/>
                  </a:lnTo>
                  <a:lnTo>
                    <a:pt x="2273427" y="123647"/>
                  </a:lnTo>
                  <a:lnTo>
                    <a:pt x="2261362" y="121539"/>
                  </a:lnTo>
                  <a:lnTo>
                    <a:pt x="2258923" y="112636"/>
                  </a:lnTo>
                  <a:lnTo>
                    <a:pt x="2255672" y="104063"/>
                  </a:lnTo>
                  <a:lnTo>
                    <a:pt x="2251735" y="95580"/>
                  </a:lnTo>
                  <a:lnTo>
                    <a:pt x="2247519" y="87503"/>
                  </a:lnTo>
                  <a:lnTo>
                    <a:pt x="2260473" y="68961"/>
                  </a:lnTo>
                  <a:lnTo>
                    <a:pt x="2263775" y="65659"/>
                  </a:lnTo>
                  <a:lnTo>
                    <a:pt x="2262886" y="60833"/>
                  </a:lnTo>
                  <a:lnTo>
                    <a:pt x="2259711" y="57531"/>
                  </a:lnTo>
                  <a:lnTo>
                    <a:pt x="2251710" y="49530"/>
                  </a:lnTo>
                  <a:lnTo>
                    <a:pt x="2246744" y="44577"/>
                  </a:lnTo>
                  <a:lnTo>
                    <a:pt x="2234565" y="32385"/>
                  </a:lnTo>
                  <a:lnTo>
                    <a:pt x="2232787" y="30734"/>
                  </a:lnTo>
                  <a:lnTo>
                    <a:pt x="2224341" y="30734"/>
                  </a:lnTo>
                  <a:lnTo>
                    <a:pt x="2223262" y="31623"/>
                  </a:lnTo>
                  <a:lnTo>
                    <a:pt x="2203831" y="44577"/>
                  </a:lnTo>
                  <a:lnTo>
                    <a:pt x="2196211" y="40030"/>
                  </a:lnTo>
                  <a:lnTo>
                    <a:pt x="2188095" y="36093"/>
                  </a:lnTo>
                  <a:lnTo>
                    <a:pt x="2179523" y="32740"/>
                  </a:lnTo>
                  <a:lnTo>
                    <a:pt x="2170557" y="29972"/>
                  </a:lnTo>
                  <a:lnTo>
                    <a:pt x="2167788" y="17018"/>
                  </a:lnTo>
                  <a:lnTo>
                    <a:pt x="2165731" y="7366"/>
                  </a:lnTo>
                  <a:lnTo>
                    <a:pt x="2164080" y="3302"/>
                  </a:lnTo>
                  <a:lnTo>
                    <a:pt x="2161667" y="0"/>
                  </a:lnTo>
                  <a:lnTo>
                    <a:pt x="2116201" y="0"/>
                  </a:lnTo>
                  <a:lnTo>
                    <a:pt x="2112264" y="3302"/>
                  </a:lnTo>
                  <a:lnTo>
                    <a:pt x="2111375" y="7366"/>
                  </a:lnTo>
                  <a:lnTo>
                    <a:pt x="2107374" y="29591"/>
                  </a:lnTo>
                  <a:lnTo>
                    <a:pt x="2107311" y="29972"/>
                  </a:lnTo>
                  <a:lnTo>
                    <a:pt x="2098395" y="32740"/>
                  </a:lnTo>
                  <a:lnTo>
                    <a:pt x="2089823" y="36093"/>
                  </a:lnTo>
                  <a:lnTo>
                    <a:pt x="2081707" y="40030"/>
                  </a:lnTo>
                  <a:lnTo>
                    <a:pt x="2074164" y="44577"/>
                  </a:lnTo>
                  <a:lnTo>
                    <a:pt x="2054733" y="31623"/>
                  </a:lnTo>
                  <a:lnTo>
                    <a:pt x="2052955" y="30226"/>
                  </a:lnTo>
                  <a:lnTo>
                    <a:pt x="2051177" y="29591"/>
                  </a:lnTo>
                  <a:lnTo>
                    <a:pt x="2047240" y="29591"/>
                  </a:lnTo>
                  <a:lnTo>
                    <a:pt x="2018157" y="57531"/>
                  </a:lnTo>
                  <a:lnTo>
                    <a:pt x="2014982" y="60833"/>
                  </a:lnTo>
                  <a:lnTo>
                    <a:pt x="2014982" y="65659"/>
                  </a:lnTo>
                  <a:lnTo>
                    <a:pt x="2017395" y="68961"/>
                  </a:lnTo>
                  <a:lnTo>
                    <a:pt x="2030349" y="88392"/>
                  </a:lnTo>
                  <a:lnTo>
                    <a:pt x="2026234" y="95948"/>
                  </a:lnTo>
                  <a:lnTo>
                    <a:pt x="2022538" y="104063"/>
                  </a:lnTo>
                  <a:lnTo>
                    <a:pt x="2019300" y="112636"/>
                  </a:lnTo>
                  <a:lnTo>
                    <a:pt x="2016633" y="121539"/>
                  </a:lnTo>
                  <a:lnTo>
                    <a:pt x="1993138" y="125603"/>
                  </a:lnTo>
                  <a:lnTo>
                    <a:pt x="1989074" y="126492"/>
                  </a:lnTo>
                  <a:lnTo>
                    <a:pt x="1985772" y="129667"/>
                  </a:lnTo>
                  <a:lnTo>
                    <a:pt x="1985772" y="170180"/>
                  </a:lnTo>
                  <a:lnTo>
                    <a:pt x="1987423" y="174244"/>
                  </a:lnTo>
                  <a:lnTo>
                    <a:pt x="1989836" y="178308"/>
                  </a:lnTo>
                  <a:lnTo>
                    <a:pt x="1993900" y="179197"/>
                  </a:lnTo>
                  <a:lnTo>
                    <a:pt x="2017395" y="183261"/>
                  </a:lnTo>
                  <a:lnTo>
                    <a:pt x="2020150" y="192176"/>
                  </a:lnTo>
                  <a:lnTo>
                    <a:pt x="2023503" y="200748"/>
                  </a:lnTo>
                  <a:lnTo>
                    <a:pt x="2027440" y="208864"/>
                  </a:lnTo>
                  <a:lnTo>
                    <a:pt x="2032000" y="216408"/>
                  </a:lnTo>
                  <a:lnTo>
                    <a:pt x="2018157" y="235839"/>
                  </a:lnTo>
                  <a:lnTo>
                    <a:pt x="2015744" y="239141"/>
                  </a:lnTo>
                  <a:lnTo>
                    <a:pt x="2016633" y="243967"/>
                  </a:lnTo>
                  <a:lnTo>
                    <a:pt x="2019808" y="247269"/>
                  </a:lnTo>
                  <a:lnTo>
                    <a:pt x="2044954" y="272415"/>
                  </a:lnTo>
                  <a:lnTo>
                    <a:pt x="2046732" y="274066"/>
                  </a:lnTo>
                  <a:lnTo>
                    <a:pt x="2048891" y="274955"/>
                  </a:lnTo>
                  <a:lnTo>
                    <a:pt x="2052701" y="274955"/>
                  </a:lnTo>
                  <a:lnTo>
                    <a:pt x="2054352" y="274320"/>
                  </a:lnTo>
                  <a:lnTo>
                    <a:pt x="2055495" y="273177"/>
                  </a:lnTo>
                  <a:lnTo>
                    <a:pt x="2074926" y="260223"/>
                  </a:lnTo>
                  <a:lnTo>
                    <a:pt x="2082863" y="264782"/>
                  </a:lnTo>
                  <a:lnTo>
                    <a:pt x="2091029" y="268719"/>
                  </a:lnTo>
                  <a:lnTo>
                    <a:pt x="2099652" y="272072"/>
                  </a:lnTo>
                  <a:lnTo>
                    <a:pt x="2108962" y="274828"/>
                  </a:lnTo>
                  <a:lnTo>
                    <a:pt x="2113026" y="297434"/>
                  </a:lnTo>
                  <a:lnTo>
                    <a:pt x="2113788" y="301498"/>
                  </a:lnTo>
                  <a:lnTo>
                    <a:pt x="2117090" y="304800"/>
                  </a:lnTo>
                  <a:lnTo>
                    <a:pt x="2161667" y="304800"/>
                  </a:lnTo>
                  <a:lnTo>
                    <a:pt x="2165731" y="301498"/>
                  </a:lnTo>
                  <a:lnTo>
                    <a:pt x="2166493" y="297434"/>
                  </a:lnTo>
                  <a:lnTo>
                    <a:pt x="2168385" y="286893"/>
                  </a:lnTo>
                  <a:lnTo>
                    <a:pt x="2170480" y="275209"/>
                  </a:lnTo>
                  <a:lnTo>
                    <a:pt x="2170557" y="274828"/>
                  </a:lnTo>
                  <a:lnTo>
                    <a:pt x="2179523" y="272072"/>
                  </a:lnTo>
                  <a:lnTo>
                    <a:pt x="2188095" y="268719"/>
                  </a:lnTo>
                  <a:lnTo>
                    <a:pt x="2196211" y="264782"/>
                  </a:lnTo>
                  <a:lnTo>
                    <a:pt x="2203831" y="260223"/>
                  </a:lnTo>
                  <a:lnTo>
                    <a:pt x="2223262" y="273177"/>
                  </a:lnTo>
                  <a:lnTo>
                    <a:pt x="2225040" y="274574"/>
                  </a:lnTo>
                  <a:lnTo>
                    <a:pt x="2226818" y="275209"/>
                  </a:lnTo>
                  <a:lnTo>
                    <a:pt x="2230628" y="275209"/>
                  </a:lnTo>
                  <a:lnTo>
                    <a:pt x="2232507" y="274320"/>
                  </a:lnTo>
                  <a:lnTo>
                    <a:pt x="2232660" y="274320"/>
                  </a:lnTo>
                  <a:lnTo>
                    <a:pt x="2246757" y="260223"/>
                  </a:lnTo>
                  <a:lnTo>
                    <a:pt x="2252446" y="254533"/>
                  </a:lnTo>
                  <a:lnTo>
                    <a:pt x="2259711" y="247269"/>
                  </a:lnTo>
                  <a:lnTo>
                    <a:pt x="2262886" y="243967"/>
                  </a:lnTo>
                  <a:lnTo>
                    <a:pt x="2262886" y="239141"/>
                  </a:lnTo>
                  <a:lnTo>
                    <a:pt x="2260473" y="235839"/>
                  </a:lnTo>
                  <a:lnTo>
                    <a:pt x="2247519" y="216408"/>
                  </a:lnTo>
                  <a:lnTo>
                    <a:pt x="2251735" y="208864"/>
                  </a:lnTo>
                  <a:lnTo>
                    <a:pt x="2255621" y="200748"/>
                  </a:lnTo>
                  <a:lnTo>
                    <a:pt x="2258923" y="192176"/>
                  </a:lnTo>
                  <a:lnTo>
                    <a:pt x="2261285" y="183515"/>
                  </a:lnTo>
                  <a:lnTo>
                    <a:pt x="2261362" y="183261"/>
                  </a:lnTo>
                  <a:lnTo>
                    <a:pt x="2284730" y="179197"/>
                  </a:lnTo>
                  <a:lnTo>
                    <a:pt x="2288794" y="178308"/>
                  </a:lnTo>
                  <a:lnTo>
                    <a:pt x="2292096" y="175133"/>
                  </a:lnTo>
                  <a:lnTo>
                    <a:pt x="2292096" y="1305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79805" y="2536647"/>
            <a:ext cx="1691639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70" dirty="0">
                <a:solidFill>
                  <a:srgbClr val="99E7FF"/>
                </a:solidFill>
                <a:latin typeface="Trebuchet MS"/>
                <a:cs typeface="Trebuchet MS"/>
              </a:rPr>
              <a:t>Time</a:t>
            </a:r>
            <a:r>
              <a:rPr sz="1100" b="1" spc="-80" dirty="0">
                <a:solidFill>
                  <a:srgbClr val="99E7FF"/>
                </a:solidFill>
                <a:latin typeface="Trebuchet MS"/>
                <a:cs typeface="Trebuchet MS"/>
              </a:rPr>
              <a:t> </a:t>
            </a:r>
            <a:r>
              <a:rPr sz="1100" b="1" spc="-50" dirty="0">
                <a:solidFill>
                  <a:srgbClr val="99E7FF"/>
                </a:solidFill>
                <a:latin typeface="Trebuchet MS"/>
                <a:cs typeface="Trebuchet MS"/>
              </a:rPr>
              <a:t>travel</a:t>
            </a:r>
            <a:r>
              <a:rPr sz="1100" b="1" spc="-70" dirty="0">
                <a:solidFill>
                  <a:srgbClr val="99E7FF"/>
                </a:solidFill>
                <a:latin typeface="Trebuchet MS"/>
                <a:cs typeface="Trebuchet MS"/>
              </a:rPr>
              <a:t> </a:t>
            </a:r>
            <a:r>
              <a:rPr sz="1100" b="1" spc="-45" dirty="0">
                <a:solidFill>
                  <a:srgbClr val="99E7FF"/>
                </a:solidFill>
                <a:latin typeface="Trebuchet MS"/>
                <a:cs typeface="Trebuchet MS"/>
              </a:rPr>
              <a:t>up</a:t>
            </a:r>
            <a:r>
              <a:rPr sz="1100" b="1" spc="-80" dirty="0">
                <a:solidFill>
                  <a:srgbClr val="99E7FF"/>
                </a:solidFill>
                <a:latin typeface="Trebuchet MS"/>
                <a:cs typeface="Trebuchet MS"/>
              </a:rPr>
              <a:t> </a:t>
            </a:r>
            <a:r>
              <a:rPr sz="1100" b="1" spc="-50" dirty="0">
                <a:solidFill>
                  <a:srgbClr val="99E7FF"/>
                </a:solidFill>
                <a:latin typeface="Trebuchet MS"/>
                <a:cs typeface="Trebuchet MS"/>
              </a:rPr>
              <a:t>to</a:t>
            </a:r>
            <a:r>
              <a:rPr sz="1100" b="1" spc="-75" dirty="0">
                <a:solidFill>
                  <a:srgbClr val="99E7FF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99E7FF"/>
                </a:solidFill>
                <a:latin typeface="Trebuchet MS"/>
                <a:cs typeface="Trebuchet MS"/>
              </a:rPr>
              <a:t>1</a:t>
            </a:r>
            <a:r>
              <a:rPr sz="1100" b="1" spc="-95" dirty="0">
                <a:solidFill>
                  <a:srgbClr val="99E7FF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99E7FF"/>
                </a:solidFill>
                <a:latin typeface="Trebuchet MS"/>
                <a:cs typeface="Trebuchet MS"/>
              </a:rPr>
              <a:t>day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06420" y="2453062"/>
            <a:ext cx="1523365" cy="52959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76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Time</a:t>
            </a:r>
            <a:r>
              <a:rPr sz="11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travel</a:t>
            </a: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up</a:t>
            </a:r>
            <a:r>
              <a:rPr sz="11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1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90</a:t>
            </a:r>
            <a:endParaRPr sz="11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660"/>
              </a:spcBef>
            </a:pPr>
            <a:r>
              <a:rPr sz="1100" b="1" spc="-20" dirty="0">
                <a:solidFill>
                  <a:srgbClr val="D9D9D9"/>
                </a:solidFill>
                <a:latin typeface="Trebuchet MS"/>
                <a:cs typeface="Trebuchet MS"/>
              </a:rPr>
              <a:t>days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79365" y="2453062"/>
            <a:ext cx="1523365" cy="52959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76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Time</a:t>
            </a:r>
            <a:r>
              <a:rPr sz="11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travel</a:t>
            </a: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up</a:t>
            </a:r>
            <a:r>
              <a:rPr sz="11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1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90</a:t>
            </a:r>
            <a:endParaRPr sz="11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660"/>
              </a:spcBef>
            </a:pPr>
            <a:r>
              <a:rPr sz="1100" b="1" spc="-20" dirty="0">
                <a:solidFill>
                  <a:srgbClr val="D9D9D9"/>
                </a:solidFill>
                <a:latin typeface="Trebuchet MS"/>
                <a:cs typeface="Trebuchet MS"/>
              </a:rPr>
              <a:t>days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514338" y="2453062"/>
            <a:ext cx="1523365" cy="52959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76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Time</a:t>
            </a:r>
            <a:r>
              <a:rPr sz="11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travel</a:t>
            </a: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up</a:t>
            </a:r>
            <a:r>
              <a:rPr sz="11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1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90</a:t>
            </a:r>
            <a:endParaRPr sz="11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660"/>
              </a:spcBef>
            </a:pPr>
            <a:r>
              <a:rPr sz="1100" b="1" spc="-20" dirty="0">
                <a:solidFill>
                  <a:srgbClr val="D9D9D9"/>
                </a:solidFill>
                <a:latin typeface="Trebuchet MS"/>
                <a:cs typeface="Trebuchet MS"/>
              </a:rPr>
              <a:t>days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904615" y="3231260"/>
            <a:ext cx="1150620" cy="73469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-88900" algn="ctr">
              <a:lnSpc>
                <a:spcPct val="95500"/>
              </a:lnSpc>
              <a:spcBef>
                <a:spcPts val="180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RETENTION PERIODE </a:t>
            </a:r>
            <a:r>
              <a:rPr sz="1600" b="1" spc="-85" dirty="0">
                <a:solidFill>
                  <a:srgbClr val="00C3FF"/>
                </a:solidFill>
                <a:latin typeface="Trebuchet MS"/>
                <a:cs typeface="Trebuchet MS"/>
              </a:rPr>
              <a:t>DEFAULT</a:t>
            </a:r>
            <a:r>
              <a:rPr sz="1600" b="1" spc="-100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55" dirty="0">
                <a:solidFill>
                  <a:srgbClr val="00C3FF"/>
                </a:solidFill>
                <a:latin typeface="Trebuchet MS"/>
                <a:cs typeface="Trebuchet MS"/>
              </a:rPr>
              <a:t>=</a:t>
            </a:r>
            <a:r>
              <a:rPr sz="1600" b="1" spc="-85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50" dirty="0">
                <a:solidFill>
                  <a:srgbClr val="00C3FF"/>
                </a:solidFill>
                <a:latin typeface="Trebuchet MS"/>
                <a:cs typeface="Trebuchet MS"/>
              </a:rPr>
              <a:t>1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3420">
              <a:lnSpc>
                <a:spcPct val="100000"/>
              </a:lnSpc>
              <a:spcBef>
                <a:spcPts val="105"/>
              </a:spcBef>
            </a:pPr>
            <a:r>
              <a:rPr dirty="0"/>
              <a:t>Fail</a:t>
            </a:r>
            <a:r>
              <a:rPr spc="-45" dirty="0"/>
              <a:t> </a:t>
            </a:r>
            <a:r>
              <a:rPr spc="-20" dirty="0"/>
              <a:t>Safe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109086" y="1897837"/>
            <a:ext cx="7372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35" dirty="0">
                <a:solidFill>
                  <a:srgbClr val="D9D9D9"/>
                </a:solidFill>
                <a:latin typeface="Trebuchet MS"/>
                <a:cs typeface="Trebuchet MS"/>
              </a:rPr>
              <a:t>disaster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22575" y="1532381"/>
            <a:ext cx="4336415" cy="798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600" b="1" spc="-75" dirty="0">
                <a:solidFill>
                  <a:srgbClr val="D9D9D9"/>
                </a:solidFill>
                <a:latin typeface="Trebuchet MS"/>
                <a:cs typeface="Trebuchet MS"/>
              </a:rPr>
              <a:t>Protection</a:t>
            </a:r>
            <a:r>
              <a:rPr sz="16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45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6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65" dirty="0">
                <a:solidFill>
                  <a:srgbClr val="D9D9D9"/>
                </a:solidFill>
                <a:latin typeface="Trebuchet MS"/>
                <a:cs typeface="Trebuchet MS"/>
              </a:rPr>
              <a:t>historical </a:t>
            </a:r>
            <a:r>
              <a:rPr sz="1600" b="1" spc="-55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r>
              <a:rPr sz="16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80" dirty="0">
                <a:solidFill>
                  <a:srgbClr val="D9D9D9"/>
                </a:solidFill>
                <a:latin typeface="Trebuchet MS"/>
                <a:cs typeface="Trebuchet MS"/>
              </a:rPr>
              <a:t>in</a:t>
            </a:r>
            <a:r>
              <a:rPr sz="16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55" dirty="0">
                <a:solidFill>
                  <a:srgbClr val="D9D9D9"/>
                </a:solidFill>
                <a:latin typeface="Trebuchet MS"/>
                <a:cs typeface="Trebuchet MS"/>
              </a:rPr>
              <a:t>case</a:t>
            </a:r>
            <a:r>
              <a:rPr sz="16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25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Clr>
                <a:srgbClr val="99D3FF"/>
              </a:buClr>
              <a:buFont typeface="Wingdings"/>
              <a:buChar char=""/>
            </a:pPr>
            <a:endParaRPr sz="16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600" b="1" spc="-10" dirty="0">
                <a:solidFill>
                  <a:srgbClr val="D9D9D9"/>
                </a:solidFill>
                <a:latin typeface="Trebuchet MS"/>
                <a:cs typeface="Trebuchet MS"/>
              </a:rPr>
              <a:t>Non-</a:t>
            </a:r>
            <a:r>
              <a:rPr sz="1600" b="1" spc="-65" dirty="0">
                <a:solidFill>
                  <a:srgbClr val="D9D9D9"/>
                </a:solidFill>
                <a:latin typeface="Trebuchet MS"/>
                <a:cs typeface="Trebuchet MS"/>
              </a:rPr>
              <a:t>configurable</a:t>
            </a:r>
            <a:r>
              <a:rPr sz="16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D9D9D9"/>
                </a:solidFill>
                <a:latin typeface="Trebuchet MS"/>
                <a:cs typeface="Trebuchet MS"/>
              </a:rPr>
              <a:t>7-</a:t>
            </a:r>
            <a:r>
              <a:rPr sz="1600" b="1" spc="-60" dirty="0">
                <a:solidFill>
                  <a:srgbClr val="D9D9D9"/>
                </a:solidFill>
                <a:latin typeface="Trebuchet MS"/>
                <a:cs typeface="Trebuchet MS"/>
              </a:rPr>
              <a:t>day</a:t>
            </a:r>
            <a:r>
              <a:rPr sz="16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85" dirty="0">
                <a:solidFill>
                  <a:srgbClr val="D9D9D9"/>
                </a:solidFill>
                <a:latin typeface="Trebuchet MS"/>
                <a:cs typeface="Trebuchet MS"/>
              </a:rPr>
              <a:t>period</a:t>
            </a:r>
            <a:r>
              <a:rPr sz="16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70" dirty="0">
                <a:solidFill>
                  <a:srgbClr val="D9D9D9"/>
                </a:solidFill>
                <a:latin typeface="Trebuchet MS"/>
                <a:cs typeface="Trebuchet MS"/>
              </a:rPr>
              <a:t>for</a:t>
            </a:r>
            <a:r>
              <a:rPr sz="16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60" dirty="0">
                <a:solidFill>
                  <a:srgbClr val="D9D9D9"/>
                </a:solidFill>
                <a:latin typeface="Trebuchet MS"/>
                <a:cs typeface="Trebuchet MS"/>
              </a:rPr>
              <a:t>permanent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09086" y="3575050"/>
            <a:ext cx="95059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0" dirty="0">
                <a:solidFill>
                  <a:srgbClr val="D9D9D9"/>
                </a:solidFill>
                <a:latin typeface="Trebuchet MS"/>
                <a:cs typeface="Trebuchet MS"/>
              </a:rPr>
              <a:t>Snowflake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09748" y="2426919"/>
            <a:ext cx="4731385" cy="843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1785">
              <a:lnSpc>
                <a:spcPts val="1780"/>
              </a:lnSpc>
              <a:spcBef>
                <a:spcPts val="95"/>
              </a:spcBef>
            </a:pPr>
            <a:r>
              <a:rPr sz="1600" b="1" spc="-10" dirty="0">
                <a:solidFill>
                  <a:srgbClr val="D9D9D9"/>
                </a:solidFill>
                <a:latin typeface="Trebuchet MS"/>
                <a:cs typeface="Trebuchet MS"/>
              </a:rPr>
              <a:t>tables</a:t>
            </a:r>
            <a:endParaRPr sz="1600">
              <a:latin typeface="Trebuchet MS"/>
              <a:cs typeface="Trebuchet MS"/>
            </a:endParaRPr>
          </a:p>
          <a:p>
            <a:pPr marL="299085" indent="-286385">
              <a:lnSpc>
                <a:spcPts val="178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600" b="1" spc="-75" dirty="0">
                <a:solidFill>
                  <a:srgbClr val="D9D9D9"/>
                </a:solidFill>
                <a:latin typeface="Trebuchet MS"/>
                <a:cs typeface="Trebuchet MS"/>
              </a:rPr>
              <a:t>Period</a:t>
            </a:r>
            <a:r>
              <a:rPr sz="16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30" dirty="0">
                <a:solidFill>
                  <a:srgbClr val="D9D9D9"/>
                </a:solidFill>
                <a:latin typeface="Trebuchet MS"/>
                <a:cs typeface="Trebuchet MS"/>
              </a:rPr>
              <a:t>starts</a:t>
            </a:r>
            <a:r>
              <a:rPr sz="16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75" dirty="0">
                <a:solidFill>
                  <a:srgbClr val="D9D9D9"/>
                </a:solidFill>
                <a:latin typeface="Trebuchet MS"/>
                <a:cs typeface="Trebuchet MS"/>
              </a:rPr>
              <a:t>immediately</a:t>
            </a:r>
            <a:r>
              <a:rPr sz="16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75" dirty="0">
                <a:solidFill>
                  <a:srgbClr val="D9D9D9"/>
                </a:solidFill>
                <a:latin typeface="Trebuchet MS"/>
                <a:cs typeface="Trebuchet MS"/>
              </a:rPr>
              <a:t>after</a:t>
            </a:r>
            <a:r>
              <a:rPr sz="16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100" dirty="0">
                <a:solidFill>
                  <a:srgbClr val="D9D9D9"/>
                </a:solidFill>
                <a:latin typeface="Trebuchet MS"/>
                <a:cs typeface="Trebuchet MS"/>
              </a:rPr>
              <a:t>Time</a:t>
            </a:r>
            <a:r>
              <a:rPr sz="16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95" dirty="0">
                <a:solidFill>
                  <a:srgbClr val="D9D9D9"/>
                </a:solidFill>
                <a:latin typeface="Trebuchet MS"/>
                <a:cs typeface="Trebuchet MS"/>
              </a:rPr>
              <a:t>Travel</a:t>
            </a:r>
            <a:r>
              <a:rPr sz="16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40" dirty="0">
                <a:solidFill>
                  <a:srgbClr val="D9D9D9"/>
                </a:solidFill>
                <a:latin typeface="Trebuchet MS"/>
                <a:cs typeface="Trebuchet MS"/>
              </a:rPr>
              <a:t>period</a:t>
            </a:r>
            <a:endParaRPr sz="16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b="1" spc="-20" dirty="0">
                <a:solidFill>
                  <a:srgbClr val="D9D9D9"/>
                </a:solidFill>
                <a:latin typeface="Trebuchet MS"/>
                <a:cs typeface="Trebuchet MS"/>
              </a:rPr>
              <a:t>ends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09748" y="3209289"/>
            <a:ext cx="3951604" cy="798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1785" indent="-286385">
              <a:lnSpc>
                <a:spcPct val="100000"/>
              </a:lnSpc>
              <a:spcBef>
                <a:spcPts val="95"/>
              </a:spcBef>
              <a:buClr>
                <a:srgbClr val="99D3FF"/>
              </a:buClr>
              <a:buFont typeface="Wingdings"/>
              <a:buChar char=""/>
              <a:tabLst>
                <a:tab pos="311785" algn="l"/>
              </a:tabLst>
            </a:pPr>
            <a:r>
              <a:rPr sz="1600" b="1" spc="-10" dirty="0">
                <a:solidFill>
                  <a:srgbClr val="D9D9D9"/>
                </a:solidFill>
                <a:latin typeface="Trebuchet MS"/>
                <a:cs typeface="Trebuchet MS"/>
              </a:rPr>
              <a:t>No</a:t>
            </a:r>
            <a:r>
              <a:rPr sz="16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65" dirty="0">
                <a:solidFill>
                  <a:srgbClr val="D9D9D9"/>
                </a:solidFill>
                <a:latin typeface="Trebuchet MS"/>
                <a:cs typeface="Trebuchet MS"/>
              </a:rPr>
              <a:t>user</a:t>
            </a:r>
            <a:r>
              <a:rPr sz="16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80" dirty="0">
                <a:solidFill>
                  <a:srgbClr val="D9D9D9"/>
                </a:solidFill>
                <a:latin typeface="Trebuchet MS"/>
                <a:cs typeface="Trebuchet MS"/>
              </a:rPr>
              <a:t>interaction</a:t>
            </a:r>
            <a:r>
              <a:rPr sz="16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20" dirty="0">
                <a:solidFill>
                  <a:srgbClr val="D9D9D9"/>
                </a:solidFill>
                <a:latin typeface="Trebuchet MS"/>
                <a:cs typeface="Trebuchet MS"/>
              </a:rPr>
              <a:t>&amp;</a:t>
            </a:r>
            <a:r>
              <a:rPr sz="16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90" dirty="0">
                <a:solidFill>
                  <a:srgbClr val="D9D9D9"/>
                </a:solidFill>
                <a:latin typeface="Trebuchet MS"/>
                <a:cs typeface="Trebuchet MS"/>
              </a:rPr>
              <a:t>recoverable</a:t>
            </a:r>
            <a:r>
              <a:rPr sz="16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65" dirty="0">
                <a:solidFill>
                  <a:srgbClr val="D9D9D9"/>
                </a:solidFill>
                <a:latin typeface="Trebuchet MS"/>
                <a:cs typeface="Trebuchet MS"/>
              </a:rPr>
              <a:t>only</a:t>
            </a:r>
            <a:r>
              <a:rPr sz="16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25" dirty="0">
                <a:solidFill>
                  <a:srgbClr val="D9D9D9"/>
                </a:solidFill>
                <a:latin typeface="Trebuchet MS"/>
                <a:cs typeface="Trebuchet MS"/>
              </a:rPr>
              <a:t>by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Clr>
                <a:srgbClr val="99D3FF"/>
              </a:buClr>
              <a:buFont typeface="Wingdings"/>
              <a:buChar char=""/>
            </a:pPr>
            <a:endParaRPr sz="16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600" b="1" spc="-70" dirty="0">
                <a:solidFill>
                  <a:srgbClr val="D9D9D9"/>
                </a:solidFill>
                <a:latin typeface="Trebuchet MS"/>
                <a:cs typeface="Trebuchet MS"/>
              </a:rPr>
              <a:t>Contributes</a:t>
            </a:r>
            <a:r>
              <a:rPr sz="16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6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6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45" dirty="0">
                <a:solidFill>
                  <a:srgbClr val="D9D9D9"/>
                </a:solidFill>
                <a:latin typeface="Trebuchet MS"/>
                <a:cs typeface="Trebuchet MS"/>
              </a:rPr>
              <a:t>storage</a:t>
            </a:r>
            <a:r>
              <a:rPr sz="16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20" dirty="0">
                <a:solidFill>
                  <a:srgbClr val="D9D9D9"/>
                </a:solidFill>
                <a:latin typeface="Trebuchet MS"/>
                <a:cs typeface="Trebuchet MS"/>
              </a:rPr>
              <a:t>cost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259835" y="1982723"/>
            <a:ext cx="2461895" cy="1591945"/>
            <a:chOff x="3259835" y="1982723"/>
            <a:chExt cx="2461895" cy="15919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59835" y="1982723"/>
              <a:ext cx="2461894" cy="159169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86733" y="2137409"/>
              <a:ext cx="1828800" cy="96011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586733" y="2137409"/>
              <a:ext cx="1828800" cy="960119"/>
            </a:xfrm>
            <a:custGeom>
              <a:avLst/>
              <a:gdLst/>
              <a:ahLst/>
              <a:cxnLst/>
              <a:rect l="l" t="t" r="r" b="b"/>
              <a:pathLst>
                <a:path w="1828800" h="960119">
                  <a:moveTo>
                    <a:pt x="0" y="160019"/>
                  </a:moveTo>
                  <a:lnTo>
                    <a:pt x="8156" y="109435"/>
                  </a:lnTo>
                  <a:lnTo>
                    <a:pt x="30870" y="65507"/>
                  </a:lnTo>
                  <a:lnTo>
                    <a:pt x="65507" y="30870"/>
                  </a:lnTo>
                  <a:lnTo>
                    <a:pt x="109435" y="8156"/>
                  </a:lnTo>
                  <a:lnTo>
                    <a:pt x="160019" y="0"/>
                  </a:lnTo>
                  <a:lnTo>
                    <a:pt x="1668779" y="0"/>
                  </a:lnTo>
                  <a:lnTo>
                    <a:pt x="1719364" y="8156"/>
                  </a:lnTo>
                  <a:lnTo>
                    <a:pt x="1763292" y="30870"/>
                  </a:lnTo>
                  <a:lnTo>
                    <a:pt x="1797929" y="65507"/>
                  </a:lnTo>
                  <a:lnTo>
                    <a:pt x="1820643" y="109435"/>
                  </a:lnTo>
                  <a:lnTo>
                    <a:pt x="1828800" y="160019"/>
                  </a:lnTo>
                  <a:lnTo>
                    <a:pt x="1828800" y="800100"/>
                  </a:lnTo>
                  <a:lnTo>
                    <a:pt x="1820643" y="850684"/>
                  </a:lnTo>
                  <a:lnTo>
                    <a:pt x="1797929" y="894612"/>
                  </a:lnTo>
                  <a:lnTo>
                    <a:pt x="1763292" y="929249"/>
                  </a:lnTo>
                  <a:lnTo>
                    <a:pt x="1719364" y="951963"/>
                  </a:lnTo>
                  <a:lnTo>
                    <a:pt x="1668779" y="960119"/>
                  </a:lnTo>
                  <a:lnTo>
                    <a:pt x="160019" y="960119"/>
                  </a:lnTo>
                  <a:lnTo>
                    <a:pt x="109435" y="951963"/>
                  </a:lnTo>
                  <a:lnTo>
                    <a:pt x="65507" y="929249"/>
                  </a:lnTo>
                  <a:lnTo>
                    <a:pt x="30870" y="894612"/>
                  </a:lnTo>
                  <a:lnTo>
                    <a:pt x="8156" y="850684"/>
                  </a:lnTo>
                  <a:lnTo>
                    <a:pt x="0" y="800100"/>
                  </a:lnTo>
                  <a:lnTo>
                    <a:pt x="0" y="160019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63420">
              <a:lnSpc>
                <a:spcPct val="100000"/>
              </a:lnSpc>
              <a:spcBef>
                <a:spcPts val="105"/>
              </a:spcBef>
            </a:pPr>
            <a:r>
              <a:rPr dirty="0"/>
              <a:t>Fail</a:t>
            </a:r>
            <a:r>
              <a:rPr spc="-45" dirty="0"/>
              <a:t> </a:t>
            </a:r>
            <a:r>
              <a:rPr spc="-20" dirty="0"/>
              <a:t>Safe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470275" y="1820417"/>
            <a:ext cx="2052955" cy="1008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35" dirty="0">
                <a:solidFill>
                  <a:srgbClr val="D9D9D9"/>
                </a:solidFill>
                <a:latin typeface="Trebuchet MS"/>
                <a:cs typeface="Trebuchet MS"/>
              </a:rPr>
              <a:t>Access</a:t>
            </a:r>
            <a:r>
              <a:rPr sz="12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0" dirty="0">
                <a:solidFill>
                  <a:srgbClr val="D9D9D9"/>
                </a:solidFill>
                <a:latin typeface="Trebuchet MS"/>
                <a:cs typeface="Trebuchet MS"/>
              </a:rPr>
              <a:t>and</a:t>
            </a:r>
            <a:r>
              <a:rPr sz="12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query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r>
              <a:rPr sz="12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etc.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1200">
              <a:latin typeface="Trebuchet MS"/>
              <a:cs typeface="Trebuchet MS"/>
            </a:endParaRPr>
          </a:p>
          <a:p>
            <a:pPr marR="55244" algn="ctr">
              <a:lnSpc>
                <a:spcPct val="100000"/>
              </a:lnSpc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Current</a:t>
            </a:r>
            <a:endParaRPr sz="1600">
              <a:latin typeface="Trebuchet MS"/>
              <a:cs typeface="Trebuchet MS"/>
            </a:endParaRPr>
          </a:p>
          <a:p>
            <a:pPr marR="55880" algn="ctr">
              <a:lnSpc>
                <a:spcPct val="100000"/>
              </a:lnSpc>
            </a:pPr>
            <a:r>
              <a:rPr sz="1600" b="1" spc="-45" dirty="0">
                <a:solidFill>
                  <a:srgbClr val="00C3FF"/>
                </a:solidFill>
                <a:latin typeface="Trebuchet MS"/>
                <a:cs typeface="Trebuchet MS"/>
              </a:rPr>
              <a:t>Data</a:t>
            </a:r>
            <a:r>
              <a:rPr sz="1600" b="1" spc="-90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Storage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Continuous</a:t>
            </a:r>
            <a:r>
              <a:rPr sz="2800" spc="-60" dirty="0"/>
              <a:t> </a:t>
            </a:r>
            <a:r>
              <a:rPr sz="2800" dirty="0"/>
              <a:t>Data</a:t>
            </a:r>
            <a:r>
              <a:rPr sz="2800" spc="-110" dirty="0"/>
              <a:t> </a:t>
            </a:r>
            <a:r>
              <a:rPr sz="2800" dirty="0"/>
              <a:t>Protection</a:t>
            </a:r>
            <a:r>
              <a:rPr sz="2800" spc="-90" dirty="0"/>
              <a:t> </a:t>
            </a:r>
            <a:r>
              <a:rPr sz="2800" spc="-10" dirty="0"/>
              <a:t>Lifecycle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4866132" y="1962911"/>
            <a:ext cx="3303270" cy="1698625"/>
            <a:chOff x="4866132" y="1962911"/>
            <a:chExt cx="3303270" cy="16986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66132" y="1962911"/>
              <a:ext cx="3303269" cy="16986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96078" y="2117597"/>
              <a:ext cx="2653283" cy="10668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196078" y="2117597"/>
              <a:ext cx="2653665" cy="1066800"/>
            </a:xfrm>
            <a:custGeom>
              <a:avLst/>
              <a:gdLst/>
              <a:ahLst/>
              <a:cxnLst/>
              <a:rect l="l" t="t" r="r" b="b"/>
              <a:pathLst>
                <a:path w="2653665" h="1066800">
                  <a:moveTo>
                    <a:pt x="2653283" y="1066800"/>
                  </a:moveTo>
                  <a:lnTo>
                    <a:pt x="533400" y="1066800"/>
                  </a:lnTo>
                  <a:lnTo>
                    <a:pt x="0" y="533400"/>
                  </a:lnTo>
                  <a:lnTo>
                    <a:pt x="533400" y="0"/>
                  </a:lnTo>
                  <a:lnTo>
                    <a:pt x="2653283" y="0"/>
                  </a:lnTo>
                  <a:lnTo>
                    <a:pt x="2119883" y="533400"/>
                  </a:lnTo>
                  <a:lnTo>
                    <a:pt x="2653283" y="106680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727319" y="1687956"/>
            <a:ext cx="2052955" cy="1140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2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35" dirty="0">
                <a:solidFill>
                  <a:srgbClr val="D9D9D9"/>
                </a:solidFill>
                <a:latin typeface="Trebuchet MS"/>
                <a:cs typeface="Trebuchet MS"/>
              </a:rPr>
              <a:t>Access</a:t>
            </a:r>
            <a:r>
              <a:rPr sz="12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0" dirty="0">
                <a:solidFill>
                  <a:srgbClr val="D9D9D9"/>
                </a:solidFill>
                <a:latin typeface="Trebuchet MS"/>
                <a:cs typeface="Trebuchet MS"/>
              </a:rPr>
              <a:t>and</a:t>
            </a:r>
            <a:r>
              <a:rPr sz="12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query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r>
              <a:rPr sz="12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85" dirty="0">
                <a:solidFill>
                  <a:srgbClr val="D9D9D9"/>
                </a:solidFill>
                <a:latin typeface="Trebuchet MS"/>
                <a:cs typeface="Trebuchet MS"/>
              </a:rPr>
              <a:t>etc. </a:t>
            </a:r>
            <a:r>
              <a:rPr sz="1200" b="1" spc="-20" dirty="0">
                <a:solidFill>
                  <a:srgbClr val="D9D9D9"/>
                </a:solidFill>
                <a:latin typeface="Trebuchet MS"/>
                <a:cs typeface="Trebuchet MS"/>
              </a:rPr>
              <a:t>etc.</a:t>
            </a:r>
            <a:endParaRPr sz="1200">
              <a:latin typeface="Trebuchet MS"/>
              <a:cs typeface="Trebuchet MS"/>
            </a:endParaRPr>
          </a:p>
          <a:p>
            <a:pPr marR="606425" algn="ctr">
              <a:lnSpc>
                <a:spcPct val="100000"/>
              </a:lnSpc>
              <a:spcBef>
                <a:spcPts val="610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Current</a:t>
            </a:r>
            <a:endParaRPr sz="1600">
              <a:latin typeface="Trebuchet MS"/>
              <a:cs typeface="Trebuchet MS"/>
            </a:endParaRPr>
          </a:p>
          <a:p>
            <a:pPr marR="607060" algn="ctr">
              <a:lnSpc>
                <a:spcPct val="100000"/>
              </a:lnSpc>
            </a:pPr>
            <a:r>
              <a:rPr sz="1600" b="1" spc="-45" dirty="0">
                <a:solidFill>
                  <a:srgbClr val="00C3FF"/>
                </a:solidFill>
                <a:latin typeface="Trebuchet MS"/>
                <a:cs typeface="Trebuchet MS"/>
              </a:rPr>
              <a:t>Data</a:t>
            </a:r>
            <a:r>
              <a:rPr sz="1600" b="1" spc="-90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Storage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73373" y="1489918"/>
            <a:ext cx="1795780" cy="575310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82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SELECT</a:t>
            </a:r>
            <a:r>
              <a:rPr sz="12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dirty="0">
                <a:solidFill>
                  <a:srgbClr val="D9D9D9"/>
                </a:solidFill>
                <a:latin typeface="Trebuchet MS"/>
                <a:cs typeface="Trebuchet MS"/>
              </a:rPr>
              <a:t>…</a:t>
            </a:r>
            <a:r>
              <a:rPr sz="12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90" dirty="0">
                <a:solidFill>
                  <a:srgbClr val="D9D9D9"/>
                </a:solidFill>
                <a:latin typeface="Trebuchet MS"/>
                <a:cs typeface="Trebuchet MS"/>
              </a:rPr>
              <a:t>AT </a:t>
            </a:r>
            <a:r>
              <a:rPr sz="1200" b="1" spc="-380" dirty="0">
                <a:solidFill>
                  <a:srgbClr val="D9D9D9"/>
                </a:solidFill>
                <a:latin typeface="Trebuchet MS"/>
                <a:cs typeface="Trebuchet MS"/>
              </a:rPr>
              <a:t>|</a:t>
            </a:r>
            <a:r>
              <a:rPr sz="12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D9D9D9"/>
                </a:solidFill>
                <a:latin typeface="Trebuchet MS"/>
                <a:cs typeface="Trebuchet MS"/>
              </a:rPr>
              <a:t>BEFORE</a:t>
            </a:r>
            <a:endParaRPr sz="12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720"/>
              </a:spcBef>
            </a:pPr>
            <a:r>
              <a:rPr sz="1200" b="1" spc="-10" dirty="0">
                <a:solidFill>
                  <a:srgbClr val="D9D9D9"/>
                </a:solidFill>
                <a:latin typeface="Trebuchet MS"/>
                <a:cs typeface="Trebuchet MS"/>
              </a:rPr>
              <a:t>UNDROP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513076" y="1962911"/>
            <a:ext cx="3303270" cy="1698625"/>
            <a:chOff x="2513076" y="1962911"/>
            <a:chExt cx="3303270" cy="169862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13076" y="1962911"/>
              <a:ext cx="3303270" cy="16986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3022" y="2117597"/>
              <a:ext cx="2653283" cy="10668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843022" y="2117597"/>
              <a:ext cx="2653665" cy="1066800"/>
            </a:xfrm>
            <a:custGeom>
              <a:avLst/>
              <a:gdLst/>
              <a:ahLst/>
              <a:cxnLst/>
              <a:rect l="l" t="t" r="r" b="b"/>
              <a:pathLst>
                <a:path w="2653665" h="1066800">
                  <a:moveTo>
                    <a:pt x="2653283" y="1066800"/>
                  </a:moveTo>
                  <a:lnTo>
                    <a:pt x="533400" y="1066800"/>
                  </a:lnTo>
                  <a:lnTo>
                    <a:pt x="0" y="533400"/>
                  </a:lnTo>
                  <a:lnTo>
                    <a:pt x="533400" y="0"/>
                  </a:lnTo>
                  <a:lnTo>
                    <a:pt x="2653283" y="0"/>
                  </a:lnTo>
                  <a:lnTo>
                    <a:pt x="2119883" y="533400"/>
                  </a:lnTo>
                  <a:lnTo>
                    <a:pt x="2653283" y="106680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570478" y="2486405"/>
            <a:ext cx="1045210" cy="485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0" dirty="0">
                <a:solidFill>
                  <a:srgbClr val="00C3FF"/>
                </a:solidFill>
                <a:latin typeface="Trebuchet MS"/>
                <a:cs typeface="Trebuchet MS"/>
              </a:rPr>
              <a:t>Time</a:t>
            </a:r>
            <a:r>
              <a:rPr sz="1600" b="1" spc="-120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75" dirty="0">
                <a:solidFill>
                  <a:srgbClr val="00C3FF"/>
                </a:solidFill>
                <a:latin typeface="Trebuchet MS"/>
                <a:cs typeface="Trebuchet MS"/>
              </a:rPr>
              <a:t>Travel</a:t>
            </a:r>
            <a:endParaRPr sz="1600">
              <a:latin typeface="Trebuchet MS"/>
              <a:cs typeface="Trebuchet MS"/>
            </a:endParaRPr>
          </a:p>
          <a:p>
            <a:pPr marL="21590">
              <a:lnSpc>
                <a:spcPct val="100000"/>
              </a:lnSpc>
              <a:spcBef>
                <a:spcPts val="20"/>
              </a:spcBef>
            </a:pPr>
            <a:r>
              <a:rPr sz="1400" b="1" spc="-70" dirty="0">
                <a:solidFill>
                  <a:srgbClr val="AEAEAE"/>
                </a:solidFill>
                <a:latin typeface="Trebuchet MS"/>
                <a:cs typeface="Trebuchet MS"/>
              </a:rPr>
              <a:t>(1</a:t>
            </a:r>
            <a:r>
              <a:rPr sz="1400" b="1" spc="-110" dirty="0">
                <a:solidFill>
                  <a:srgbClr val="AEAEAE"/>
                </a:solidFill>
                <a:latin typeface="Trebuchet MS"/>
                <a:cs typeface="Trebuchet MS"/>
              </a:rPr>
              <a:t> </a:t>
            </a:r>
            <a:r>
              <a:rPr sz="1400" b="1" spc="345" dirty="0">
                <a:solidFill>
                  <a:srgbClr val="AEAEAE"/>
                </a:solidFill>
                <a:latin typeface="Trebuchet MS"/>
                <a:cs typeface="Trebuchet MS"/>
              </a:rPr>
              <a:t>–</a:t>
            </a:r>
            <a:r>
              <a:rPr sz="1400" b="1" spc="-95" dirty="0">
                <a:solidFill>
                  <a:srgbClr val="AEAEAE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AEAEAE"/>
                </a:solidFill>
                <a:latin typeface="Trebuchet MS"/>
                <a:cs typeface="Trebuchet MS"/>
              </a:rPr>
              <a:t>90</a:t>
            </a:r>
            <a:r>
              <a:rPr sz="1400" b="1" spc="-105" dirty="0">
                <a:solidFill>
                  <a:srgbClr val="AEAEAE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AEAEAE"/>
                </a:solidFill>
                <a:latin typeface="Trebuchet MS"/>
                <a:cs typeface="Trebuchet MS"/>
              </a:rPr>
              <a:t>days)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43840" y="1967483"/>
            <a:ext cx="3303270" cy="1698625"/>
            <a:chOff x="243840" y="1967483"/>
            <a:chExt cx="3303270" cy="169862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840" y="1967483"/>
              <a:ext cx="3303270" cy="169862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3786" y="2122169"/>
              <a:ext cx="2653284" cy="10668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73786" y="2122169"/>
              <a:ext cx="2653665" cy="1066800"/>
            </a:xfrm>
            <a:custGeom>
              <a:avLst/>
              <a:gdLst/>
              <a:ahLst/>
              <a:cxnLst/>
              <a:rect l="l" t="t" r="r" b="b"/>
              <a:pathLst>
                <a:path w="2653665" h="1066800">
                  <a:moveTo>
                    <a:pt x="2653284" y="1066800"/>
                  </a:moveTo>
                  <a:lnTo>
                    <a:pt x="533400" y="1066800"/>
                  </a:lnTo>
                  <a:lnTo>
                    <a:pt x="0" y="533400"/>
                  </a:lnTo>
                  <a:lnTo>
                    <a:pt x="533400" y="0"/>
                  </a:lnTo>
                  <a:lnTo>
                    <a:pt x="2653284" y="0"/>
                  </a:lnTo>
                  <a:lnTo>
                    <a:pt x="2119884" y="533400"/>
                  </a:lnTo>
                  <a:lnTo>
                    <a:pt x="2653284" y="106680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76019" y="2315717"/>
            <a:ext cx="1513840" cy="698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solidFill>
                  <a:srgbClr val="00C3FF"/>
                </a:solidFill>
                <a:latin typeface="Trebuchet MS"/>
                <a:cs typeface="Trebuchet MS"/>
              </a:rPr>
              <a:t>Fail</a:t>
            </a:r>
            <a:r>
              <a:rPr sz="1600" b="1" spc="-110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20" dirty="0">
                <a:solidFill>
                  <a:srgbClr val="00C3FF"/>
                </a:solidFill>
                <a:latin typeface="Trebuchet MS"/>
                <a:cs typeface="Trebuchet MS"/>
              </a:rPr>
              <a:t>Safe</a:t>
            </a:r>
            <a:endParaRPr sz="1600">
              <a:latin typeface="Trebuchet MS"/>
              <a:cs typeface="Trebuchet MS"/>
            </a:endParaRPr>
          </a:p>
          <a:p>
            <a:pPr marL="1270" algn="ctr">
              <a:lnSpc>
                <a:spcPct val="100000"/>
              </a:lnSpc>
              <a:spcBef>
                <a:spcPts val="20"/>
              </a:spcBef>
            </a:pPr>
            <a:r>
              <a:rPr sz="1400" b="1" spc="-60" dirty="0">
                <a:solidFill>
                  <a:srgbClr val="AEAEAE"/>
                </a:solidFill>
                <a:latin typeface="Trebuchet MS"/>
                <a:cs typeface="Trebuchet MS"/>
              </a:rPr>
              <a:t>(transient:</a:t>
            </a:r>
            <a:r>
              <a:rPr sz="1400" b="1" spc="-114" dirty="0">
                <a:solidFill>
                  <a:srgbClr val="AEAEAE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AEAEAE"/>
                </a:solidFill>
                <a:latin typeface="Trebuchet MS"/>
                <a:cs typeface="Trebuchet MS"/>
              </a:rPr>
              <a:t>0</a:t>
            </a:r>
            <a:r>
              <a:rPr sz="1400" b="1" spc="-65" dirty="0">
                <a:solidFill>
                  <a:srgbClr val="AEAEAE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AEAEAE"/>
                </a:solidFill>
                <a:latin typeface="Trebuchet MS"/>
                <a:cs typeface="Trebuchet MS"/>
              </a:rPr>
              <a:t>days</a:t>
            </a:r>
            <a:endParaRPr sz="1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400" b="1" spc="-75" dirty="0">
                <a:solidFill>
                  <a:srgbClr val="AEAEAE"/>
                </a:solidFill>
                <a:latin typeface="Trebuchet MS"/>
                <a:cs typeface="Trebuchet MS"/>
              </a:rPr>
              <a:t>permanent:</a:t>
            </a:r>
            <a:r>
              <a:rPr sz="1400" b="1" spc="-114" dirty="0">
                <a:solidFill>
                  <a:srgbClr val="AEAEAE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AEAEAE"/>
                </a:solidFill>
                <a:latin typeface="Trebuchet MS"/>
                <a:cs typeface="Trebuchet MS"/>
              </a:rPr>
              <a:t>7</a:t>
            </a:r>
            <a:r>
              <a:rPr sz="1400" b="1" spc="-65" dirty="0">
                <a:solidFill>
                  <a:srgbClr val="AEAEAE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AEAEAE"/>
                </a:solidFill>
                <a:latin typeface="Trebuchet MS"/>
                <a:cs typeface="Trebuchet MS"/>
              </a:rPr>
              <a:t>days)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5266" y="1865757"/>
            <a:ext cx="27247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35" dirty="0">
                <a:solidFill>
                  <a:srgbClr val="D9D9D9"/>
                </a:solidFill>
                <a:latin typeface="Trebuchet MS"/>
                <a:cs typeface="Trebuchet MS"/>
              </a:rPr>
              <a:t>Restoring</a:t>
            </a: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0" dirty="0">
                <a:solidFill>
                  <a:srgbClr val="D9D9D9"/>
                </a:solidFill>
                <a:latin typeface="Trebuchet MS"/>
                <a:cs typeface="Trebuchet MS"/>
              </a:rPr>
              <a:t>only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by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35" dirty="0">
                <a:solidFill>
                  <a:srgbClr val="D9D9D9"/>
                </a:solidFill>
                <a:latin typeface="Trebuchet MS"/>
                <a:cs typeface="Trebuchet MS"/>
              </a:rPr>
              <a:t>snowflake</a:t>
            </a:r>
            <a:r>
              <a:rPr sz="12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D9D9D9"/>
                </a:solidFill>
                <a:latin typeface="Trebuchet MS"/>
                <a:cs typeface="Trebuchet MS"/>
              </a:rPr>
              <a:t>support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5266" y="1201927"/>
            <a:ext cx="2242185" cy="57404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819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20" dirty="0">
                <a:solidFill>
                  <a:srgbClr val="D9D9D9"/>
                </a:solidFill>
                <a:latin typeface="Trebuchet MS"/>
                <a:cs typeface="Trebuchet MS"/>
              </a:rPr>
              <a:t>No</a:t>
            </a:r>
            <a:r>
              <a:rPr sz="12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D9D9D9"/>
                </a:solidFill>
                <a:latin typeface="Trebuchet MS"/>
                <a:cs typeface="Trebuchet MS"/>
              </a:rPr>
              <a:t>user</a:t>
            </a:r>
            <a:endParaRPr sz="12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72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720" dirty="0">
                <a:solidFill>
                  <a:srgbClr val="D9D9D9"/>
                </a:solidFill>
                <a:latin typeface="Trebuchet MS"/>
                <a:cs typeface="Trebuchet MS"/>
              </a:rPr>
              <a:t>o</a:t>
            </a:r>
            <a:r>
              <a:rPr sz="1800" b="1" spc="-217" baseline="2314" dirty="0">
                <a:solidFill>
                  <a:srgbClr val="D9D9D9"/>
                </a:solidFill>
                <a:latin typeface="Trebuchet MS"/>
                <a:cs typeface="Trebuchet MS"/>
              </a:rPr>
              <a:t>R</a:t>
            </a:r>
            <a:r>
              <a:rPr sz="1200" b="1" spc="-630" dirty="0">
                <a:solidFill>
                  <a:srgbClr val="D9D9D9"/>
                </a:solidFill>
                <a:latin typeface="Trebuchet MS"/>
                <a:cs typeface="Trebuchet MS"/>
              </a:rPr>
              <a:t>p</a:t>
            </a:r>
            <a:r>
              <a:rPr sz="1800" b="1" spc="-179" baseline="2314" dirty="0">
                <a:solidFill>
                  <a:srgbClr val="D9D9D9"/>
                </a:solidFill>
                <a:latin typeface="Trebuchet MS"/>
                <a:cs typeface="Trebuchet MS"/>
              </a:rPr>
              <a:t>e</a:t>
            </a:r>
            <a:r>
              <a:rPr sz="1200" b="1" spc="-645" dirty="0">
                <a:solidFill>
                  <a:srgbClr val="D9D9D9"/>
                </a:solidFill>
                <a:latin typeface="Trebuchet MS"/>
                <a:cs typeface="Trebuchet MS"/>
              </a:rPr>
              <a:t>e</a:t>
            </a:r>
            <a:r>
              <a:rPr sz="1800" b="1" spc="-52" baseline="2314" dirty="0">
                <a:solidFill>
                  <a:srgbClr val="D9D9D9"/>
                </a:solidFill>
                <a:latin typeface="Trebuchet MS"/>
                <a:cs typeface="Trebuchet MS"/>
              </a:rPr>
              <a:t>c</a:t>
            </a:r>
            <a:r>
              <a:rPr sz="1800" b="1" spc="-1080" baseline="2314" dirty="0">
                <a:solidFill>
                  <a:srgbClr val="D9D9D9"/>
                </a:solidFill>
                <a:latin typeface="Trebuchet MS"/>
                <a:cs typeface="Trebuchet MS"/>
              </a:rPr>
              <a:t>o</a:t>
            </a:r>
            <a:r>
              <a:rPr sz="1200" b="1" spc="-35" dirty="0">
                <a:solidFill>
                  <a:srgbClr val="D9D9D9"/>
                </a:solidFill>
                <a:latin typeface="Trebuchet MS"/>
                <a:cs typeface="Trebuchet MS"/>
              </a:rPr>
              <a:t>r</a:t>
            </a:r>
            <a:r>
              <a:rPr sz="1200" b="1" spc="-480" dirty="0">
                <a:solidFill>
                  <a:srgbClr val="D9D9D9"/>
                </a:solidFill>
                <a:latin typeface="Trebuchet MS"/>
                <a:cs typeface="Trebuchet MS"/>
              </a:rPr>
              <a:t>a</a:t>
            </a:r>
            <a:r>
              <a:rPr sz="1800" b="1" spc="-345" baseline="2314" dirty="0">
                <a:solidFill>
                  <a:srgbClr val="D9D9D9"/>
                </a:solidFill>
                <a:latin typeface="Trebuchet MS"/>
                <a:cs typeface="Trebuchet MS"/>
              </a:rPr>
              <a:t>v</a:t>
            </a:r>
            <a:r>
              <a:rPr sz="1200" b="1" spc="-330" dirty="0">
                <a:solidFill>
                  <a:srgbClr val="D9D9D9"/>
                </a:solidFill>
                <a:latin typeface="Trebuchet MS"/>
                <a:cs typeface="Trebuchet MS"/>
              </a:rPr>
              <a:t>t</a:t>
            </a:r>
            <a:r>
              <a:rPr sz="1800" b="1" spc="-660" baseline="2314" dirty="0">
                <a:solidFill>
                  <a:srgbClr val="D9D9D9"/>
                </a:solidFill>
                <a:latin typeface="Trebuchet MS"/>
                <a:cs typeface="Trebuchet MS"/>
              </a:rPr>
              <a:t>e</a:t>
            </a:r>
            <a:r>
              <a:rPr sz="1200" b="1" spc="-35" dirty="0">
                <a:solidFill>
                  <a:srgbClr val="D9D9D9"/>
                </a:solidFill>
                <a:latin typeface="Trebuchet MS"/>
                <a:cs typeface="Trebuchet MS"/>
              </a:rPr>
              <a:t>i</a:t>
            </a:r>
            <a:r>
              <a:rPr sz="1200" b="1" spc="-665" dirty="0">
                <a:solidFill>
                  <a:srgbClr val="D9D9D9"/>
                </a:solidFill>
                <a:latin typeface="Trebuchet MS"/>
                <a:cs typeface="Trebuchet MS"/>
              </a:rPr>
              <a:t>o</a:t>
            </a:r>
            <a:r>
              <a:rPr sz="1800" b="1" spc="-52" baseline="2314" dirty="0">
                <a:solidFill>
                  <a:srgbClr val="D9D9D9"/>
                </a:solidFill>
                <a:latin typeface="Trebuchet MS"/>
                <a:cs typeface="Trebuchet MS"/>
              </a:rPr>
              <a:t>r</a:t>
            </a:r>
            <a:r>
              <a:rPr sz="1800" b="1" spc="-787" baseline="2314" dirty="0">
                <a:solidFill>
                  <a:srgbClr val="D9D9D9"/>
                </a:solidFill>
                <a:latin typeface="Trebuchet MS"/>
                <a:cs typeface="Trebuchet MS"/>
              </a:rPr>
              <a:t>y</a:t>
            </a: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n</a:t>
            </a:r>
            <a:r>
              <a:rPr sz="1200" b="1" spc="-490" dirty="0">
                <a:solidFill>
                  <a:srgbClr val="D9D9D9"/>
                </a:solidFill>
                <a:latin typeface="Trebuchet MS"/>
                <a:cs typeface="Trebuchet MS"/>
              </a:rPr>
              <a:t>s</a:t>
            </a:r>
            <a:r>
              <a:rPr sz="1800" b="1" spc="-315" baseline="2314" dirty="0">
                <a:solidFill>
                  <a:srgbClr val="D9D9D9"/>
                </a:solidFill>
                <a:latin typeface="Trebuchet MS"/>
                <a:cs typeface="Trebuchet MS"/>
              </a:rPr>
              <a:t>b</a:t>
            </a:r>
            <a:r>
              <a:rPr sz="1200" b="1" spc="-380" dirty="0">
                <a:solidFill>
                  <a:srgbClr val="D9D9D9"/>
                </a:solidFill>
                <a:latin typeface="Trebuchet MS"/>
                <a:cs typeface="Trebuchet MS"/>
              </a:rPr>
              <a:t>/</a:t>
            </a:r>
            <a:r>
              <a:rPr sz="1800" b="1" spc="-405" baseline="2314" dirty="0">
                <a:solidFill>
                  <a:srgbClr val="D9D9D9"/>
                </a:solidFill>
                <a:latin typeface="Trebuchet MS"/>
                <a:cs typeface="Trebuchet MS"/>
              </a:rPr>
              <a:t>e</a:t>
            </a:r>
            <a:r>
              <a:rPr sz="1200" b="1" spc="-520" dirty="0">
                <a:solidFill>
                  <a:srgbClr val="D9D9D9"/>
                </a:solidFill>
                <a:latin typeface="Trebuchet MS"/>
                <a:cs typeface="Trebuchet MS"/>
              </a:rPr>
              <a:t>q</a:t>
            </a:r>
            <a:r>
              <a:rPr sz="1800" b="1" spc="-300" baseline="2314" dirty="0">
                <a:solidFill>
                  <a:srgbClr val="D9D9D9"/>
                </a:solidFill>
                <a:latin typeface="Trebuchet MS"/>
                <a:cs typeface="Trebuchet MS"/>
              </a:rPr>
              <a:t>y</a:t>
            </a:r>
            <a:r>
              <a:rPr sz="1200" b="1" spc="-590" dirty="0">
                <a:solidFill>
                  <a:srgbClr val="D9D9D9"/>
                </a:solidFill>
                <a:latin typeface="Trebuchet MS"/>
                <a:cs typeface="Trebuchet MS"/>
              </a:rPr>
              <a:t>u</a:t>
            </a:r>
            <a:r>
              <a:rPr sz="1800" b="1" spc="-270" baseline="2314" dirty="0">
                <a:solidFill>
                  <a:srgbClr val="D9D9D9"/>
                </a:solidFill>
                <a:latin typeface="Trebuchet MS"/>
                <a:cs typeface="Trebuchet MS"/>
              </a:rPr>
              <a:t>o</a:t>
            </a:r>
            <a:r>
              <a:rPr sz="1200" b="1" spc="-575" dirty="0">
                <a:solidFill>
                  <a:srgbClr val="D9D9D9"/>
                </a:solidFill>
                <a:latin typeface="Trebuchet MS"/>
                <a:cs typeface="Trebuchet MS"/>
              </a:rPr>
              <a:t>e</a:t>
            </a:r>
            <a:r>
              <a:rPr sz="1800" b="1" spc="-352" baseline="2314" dirty="0">
                <a:solidFill>
                  <a:srgbClr val="D9D9D9"/>
                </a:solidFill>
                <a:latin typeface="Trebuchet MS"/>
                <a:cs typeface="Trebuchet MS"/>
              </a:rPr>
              <a:t>n</a:t>
            </a:r>
            <a:r>
              <a:rPr sz="1200" b="1" spc="-350" dirty="0">
                <a:solidFill>
                  <a:srgbClr val="D9D9D9"/>
                </a:solidFill>
                <a:latin typeface="Trebuchet MS"/>
                <a:cs typeface="Trebuchet MS"/>
              </a:rPr>
              <a:t>r</a:t>
            </a:r>
            <a:r>
              <a:rPr sz="1800" b="1" spc="-675" baseline="2314" dirty="0">
                <a:solidFill>
                  <a:srgbClr val="D9D9D9"/>
                </a:solidFill>
                <a:latin typeface="Trebuchet MS"/>
                <a:cs typeface="Trebuchet MS"/>
              </a:rPr>
              <a:t>d</a:t>
            </a:r>
            <a:r>
              <a:rPr sz="1200" b="1" spc="-35" dirty="0">
                <a:solidFill>
                  <a:srgbClr val="D9D9D9"/>
                </a:solidFill>
                <a:latin typeface="Trebuchet MS"/>
                <a:cs typeface="Trebuchet MS"/>
              </a:rPr>
              <a:t>i</a:t>
            </a:r>
            <a:r>
              <a:rPr sz="1200" b="1" spc="-340" dirty="0">
                <a:solidFill>
                  <a:srgbClr val="D9D9D9"/>
                </a:solidFill>
                <a:latin typeface="Trebuchet MS"/>
                <a:cs typeface="Trebuchet MS"/>
              </a:rPr>
              <a:t>e</a:t>
            </a:r>
            <a:r>
              <a:rPr sz="1800" b="1" spc="-697" baseline="2314" dirty="0">
                <a:solidFill>
                  <a:srgbClr val="D9D9D9"/>
                </a:solidFill>
                <a:latin typeface="Trebuchet MS"/>
                <a:cs typeface="Trebuchet MS"/>
              </a:rPr>
              <a:t>T</a:t>
            </a:r>
            <a:r>
              <a:rPr sz="1200" b="1" spc="-220" dirty="0">
                <a:solidFill>
                  <a:srgbClr val="D9D9D9"/>
                </a:solidFill>
                <a:latin typeface="Trebuchet MS"/>
                <a:cs typeface="Trebuchet MS"/>
              </a:rPr>
              <a:t>s</a:t>
            </a:r>
            <a:r>
              <a:rPr sz="1800" b="1" spc="-52" baseline="2314" dirty="0">
                <a:solidFill>
                  <a:srgbClr val="D9D9D9"/>
                </a:solidFill>
                <a:latin typeface="Trebuchet MS"/>
                <a:cs typeface="Trebuchet MS"/>
              </a:rPr>
              <a:t>ime</a:t>
            </a:r>
            <a:r>
              <a:rPr sz="1800" b="1" spc="172" baseline="23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44" baseline="2314" dirty="0">
                <a:solidFill>
                  <a:srgbClr val="D9D9D9"/>
                </a:solidFill>
                <a:latin typeface="Trebuchet MS"/>
                <a:cs typeface="Trebuchet MS"/>
              </a:rPr>
              <a:t>Travel</a:t>
            </a:r>
            <a:endParaRPr sz="1800" baseline="2314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83940" y="2339086"/>
            <a:ext cx="19792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Table</a:t>
            </a:r>
            <a:r>
              <a:rPr spc="-75" dirty="0"/>
              <a:t> </a:t>
            </a:r>
            <a:r>
              <a:rPr spc="-10" dirty="0"/>
              <a:t>Types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04339">
              <a:lnSpc>
                <a:spcPct val="100000"/>
              </a:lnSpc>
              <a:spcBef>
                <a:spcPts val="105"/>
              </a:spcBef>
            </a:pPr>
            <a:r>
              <a:rPr dirty="0"/>
              <a:t>Table</a:t>
            </a:r>
            <a:r>
              <a:rPr spc="-75" dirty="0"/>
              <a:t> </a:t>
            </a:r>
            <a:r>
              <a:rPr spc="-10" dirty="0"/>
              <a:t>types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35863" y="1848611"/>
            <a:ext cx="5281295" cy="1648460"/>
            <a:chOff x="435863" y="1848611"/>
            <a:chExt cx="5281295" cy="16484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5863" y="1848611"/>
              <a:ext cx="2504567" cy="16484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761" y="2003297"/>
              <a:ext cx="1871471" cy="10165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62761" y="2003297"/>
              <a:ext cx="1871980" cy="1016635"/>
            </a:xfrm>
            <a:custGeom>
              <a:avLst/>
              <a:gdLst/>
              <a:ahLst/>
              <a:cxnLst/>
              <a:rect l="l" t="t" r="r" b="b"/>
              <a:pathLst>
                <a:path w="1871980" h="1016635">
                  <a:moveTo>
                    <a:pt x="0" y="508253"/>
                  </a:moveTo>
                  <a:lnTo>
                    <a:pt x="254126" y="0"/>
                  </a:lnTo>
                  <a:lnTo>
                    <a:pt x="1617345" y="0"/>
                  </a:lnTo>
                  <a:lnTo>
                    <a:pt x="1871471" y="508253"/>
                  </a:lnTo>
                  <a:lnTo>
                    <a:pt x="1617345" y="1016507"/>
                  </a:lnTo>
                  <a:lnTo>
                    <a:pt x="254126" y="1016507"/>
                  </a:lnTo>
                  <a:lnTo>
                    <a:pt x="0" y="508253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2591" y="1848611"/>
              <a:ext cx="2504567" cy="16484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39490" y="2003297"/>
              <a:ext cx="1871472" cy="101650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539490" y="2003297"/>
              <a:ext cx="1871980" cy="1016635"/>
            </a:xfrm>
            <a:custGeom>
              <a:avLst/>
              <a:gdLst/>
              <a:ahLst/>
              <a:cxnLst/>
              <a:rect l="l" t="t" r="r" b="b"/>
              <a:pathLst>
                <a:path w="1871979" h="1016635">
                  <a:moveTo>
                    <a:pt x="0" y="508253"/>
                  </a:moveTo>
                  <a:lnTo>
                    <a:pt x="254126" y="0"/>
                  </a:lnTo>
                  <a:lnTo>
                    <a:pt x="1617345" y="0"/>
                  </a:lnTo>
                  <a:lnTo>
                    <a:pt x="1871472" y="508253"/>
                  </a:lnTo>
                  <a:lnTo>
                    <a:pt x="1617345" y="1016507"/>
                  </a:lnTo>
                  <a:lnTo>
                    <a:pt x="254126" y="1016507"/>
                  </a:lnTo>
                  <a:lnTo>
                    <a:pt x="0" y="508253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072254" y="2360422"/>
            <a:ext cx="8610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solidFill>
                  <a:srgbClr val="00C3FF"/>
                </a:solidFill>
                <a:latin typeface="Trebuchet MS"/>
                <a:cs typeface="Trebuchet MS"/>
              </a:rPr>
              <a:t>Transient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25702" y="2344673"/>
            <a:ext cx="9994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solidFill>
                  <a:srgbClr val="00C3FF"/>
                </a:solidFill>
                <a:latin typeface="Trebuchet MS"/>
                <a:cs typeface="Trebuchet MS"/>
              </a:rPr>
              <a:t>Permanent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6025" y="3487927"/>
            <a:ext cx="2225675" cy="942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75" dirty="0">
                <a:solidFill>
                  <a:srgbClr val="D9D9D9"/>
                </a:solidFill>
                <a:latin typeface="Trebuchet MS"/>
                <a:cs typeface="Trebuchet MS"/>
              </a:rPr>
              <a:t>Time</a:t>
            </a:r>
            <a:r>
              <a:rPr sz="12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Travel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Retention</a:t>
            </a:r>
            <a:r>
              <a:rPr sz="1200" b="1" spc="-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Period </a:t>
            </a:r>
            <a:r>
              <a:rPr sz="1200" b="1" spc="-35" dirty="0">
                <a:solidFill>
                  <a:srgbClr val="66DBFF"/>
                </a:solidFill>
                <a:latin typeface="Trebuchet MS"/>
                <a:cs typeface="Trebuchet MS"/>
              </a:rPr>
              <a:t>0</a:t>
            </a:r>
            <a:r>
              <a:rPr sz="1200" b="1" spc="-95" dirty="0">
                <a:solidFill>
                  <a:srgbClr val="66DBFF"/>
                </a:solidFill>
                <a:latin typeface="Trebuchet MS"/>
                <a:cs typeface="Trebuchet MS"/>
              </a:rPr>
              <a:t> </a:t>
            </a:r>
            <a:r>
              <a:rPr sz="1200" b="1" spc="295" dirty="0">
                <a:solidFill>
                  <a:srgbClr val="66DBFF"/>
                </a:solidFill>
                <a:latin typeface="Trebuchet MS"/>
                <a:cs typeface="Trebuchet MS"/>
              </a:rPr>
              <a:t>–</a:t>
            </a:r>
            <a:r>
              <a:rPr sz="1200" b="1" spc="-95" dirty="0">
                <a:solidFill>
                  <a:srgbClr val="66DBFF"/>
                </a:solidFill>
                <a:latin typeface="Trebuchet MS"/>
                <a:cs typeface="Trebuchet MS"/>
              </a:rPr>
              <a:t> </a:t>
            </a:r>
            <a:r>
              <a:rPr sz="1200" b="1" spc="-35" dirty="0">
                <a:solidFill>
                  <a:srgbClr val="66DBFF"/>
                </a:solidFill>
                <a:latin typeface="Trebuchet MS"/>
                <a:cs typeface="Trebuchet MS"/>
              </a:rPr>
              <a:t>90</a:t>
            </a:r>
            <a:r>
              <a:rPr sz="1200" b="1" spc="-85" dirty="0">
                <a:solidFill>
                  <a:srgbClr val="66DBFF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66DBFF"/>
                </a:solidFill>
                <a:latin typeface="Trebuchet MS"/>
                <a:cs typeface="Trebuchet MS"/>
              </a:rPr>
              <a:t>days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Clr>
                <a:srgbClr val="99D3FF"/>
              </a:buClr>
              <a:buFont typeface="Wingdings"/>
              <a:buChar char=""/>
            </a:pPr>
            <a:endParaRPr sz="12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Fail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D9D9D9"/>
                </a:solidFill>
                <a:latin typeface="Trebuchet MS"/>
                <a:cs typeface="Trebuchet MS"/>
              </a:rPr>
              <a:t>Safe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08375" y="3182873"/>
            <a:ext cx="2048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6D5FF"/>
                </a:solidFill>
                <a:latin typeface="Lucida Console"/>
                <a:cs typeface="Lucida Console"/>
              </a:rPr>
              <a:t>CREATE</a:t>
            </a:r>
            <a:r>
              <a:rPr sz="1200" spc="-60" dirty="0">
                <a:solidFill>
                  <a:srgbClr val="66D5FF"/>
                </a:solidFill>
                <a:latin typeface="Lucida Console"/>
                <a:cs typeface="Lucida Console"/>
              </a:rPr>
              <a:t> </a:t>
            </a:r>
            <a:r>
              <a:rPr sz="1200" dirty="0">
                <a:solidFill>
                  <a:srgbClr val="66D5FF"/>
                </a:solidFill>
                <a:latin typeface="Lucida Console"/>
                <a:cs typeface="Lucida Console"/>
              </a:rPr>
              <a:t>TRANSIENT</a:t>
            </a:r>
            <a:r>
              <a:rPr sz="1200" spc="-60" dirty="0">
                <a:solidFill>
                  <a:srgbClr val="66D5FF"/>
                </a:solidFill>
                <a:latin typeface="Lucida Console"/>
                <a:cs typeface="Lucida Console"/>
              </a:rPr>
              <a:t> </a:t>
            </a:r>
            <a:r>
              <a:rPr sz="1200" spc="-20" dirty="0">
                <a:solidFill>
                  <a:srgbClr val="66D5FF"/>
                </a:solidFill>
                <a:latin typeface="Lucida Console"/>
                <a:cs typeface="Lucida Console"/>
              </a:rPr>
              <a:t>TABLE</a:t>
            </a:r>
            <a:endParaRPr sz="1200">
              <a:latin typeface="Lucida Console"/>
              <a:cs typeface="Lucida Consol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78179" y="3182873"/>
            <a:ext cx="11296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6D5FF"/>
                </a:solidFill>
                <a:latin typeface="Lucida Console"/>
                <a:cs typeface="Lucida Console"/>
              </a:rPr>
              <a:t>CREATE</a:t>
            </a:r>
            <a:r>
              <a:rPr sz="1200" spc="-55" dirty="0">
                <a:solidFill>
                  <a:srgbClr val="66D5FF"/>
                </a:solidFill>
                <a:latin typeface="Lucida Console"/>
                <a:cs typeface="Lucida Console"/>
              </a:rPr>
              <a:t> </a:t>
            </a:r>
            <a:r>
              <a:rPr sz="1200" spc="-10" dirty="0">
                <a:solidFill>
                  <a:srgbClr val="66D5FF"/>
                </a:solidFill>
                <a:latin typeface="Lucida Console"/>
                <a:cs typeface="Lucida Console"/>
              </a:rPr>
              <a:t>TABLE</a:t>
            </a:r>
            <a:endParaRPr sz="1200">
              <a:latin typeface="Lucida Console"/>
              <a:cs typeface="Lucida Consol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89121" y="3486606"/>
            <a:ext cx="2225675" cy="944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75" dirty="0">
                <a:solidFill>
                  <a:srgbClr val="D9D9D9"/>
                </a:solidFill>
                <a:latin typeface="Trebuchet MS"/>
                <a:cs typeface="Trebuchet MS"/>
              </a:rPr>
              <a:t>Time</a:t>
            </a:r>
            <a:r>
              <a:rPr sz="12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Travel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Retention</a:t>
            </a:r>
            <a:r>
              <a:rPr sz="1200" b="1" spc="-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Period </a:t>
            </a:r>
            <a:r>
              <a:rPr sz="1200" b="1" spc="-35" dirty="0">
                <a:solidFill>
                  <a:srgbClr val="66DBFF"/>
                </a:solidFill>
                <a:latin typeface="Trebuchet MS"/>
                <a:cs typeface="Trebuchet MS"/>
              </a:rPr>
              <a:t>0</a:t>
            </a:r>
            <a:r>
              <a:rPr sz="1200" b="1" spc="-95" dirty="0">
                <a:solidFill>
                  <a:srgbClr val="66DBFF"/>
                </a:solidFill>
                <a:latin typeface="Trebuchet MS"/>
                <a:cs typeface="Trebuchet MS"/>
              </a:rPr>
              <a:t> </a:t>
            </a:r>
            <a:r>
              <a:rPr sz="1200" b="1" spc="295" dirty="0">
                <a:solidFill>
                  <a:srgbClr val="66DBFF"/>
                </a:solidFill>
                <a:latin typeface="Trebuchet MS"/>
                <a:cs typeface="Trebuchet MS"/>
              </a:rPr>
              <a:t>–</a:t>
            </a:r>
            <a:r>
              <a:rPr sz="1200" b="1" spc="-100" dirty="0">
                <a:solidFill>
                  <a:srgbClr val="66DBFF"/>
                </a:solidFill>
                <a:latin typeface="Trebuchet MS"/>
                <a:cs typeface="Trebuchet MS"/>
              </a:rPr>
              <a:t> </a:t>
            </a:r>
            <a:r>
              <a:rPr sz="1200" b="1" spc="-35" dirty="0">
                <a:solidFill>
                  <a:srgbClr val="66DBFF"/>
                </a:solidFill>
                <a:latin typeface="Trebuchet MS"/>
                <a:cs typeface="Trebuchet MS"/>
              </a:rPr>
              <a:t>1</a:t>
            </a:r>
            <a:r>
              <a:rPr sz="1200" b="1" spc="-85" dirty="0">
                <a:solidFill>
                  <a:srgbClr val="66DBFF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66DBFF"/>
                </a:solidFill>
                <a:latin typeface="Trebuchet MS"/>
                <a:cs typeface="Trebuchet MS"/>
              </a:rPr>
              <a:t>day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200">
              <a:latin typeface="Trebuchet MS"/>
              <a:cs typeface="Trebuchet MS"/>
            </a:endParaRPr>
          </a:p>
          <a:p>
            <a:pPr marL="53975">
              <a:lnSpc>
                <a:spcPct val="100000"/>
              </a:lnSpc>
              <a:tabLst>
                <a:tab pos="359410" algn="l"/>
              </a:tabLst>
            </a:pPr>
            <a:r>
              <a:rPr sz="1200" spc="-50" dirty="0">
                <a:solidFill>
                  <a:srgbClr val="99D3FF"/>
                </a:solidFill>
                <a:latin typeface="Arial MT"/>
                <a:cs typeface="Arial MT"/>
              </a:rPr>
              <a:t>×</a:t>
            </a:r>
            <a:r>
              <a:rPr sz="1200" dirty="0">
                <a:solidFill>
                  <a:srgbClr val="99D3FF"/>
                </a:solidFill>
                <a:latin typeface="Arial MT"/>
                <a:cs typeface="Arial MT"/>
              </a:rPr>
              <a:t>	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Fail </a:t>
            </a:r>
            <a:r>
              <a:rPr sz="1200" b="1" spc="-20" dirty="0">
                <a:solidFill>
                  <a:srgbClr val="D9D9D9"/>
                </a:solidFill>
                <a:latin typeface="Trebuchet MS"/>
                <a:cs typeface="Trebuchet MS"/>
              </a:rPr>
              <a:t>Safe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641847" y="1842516"/>
            <a:ext cx="2505075" cy="1648460"/>
            <a:chOff x="5641847" y="1842516"/>
            <a:chExt cx="2505075" cy="164846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41847" y="1842516"/>
              <a:ext cx="2504567" cy="16484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68745" y="1997202"/>
              <a:ext cx="1871472" cy="101650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968745" y="1997202"/>
              <a:ext cx="1871980" cy="1016635"/>
            </a:xfrm>
            <a:custGeom>
              <a:avLst/>
              <a:gdLst/>
              <a:ahLst/>
              <a:cxnLst/>
              <a:rect l="l" t="t" r="r" b="b"/>
              <a:pathLst>
                <a:path w="1871979" h="1016635">
                  <a:moveTo>
                    <a:pt x="0" y="508254"/>
                  </a:moveTo>
                  <a:lnTo>
                    <a:pt x="254126" y="0"/>
                  </a:lnTo>
                  <a:lnTo>
                    <a:pt x="1617345" y="0"/>
                  </a:lnTo>
                  <a:lnTo>
                    <a:pt x="1871472" y="508254"/>
                  </a:lnTo>
                  <a:lnTo>
                    <a:pt x="1617345" y="1016508"/>
                  </a:lnTo>
                  <a:lnTo>
                    <a:pt x="254126" y="1016508"/>
                  </a:lnTo>
                  <a:lnTo>
                    <a:pt x="0" y="508254"/>
                  </a:lnTo>
                  <a:close/>
                </a:path>
              </a:pathLst>
            </a:custGeom>
            <a:ln w="19049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444234" y="2354072"/>
            <a:ext cx="9791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75" dirty="0">
                <a:solidFill>
                  <a:srgbClr val="00C3FF"/>
                </a:solidFill>
                <a:latin typeface="Trebuchet MS"/>
                <a:cs typeface="Trebuchet MS"/>
              </a:rPr>
              <a:t>Temporary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38520" y="3176397"/>
            <a:ext cx="2048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6D5FF"/>
                </a:solidFill>
                <a:latin typeface="Lucida Console"/>
                <a:cs typeface="Lucida Console"/>
              </a:rPr>
              <a:t>CREATE</a:t>
            </a:r>
            <a:r>
              <a:rPr sz="1200" spc="-60" dirty="0">
                <a:solidFill>
                  <a:srgbClr val="66D5FF"/>
                </a:solidFill>
                <a:latin typeface="Lucida Console"/>
                <a:cs typeface="Lucida Console"/>
              </a:rPr>
              <a:t> </a:t>
            </a:r>
            <a:r>
              <a:rPr sz="1200" dirty="0">
                <a:solidFill>
                  <a:srgbClr val="66D5FF"/>
                </a:solidFill>
                <a:latin typeface="Lucida Console"/>
                <a:cs typeface="Lucida Console"/>
              </a:rPr>
              <a:t>TEMPORARY</a:t>
            </a:r>
            <a:r>
              <a:rPr sz="1200" spc="-60" dirty="0">
                <a:solidFill>
                  <a:srgbClr val="66D5FF"/>
                </a:solidFill>
                <a:latin typeface="Lucida Console"/>
                <a:cs typeface="Lucida Console"/>
              </a:rPr>
              <a:t> </a:t>
            </a:r>
            <a:r>
              <a:rPr sz="1200" spc="-20" dirty="0">
                <a:solidFill>
                  <a:srgbClr val="66D5FF"/>
                </a:solidFill>
                <a:latin typeface="Lucida Console"/>
                <a:cs typeface="Lucida Console"/>
              </a:rPr>
              <a:t>TABLE</a:t>
            </a:r>
            <a:endParaRPr sz="1200">
              <a:latin typeface="Lucida Console"/>
              <a:cs typeface="Lucida Console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28028" y="1723771"/>
            <a:ext cx="11328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771C1"/>
                </a:solidFill>
                <a:latin typeface="Arial MT"/>
                <a:cs typeface="Arial MT"/>
              </a:rPr>
              <a:t>Only</a:t>
            </a:r>
            <a:r>
              <a:rPr sz="1200" spc="50" dirty="0">
                <a:solidFill>
                  <a:srgbClr val="1771C1"/>
                </a:solidFill>
                <a:latin typeface="Arial MT"/>
                <a:cs typeface="Arial MT"/>
              </a:rPr>
              <a:t> </a:t>
            </a:r>
            <a:r>
              <a:rPr sz="1200" spc="60" dirty="0">
                <a:solidFill>
                  <a:srgbClr val="1771C1"/>
                </a:solidFill>
                <a:latin typeface="Arial MT"/>
                <a:cs typeface="Arial MT"/>
              </a:rPr>
              <a:t>in</a:t>
            </a:r>
            <a:r>
              <a:rPr sz="1200" spc="45" dirty="0">
                <a:solidFill>
                  <a:srgbClr val="1771C1"/>
                </a:solidFill>
                <a:latin typeface="Arial MT"/>
                <a:cs typeface="Arial MT"/>
              </a:rPr>
              <a:t> </a:t>
            </a:r>
            <a:r>
              <a:rPr sz="1200" spc="35" dirty="0">
                <a:solidFill>
                  <a:srgbClr val="1771C1"/>
                </a:solidFill>
                <a:latin typeface="Arial MT"/>
                <a:cs typeface="Arial MT"/>
              </a:rPr>
              <a:t>session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35984" y="1728673"/>
            <a:ext cx="103949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60" dirty="0">
                <a:solidFill>
                  <a:srgbClr val="1771C1"/>
                </a:solidFill>
                <a:latin typeface="Arial MT"/>
                <a:cs typeface="Arial MT"/>
              </a:rPr>
              <a:t>Until</a:t>
            </a:r>
            <a:r>
              <a:rPr sz="1200" spc="-30" dirty="0">
                <a:solidFill>
                  <a:srgbClr val="1771C1"/>
                </a:solidFill>
                <a:latin typeface="Arial MT"/>
                <a:cs typeface="Arial MT"/>
              </a:rPr>
              <a:t> </a:t>
            </a:r>
            <a:r>
              <a:rPr sz="1200" spc="65" dirty="0">
                <a:solidFill>
                  <a:srgbClr val="1771C1"/>
                </a:solidFill>
                <a:latin typeface="Arial MT"/>
                <a:cs typeface="Arial MT"/>
              </a:rPr>
              <a:t>dropped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96441" y="1735582"/>
            <a:ext cx="103949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60" dirty="0">
                <a:solidFill>
                  <a:srgbClr val="1771C1"/>
                </a:solidFill>
                <a:latin typeface="Arial MT"/>
                <a:cs typeface="Arial MT"/>
              </a:rPr>
              <a:t>Until</a:t>
            </a:r>
            <a:r>
              <a:rPr sz="1200" spc="-25" dirty="0">
                <a:solidFill>
                  <a:srgbClr val="1771C1"/>
                </a:solidFill>
                <a:latin typeface="Arial MT"/>
                <a:cs typeface="Arial MT"/>
              </a:rPr>
              <a:t> </a:t>
            </a:r>
            <a:r>
              <a:rPr sz="1200" spc="65" dirty="0">
                <a:solidFill>
                  <a:srgbClr val="1771C1"/>
                </a:solidFill>
                <a:latin typeface="Arial MT"/>
                <a:cs typeface="Arial MT"/>
              </a:rPr>
              <a:t>dropped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38520" y="3511782"/>
            <a:ext cx="2226310" cy="918844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82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75" dirty="0">
                <a:solidFill>
                  <a:srgbClr val="D9D9D9"/>
                </a:solidFill>
                <a:latin typeface="Trebuchet MS"/>
                <a:cs typeface="Trebuchet MS"/>
              </a:rPr>
              <a:t>Time</a:t>
            </a:r>
            <a:r>
              <a:rPr sz="12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Travel 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Retention</a:t>
            </a: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D9D9D9"/>
                </a:solidFill>
                <a:latin typeface="Trebuchet MS"/>
                <a:cs typeface="Trebuchet MS"/>
              </a:rPr>
              <a:t>Period</a:t>
            </a:r>
            <a:endParaRPr sz="1200">
              <a:latin typeface="Trebuchet MS"/>
              <a:cs typeface="Trebuchet MS"/>
            </a:endParaRPr>
          </a:p>
          <a:p>
            <a:pPr marR="1315720" algn="r">
              <a:lnSpc>
                <a:spcPct val="100000"/>
              </a:lnSpc>
              <a:spcBef>
                <a:spcPts val="720"/>
              </a:spcBef>
            </a:pPr>
            <a:r>
              <a:rPr sz="1200" b="1" spc="-35" dirty="0">
                <a:solidFill>
                  <a:srgbClr val="66DBFF"/>
                </a:solidFill>
                <a:latin typeface="Trebuchet MS"/>
                <a:cs typeface="Trebuchet MS"/>
              </a:rPr>
              <a:t>0</a:t>
            </a:r>
            <a:r>
              <a:rPr sz="1200" b="1" spc="-95" dirty="0">
                <a:solidFill>
                  <a:srgbClr val="66DBFF"/>
                </a:solidFill>
                <a:latin typeface="Trebuchet MS"/>
                <a:cs typeface="Trebuchet MS"/>
              </a:rPr>
              <a:t> </a:t>
            </a:r>
            <a:r>
              <a:rPr sz="1200" b="1" spc="295" dirty="0">
                <a:solidFill>
                  <a:srgbClr val="66DBFF"/>
                </a:solidFill>
                <a:latin typeface="Trebuchet MS"/>
                <a:cs typeface="Trebuchet MS"/>
              </a:rPr>
              <a:t>–</a:t>
            </a:r>
            <a:r>
              <a:rPr sz="1200" b="1" spc="-100" dirty="0">
                <a:solidFill>
                  <a:srgbClr val="66DBFF"/>
                </a:solidFill>
                <a:latin typeface="Trebuchet MS"/>
                <a:cs typeface="Trebuchet MS"/>
              </a:rPr>
              <a:t> </a:t>
            </a:r>
            <a:r>
              <a:rPr sz="1200" b="1" spc="-35" dirty="0">
                <a:solidFill>
                  <a:srgbClr val="66DBFF"/>
                </a:solidFill>
                <a:latin typeface="Trebuchet MS"/>
                <a:cs typeface="Trebuchet MS"/>
              </a:rPr>
              <a:t>1</a:t>
            </a:r>
            <a:r>
              <a:rPr sz="1200" b="1" spc="-85" dirty="0">
                <a:solidFill>
                  <a:srgbClr val="66DBFF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66DBFF"/>
                </a:solidFill>
                <a:latin typeface="Trebuchet MS"/>
                <a:cs typeface="Trebuchet MS"/>
              </a:rPr>
              <a:t>day</a:t>
            </a:r>
            <a:endParaRPr sz="1200">
              <a:latin typeface="Trebuchet MS"/>
              <a:cs typeface="Trebuchet MS"/>
            </a:endParaRPr>
          </a:p>
          <a:p>
            <a:pPr marR="1297940" algn="r">
              <a:lnSpc>
                <a:spcPct val="100000"/>
              </a:lnSpc>
              <a:spcBef>
                <a:spcPts val="1265"/>
              </a:spcBef>
              <a:tabLst>
                <a:tab pos="304800" algn="l"/>
              </a:tabLst>
            </a:pPr>
            <a:r>
              <a:rPr sz="1200" spc="-50" dirty="0">
                <a:solidFill>
                  <a:srgbClr val="99D3FF"/>
                </a:solidFill>
                <a:latin typeface="Arial MT"/>
                <a:cs typeface="Arial MT"/>
              </a:rPr>
              <a:t>×</a:t>
            </a:r>
            <a:r>
              <a:rPr sz="1200" dirty="0">
                <a:solidFill>
                  <a:srgbClr val="99D3FF"/>
                </a:solidFill>
                <a:latin typeface="Arial MT"/>
                <a:cs typeface="Arial MT"/>
              </a:rPr>
              <a:t>	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Fail </a:t>
            </a:r>
            <a:r>
              <a:rPr sz="1200" b="1" spc="-20" dirty="0">
                <a:solidFill>
                  <a:srgbClr val="D9D9D9"/>
                </a:solidFill>
                <a:latin typeface="Trebuchet MS"/>
                <a:cs typeface="Trebuchet MS"/>
              </a:rPr>
              <a:t>Safe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965704" y="905281"/>
            <a:ext cx="3030855" cy="1249045"/>
            <a:chOff x="2965704" y="905281"/>
            <a:chExt cx="3030855" cy="1249045"/>
          </a:xfrm>
        </p:grpSpPr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65704" y="905281"/>
              <a:ext cx="3030473" cy="124901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292602" y="1059941"/>
              <a:ext cx="2397760" cy="617220"/>
            </a:xfrm>
            <a:custGeom>
              <a:avLst/>
              <a:gdLst/>
              <a:ahLst/>
              <a:cxnLst/>
              <a:rect l="l" t="t" r="r" b="b"/>
              <a:pathLst>
                <a:path w="2397760" h="617219">
                  <a:moveTo>
                    <a:pt x="2294382" y="0"/>
                  </a:moveTo>
                  <a:lnTo>
                    <a:pt x="102870" y="0"/>
                  </a:lnTo>
                  <a:lnTo>
                    <a:pt x="62847" y="8090"/>
                  </a:lnTo>
                  <a:lnTo>
                    <a:pt x="30146" y="30146"/>
                  </a:lnTo>
                  <a:lnTo>
                    <a:pt x="8090" y="62847"/>
                  </a:lnTo>
                  <a:lnTo>
                    <a:pt x="0" y="102870"/>
                  </a:lnTo>
                  <a:lnTo>
                    <a:pt x="0" y="514350"/>
                  </a:lnTo>
                  <a:lnTo>
                    <a:pt x="8090" y="554372"/>
                  </a:lnTo>
                  <a:lnTo>
                    <a:pt x="30146" y="587073"/>
                  </a:lnTo>
                  <a:lnTo>
                    <a:pt x="62847" y="609129"/>
                  </a:lnTo>
                  <a:lnTo>
                    <a:pt x="102870" y="617220"/>
                  </a:lnTo>
                  <a:lnTo>
                    <a:pt x="2294382" y="617220"/>
                  </a:lnTo>
                  <a:lnTo>
                    <a:pt x="2334404" y="609129"/>
                  </a:lnTo>
                  <a:lnTo>
                    <a:pt x="2367105" y="587073"/>
                  </a:lnTo>
                  <a:lnTo>
                    <a:pt x="2389161" y="554372"/>
                  </a:lnTo>
                  <a:lnTo>
                    <a:pt x="2397252" y="514350"/>
                  </a:lnTo>
                  <a:lnTo>
                    <a:pt x="2397252" y="102870"/>
                  </a:lnTo>
                  <a:lnTo>
                    <a:pt x="2389161" y="62847"/>
                  </a:lnTo>
                  <a:lnTo>
                    <a:pt x="2367105" y="30146"/>
                  </a:lnTo>
                  <a:lnTo>
                    <a:pt x="2334404" y="8090"/>
                  </a:lnTo>
                  <a:lnTo>
                    <a:pt x="2294382" y="0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92602" y="1059941"/>
              <a:ext cx="2397760" cy="617220"/>
            </a:xfrm>
            <a:custGeom>
              <a:avLst/>
              <a:gdLst/>
              <a:ahLst/>
              <a:cxnLst/>
              <a:rect l="l" t="t" r="r" b="b"/>
              <a:pathLst>
                <a:path w="2397760" h="617219">
                  <a:moveTo>
                    <a:pt x="0" y="102870"/>
                  </a:moveTo>
                  <a:lnTo>
                    <a:pt x="8090" y="62847"/>
                  </a:lnTo>
                  <a:lnTo>
                    <a:pt x="30146" y="30146"/>
                  </a:lnTo>
                  <a:lnTo>
                    <a:pt x="62847" y="8090"/>
                  </a:lnTo>
                  <a:lnTo>
                    <a:pt x="102870" y="0"/>
                  </a:lnTo>
                  <a:lnTo>
                    <a:pt x="2294382" y="0"/>
                  </a:lnTo>
                  <a:lnTo>
                    <a:pt x="2334404" y="8090"/>
                  </a:lnTo>
                  <a:lnTo>
                    <a:pt x="2367105" y="30146"/>
                  </a:lnTo>
                  <a:lnTo>
                    <a:pt x="2389161" y="62847"/>
                  </a:lnTo>
                  <a:lnTo>
                    <a:pt x="2397252" y="102870"/>
                  </a:lnTo>
                  <a:lnTo>
                    <a:pt x="2397252" y="514350"/>
                  </a:lnTo>
                  <a:lnTo>
                    <a:pt x="2389161" y="554372"/>
                  </a:lnTo>
                  <a:lnTo>
                    <a:pt x="2367105" y="587073"/>
                  </a:lnTo>
                  <a:lnTo>
                    <a:pt x="2334404" y="609129"/>
                  </a:lnTo>
                  <a:lnTo>
                    <a:pt x="2294382" y="617220"/>
                  </a:lnTo>
                  <a:lnTo>
                    <a:pt x="102870" y="617220"/>
                  </a:lnTo>
                  <a:lnTo>
                    <a:pt x="62847" y="609129"/>
                  </a:lnTo>
                  <a:lnTo>
                    <a:pt x="30146" y="587073"/>
                  </a:lnTo>
                  <a:lnTo>
                    <a:pt x="8090" y="554372"/>
                  </a:lnTo>
                  <a:lnTo>
                    <a:pt x="0" y="514350"/>
                  </a:lnTo>
                  <a:lnTo>
                    <a:pt x="0" y="10287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404742" y="1117472"/>
            <a:ext cx="208597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015" marR="5080" indent="-234950">
              <a:lnSpc>
                <a:spcPct val="100000"/>
              </a:lnSpc>
              <a:spcBef>
                <a:spcPts val="105"/>
              </a:spcBef>
            </a:pPr>
            <a:r>
              <a:rPr sz="1400" b="1" spc="-60" dirty="0">
                <a:solidFill>
                  <a:srgbClr val="99E7FF"/>
                </a:solidFill>
                <a:latin typeface="Trebuchet MS"/>
                <a:cs typeface="Trebuchet MS"/>
              </a:rPr>
              <a:t>Only</a:t>
            </a:r>
            <a:r>
              <a:rPr sz="1400" b="1" spc="-105" dirty="0">
                <a:solidFill>
                  <a:srgbClr val="99E7FF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99E7FF"/>
                </a:solidFill>
                <a:latin typeface="Trebuchet MS"/>
                <a:cs typeface="Trebuchet MS"/>
              </a:rPr>
              <a:t>for</a:t>
            </a:r>
            <a:r>
              <a:rPr sz="1400" b="1" spc="-85" dirty="0">
                <a:solidFill>
                  <a:srgbClr val="99E7FF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99E7FF"/>
                </a:solidFill>
                <a:latin typeface="Trebuchet MS"/>
                <a:cs typeface="Trebuchet MS"/>
              </a:rPr>
              <a:t>data</a:t>
            </a:r>
            <a:r>
              <a:rPr sz="1400" b="1" spc="-110" dirty="0">
                <a:solidFill>
                  <a:srgbClr val="99E7FF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99E7FF"/>
                </a:solidFill>
                <a:latin typeface="Trebuchet MS"/>
                <a:cs typeface="Trebuchet MS"/>
              </a:rPr>
              <a:t>that</a:t>
            </a:r>
            <a:r>
              <a:rPr sz="1400" b="1" spc="-90" dirty="0">
                <a:solidFill>
                  <a:srgbClr val="99E7FF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99E7FF"/>
                </a:solidFill>
                <a:latin typeface="Trebuchet MS"/>
                <a:cs typeface="Trebuchet MS"/>
              </a:rPr>
              <a:t>does</a:t>
            </a:r>
            <a:r>
              <a:rPr sz="1400" b="1" spc="-95" dirty="0">
                <a:solidFill>
                  <a:srgbClr val="99E7FF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99E7FF"/>
                </a:solidFill>
                <a:latin typeface="Trebuchet MS"/>
                <a:cs typeface="Trebuchet MS"/>
              </a:rPr>
              <a:t>not </a:t>
            </a:r>
            <a:r>
              <a:rPr sz="1400" b="1" spc="-75" dirty="0">
                <a:solidFill>
                  <a:srgbClr val="99E7FF"/>
                </a:solidFill>
                <a:latin typeface="Trebuchet MS"/>
                <a:cs typeface="Trebuchet MS"/>
              </a:rPr>
              <a:t>need</a:t>
            </a:r>
            <a:r>
              <a:rPr sz="1400" b="1" spc="-120" dirty="0">
                <a:solidFill>
                  <a:srgbClr val="99E7FF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99E7FF"/>
                </a:solidFill>
                <a:latin typeface="Trebuchet MS"/>
                <a:cs typeface="Trebuchet MS"/>
              </a:rPr>
              <a:t>to</a:t>
            </a:r>
            <a:r>
              <a:rPr sz="1400" b="1" spc="-90" dirty="0">
                <a:solidFill>
                  <a:srgbClr val="99E7FF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99E7FF"/>
                </a:solidFill>
                <a:latin typeface="Trebuchet MS"/>
                <a:cs typeface="Trebuchet MS"/>
              </a:rPr>
              <a:t>be</a:t>
            </a:r>
            <a:r>
              <a:rPr sz="1400" b="1" spc="-100" dirty="0">
                <a:solidFill>
                  <a:srgbClr val="99E7FF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99E7FF"/>
                </a:solidFill>
                <a:latin typeface="Trebuchet MS"/>
                <a:cs typeface="Trebuchet MS"/>
              </a:rPr>
              <a:t>protected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503164" y="906805"/>
            <a:ext cx="2910205" cy="1249045"/>
            <a:chOff x="5503164" y="906805"/>
            <a:chExt cx="2910205" cy="1249045"/>
          </a:xfrm>
        </p:grpSpPr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03164" y="906805"/>
              <a:ext cx="2909951" cy="124901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830062" y="1061466"/>
              <a:ext cx="2277110" cy="617220"/>
            </a:xfrm>
            <a:custGeom>
              <a:avLst/>
              <a:gdLst/>
              <a:ahLst/>
              <a:cxnLst/>
              <a:rect l="l" t="t" r="r" b="b"/>
              <a:pathLst>
                <a:path w="2277109" h="617219">
                  <a:moveTo>
                    <a:pt x="2173986" y="0"/>
                  </a:moveTo>
                  <a:lnTo>
                    <a:pt x="102870" y="0"/>
                  </a:lnTo>
                  <a:lnTo>
                    <a:pt x="62847" y="8090"/>
                  </a:lnTo>
                  <a:lnTo>
                    <a:pt x="30146" y="30146"/>
                  </a:lnTo>
                  <a:lnTo>
                    <a:pt x="8090" y="62847"/>
                  </a:lnTo>
                  <a:lnTo>
                    <a:pt x="0" y="102870"/>
                  </a:lnTo>
                  <a:lnTo>
                    <a:pt x="0" y="514350"/>
                  </a:lnTo>
                  <a:lnTo>
                    <a:pt x="8090" y="554372"/>
                  </a:lnTo>
                  <a:lnTo>
                    <a:pt x="30146" y="587073"/>
                  </a:lnTo>
                  <a:lnTo>
                    <a:pt x="62847" y="609129"/>
                  </a:lnTo>
                  <a:lnTo>
                    <a:pt x="102870" y="617220"/>
                  </a:lnTo>
                  <a:lnTo>
                    <a:pt x="2173986" y="617220"/>
                  </a:lnTo>
                  <a:lnTo>
                    <a:pt x="2214008" y="609129"/>
                  </a:lnTo>
                  <a:lnTo>
                    <a:pt x="2246709" y="587073"/>
                  </a:lnTo>
                  <a:lnTo>
                    <a:pt x="2268765" y="554372"/>
                  </a:lnTo>
                  <a:lnTo>
                    <a:pt x="2276856" y="514350"/>
                  </a:lnTo>
                  <a:lnTo>
                    <a:pt x="2276856" y="102870"/>
                  </a:lnTo>
                  <a:lnTo>
                    <a:pt x="2268765" y="62847"/>
                  </a:lnTo>
                  <a:lnTo>
                    <a:pt x="2246709" y="30146"/>
                  </a:lnTo>
                  <a:lnTo>
                    <a:pt x="2214008" y="8090"/>
                  </a:lnTo>
                  <a:lnTo>
                    <a:pt x="2173986" y="0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830062" y="1061466"/>
              <a:ext cx="2277110" cy="617220"/>
            </a:xfrm>
            <a:custGeom>
              <a:avLst/>
              <a:gdLst/>
              <a:ahLst/>
              <a:cxnLst/>
              <a:rect l="l" t="t" r="r" b="b"/>
              <a:pathLst>
                <a:path w="2277109" h="617219">
                  <a:moveTo>
                    <a:pt x="0" y="102870"/>
                  </a:moveTo>
                  <a:lnTo>
                    <a:pt x="8090" y="62847"/>
                  </a:lnTo>
                  <a:lnTo>
                    <a:pt x="30146" y="30146"/>
                  </a:lnTo>
                  <a:lnTo>
                    <a:pt x="62847" y="8090"/>
                  </a:lnTo>
                  <a:lnTo>
                    <a:pt x="102870" y="0"/>
                  </a:lnTo>
                  <a:lnTo>
                    <a:pt x="2173986" y="0"/>
                  </a:lnTo>
                  <a:lnTo>
                    <a:pt x="2214008" y="8090"/>
                  </a:lnTo>
                  <a:lnTo>
                    <a:pt x="2246709" y="30146"/>
                  </a:lnTo>
                  <a:lnTo>
                    <a:pt x="2268765" y="62847"/>
                  </a:lnTo>
                  <a:lnTo>
                    <a:pt x="2276856" y="102870"/>
                  </a:lnTo>
                  <a:lnTo>
                    <a:pt x="2276856" y="514350"/>
                  </a:lnTo>
                  <a:lnTo>
                    <a:pt x="2268765" y="554372"/>
                  </a:lnTo>
                  <a:lnTo>
                    <a:pt x="2246709" y="587073"/>
                  </a:lnTo>
                  <a:lnTo>
                    <a:pt x="2214008" y="609129"/>
                  </a:lnTo>
                  <a:lnTo>
                    <a:pt x="2173986" y="617220"/>
                  </a:lnTo>
                  <a:lnTo>
                    <a:pt x="102870" y="617220"/>
                  </a:lnTo>
                  <a:lnTo>
                    <a:pt x="62847" y="609129"/>
                  </a:lnTo>
                  <a:lnTo>
                    <a:pt x="30146" y="587073"/>
                  </a:lnTo>
                  <a:lnTo>
                    <a:pt x="8090" y="554372"/>
                  </a:lnTo>
                  <a:lnTo>
                    <a:pt x="0" y="514350"/>
                  </a:lnTo>
                  <a:lnTo>
                    <a:pt x="0" y="10287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297929" y="1122426"/>
            <a:ext cx="126619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99E7FF"/>
                </a:solidFill>
                <a:latin typeface="Trebuchet MS"/>
                <a:cs typeface="Trebuchet MS"/>
              </a:rPr>
              <a:t>Non-</a:t>
            </a:r>
            <a:r>
              <a:rPr sz="1400" b="1" spc="-40" dirty="0">
                <a:solidFill>
                  <a:srgbClr val="99E7FF"/>
                </a:solidFill>
                <a:latin typeface="Trebuchet MS"/>
                <a:cs typeface="Trebuchet MS"/>
              </a:rPr>
              <a:t>permanent</a:t>
            </a:r>
            <a:endParaRPr sz="1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400" b="1" spc="-20" dirty="0">
                <a:solidFill>
                  <a:srgbClr val="99E7FF"/>
                </a:solidFill>
                <a:latin typeface="Trebuchet MS"/>
                <a:cs typeface="Trebuchet MS"/>
              </a:rPr>
              <a:t>data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21563" y="905281"/>
            <a:ext cx="2910205" cy="1249045"/>
            <a:chOff x="321563" y="905281"/>
            <a:chExt cx="2910205" cy="1249045"/>
          </a:xfrm>
        </p:grpSpPr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1563" y="905281"/>
              <a:ext cx="2909951" cy="124901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48461" y="1059941"/>
              <a:ext cx="2277110" cy="617220"/>
            </a:xfrm>
            <a:custGeom>
              <a:avLst/>
              <a:gdLst/>
              <a:ahLst/>
              <a:cxnLst/>
              <a:rect l="l" t="t" r="r" b="b"/>
              <a:pathLst>
                <a:path w="2277110" h="617219">
                  <a:moveTo>
                    <a:pt x="2173986" y="0"/>
                  </a:moveTo>
                  <a:lnTo>
                    <a:pt x="102869" y="0"/>
                  </a:lnTo>
                  <a:lnTo>
                    <a:pt x="62831" y="8090"/>
                  </a:lnTo>
                  <a:lnTo>
                    <a:pt x="30132" y="30146"/>
                  </a:lnTo>
                  <a:lnTo>
                    <a:pt x="8084" y="62847"/>
                  </a:lnTo>
                  <a:lnTo>
                    <a:pt x="0" y="102870"/>
                  </a:lnTo>
                  <a:lnTo>
                    <a:pt x="0" y="514350"/>
                  </a:lnTo>
                  <a:lnTo>
                    <a:pt x="8084" y="554372"/>
                  </a:lnTo>
                  <a:lnTo>
                    <a:pt x="30132" y="587073"/>
                  </a:lnTo>
                  <a:lnTo>
                    <a:pt x="62831" y="609129"/>
                  </a:lnTo>
                  <a:lnTo>
                    <a:pt x="102869" y="617220"/>
                  </a:lnTo>
                  <a:lnTo>
                    <a:pt x="2173986" y="617220"/>
                  </a:lnTo>
                  <a:lnTo>
                    <a:pt x="2214008" y="609129"/>
                  </a:lnTo>
                  <a:lnTo>
                    <a:pt x="2246709" y="587073"/>
                  </a:lnTo>
                  <a:lnTo>
                    <a:pt x="2268765" y="554372"/>
                  </a:lnTo>
                  <a:lnTo>
                    <a:pt x="2276856" y="514350"/>
                  </a:lnTo>
                  <a:lnTo>
                    <a:pt x="2276856" y="102870"/>
                  </a:lnTo>
                  <a:lnTo>
                    <a:pt x="2268765" y="62847"/>
                  </a:lnTo>
                  <a:lnTo>
                    <a:pt x="2246709" y="30146"/>
                  </a:lnTo>
                  <a:lnTo>
                    <a:pt x="2214008" y="8090"/>
                  </a:lnTo>
                  <a:lnTo>
                    <a:pt x="2173986" y="0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48461" y="1059941"/>
              <a:ext cx="2277110" cy="617220"/>
            </a:xfrm>
            <a:custGeom>
              <a:avLst/>
              <a:gdLst/>
              <a:ahLst/>
              <a:cxnLst/>
              <a:rect l="l" t="t" r="r" b="b"/>
              <a:pathLst>
                <a:path w="2277110" h="617219">
                  <a:moveTo>
                    <a:pt x="0" y="102870"/>
                  </a:moveTo>
                  <a:lnTo>
                    <a:pt x="8084" y="62847"/>
                  </a:lnTo>
                  <a:lnTo>
                    <a:pt x="30132" y="30146"/>
                  </a:lnTo>
                  <a:lnTo>
                    <a:pt x="62831" y="8090"/>
                  </a:lnTo>
                  <a:lnTo>
                    <a:pt x="102869" y="0"/>
                  </a:lnTo>
                  <a:lnTo>
                    <a:pt x="2173986" y="0"/>
                  </a:lnTo>
                  <a:lnTo>
                    <a:pt x="2214008" y="8090"/>
                  </a:lnTo>
                  <a:lnTo>
                    <a:pt x="2246709" y="30146"/>
                  </a:lnTo>
                  <a:lnTo>
                    <a:pt x="2268765" y="62847"/>
                  </a:lnTo>
                  <a:lnTo>
                    <a:pt x="2276856" y="102870"/>
                  </a:lnTo>
                  <a:lnTo>
                    <a:pt x="2276856" y="514350"/>
                  </a:lnTo>
                  <a:lnTo>
                    <a:pt x="2268765" y="554372"/>
                  </a:lnTo>
                  <a:lnTo>
                    <a:pt x="2246709" y="587073"/>
                  </a:lnTo>
                  <a:lnTo>
                    <a:pt x="2214008" y="609129"/>
                  </a:lnTo>
                  <a:lnTo>
                    <a:pt x="2173986" y="617220"/>
                  </a:lnTo>
                  <a:lnTo>
                    <a:pt x="102869" y="617220"/>
                  </a:lnTo>
                  <a:lnTo>
                    <a:pt x="62831" y="609129"/>
                  </a:lnTo>
                  <a:lnTo>
                    <a:pt x="30132" y="587073"/>
                  </a:lnTo>
                  <a:lnTo>
                    <a:pt x="8084" y="554372"/>
                  </a:lnTo>
                  <a:lnTo>
                    <a:pt x="0" y="514350"/>
                  </a:lnTo>
                  <a:lnTo>
                    <a:pt x="0" y="10287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1115364" y="1213865"/>
            <a:ext cx="12636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60" dirty="0">
                <a:solidFill>
                  <a:srgbClr val="99E7FF"/>
                </a:solidFill>
                <a:latin typeface="Trebuchet MS"/>
                <a:cs typeface="Trebuchet MS"/>
              </a:rPr>
              <a:t>Permanent</a:t>
            </a:r>
            <a:r>
              <a:rPr sz="1400" b="1" spc="-95" dirty="0">
                <a:solidFill>
                  <a:srgbClr val="99E7FF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99E7FF"/>
                </a:solidFill>
                <a:latin typeface="Trebuchet MS"/>
                <a:cs typeface="Trebuchet MS"/>
              </a:rPr>
              <a:t>data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04339">
              <a:lnSpc>
                <a:spcPct val="100000"/>
              </a:lnSpc>
              <a:spcBef>
                <a:spcPts val="105"/>
              </a:spcBef>
            </a:pPr>
            <a:r>
              <a:rPr dirty="0"/>
              <a:t>Table</a:t>
            </a:r>
            <a:r>
              <a:rPr spc="-75" dirty="0"/>
              <a:t> </a:t>
            </a:r>
            <a:r>
              <a:rPr spc="-10" dirty="0"/>
              <a:t>types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35863" y="1848611"/>
            <a:ext cx="5281295" cy="1648460"/>
            <a:chOff x="435863" y="1848611"/>
            <a:chExt cx="5281295" cy="16484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5863" y="1848611"/>
              <a:ext cx="2504567" cy="16484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761" y="2003297"/>
              <a:ext cx="1871471" cy="101650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62761" y="2003297"/>
              <a:ext cx="1871980" cy="1016635"/>
            </a:xfrm>
            <a:custGeom>
              <a:avLst/>
              <a:gdLst/>
              <a:ahLst/>
              <a:cxnLst/>
              <a:rect l="l" t="t" r="r" b="b"/>
              <a:pathLst>
                <a:path w="1871980" h="1016635">
                  <a:moveTo>
                    <a:pt x="0" y="508253"/>
                  </a:moveTo>
                  <a:lnTo>
                    <a:pt x="254126" y="0"/>
                  </a:lnTo>
                  <a:lnTo>
                    <a:pt x="1617345" y="0"/>
                  </a:lnTo>
                  <a:lnTo>
                    <a:pt x="1871471" y="508253"/>
                  </a:lnTo>
                  <a:lnTo>
                    <a:pt x="1617345" y="1016507"/>
                  </a:lnTo>
                  <a:lnTo>
                    <a:pt x="254126" y="1016507"/>
                  </a:lnTo>
                  <a:lnTo>
                    <a:pt x="0" y="508253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12591" y="1848611"/>
              <a:ext cx="2504567" cy="16484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39490" y="2003297"/>
              <a:ext cx="1871472" cy="101650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539490" y="2003297"/>
              <a:ext cx="1871980" cy="1016635"/>
            </a:xfrm>
            <a:custGeom>
              <a:avLst/>
              <a:gdLst/>
              <a:ahLst/>
              <a:cxnLst/>
              <a:rect l="l" t="t" r="r" b="b"/>
              <a:pathLst>
                <a:path w="1871979" h="1016635">
                  <a:moveTo>
                    <a:pt x="0" y="508253"/>
                  </a:moveTo>
                  <a:lnTo>
                    <a:pt x="254126" y="0"/>
                  </a:lnTo>
                  <a:lnTo>
                    <a:pt x="1617345" y="0"/>
                  </a:lnTo>
                  <a:lnTo>
                    <a:pt x="1871472" y="508253"/>
                  </a:lnTo>
                  <a:lnTo>
                    <a:pt x="1617345" y="1016507"/>
                  </a:lnTo>
                  <a:lnTo>
                    <a:pt x="254126" y="1016507"/>
                  </a:lnTo>
                  <a:lnTo>
                    <a:pt x="0" y="508253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225702" y="2344673"/>
            <a:ext cx="9994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5" dirty="0">
                <a:solidFill>
                  <a:srgbClr val="00C3FF"/>
                </a:solidFill>
                <a:latin typeface="Trebuchet MS"/>
                <a:cs typeface="Trebuchet MS"/>
              </a:rPr>
              <a:t>Permanent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6025" y="3487927"/>
            <a:ext cx="2225675" cy="942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75" dirty="0">
                <a:solidFill>
                  <a:srgbClr val="D9D9D9"/>
                </a:solidFill>
                <a:latin typeface="Trebuchet MS"/>
                <a:cs typeface="Trebuchet MS"/>
              </a:rPr>
              <a:t>Time</a:t>
            </a:r>
            <a:r>
              <a:rPr sz="12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Travel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Retention</a:t>
            </a:r>
            <a:r>
              <a:rPr sz="1200" b="1" spc="-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Period </a:t>
            </a:r>
            <a:r>
              <a:rPr sz="1200" b="1" spc="-35" dirty="0">
                <a:solidFill>
                  <a:srgbClr val="66DBFF"/>
                </a:solidFill>
                <a:latin typeface="Trebuchet MS"/>
                <a:cs typeface="Trebuchet MS"/>
              </a:rPr>
              <a:t>0</a:t>
            </a:r>
            <a:r>
              <a:rPr sz="1200" b="1" spc="-95" dirty="0">
                <a:solidFill>
                  <a:srgbClr val="66DBFF"/>
                </a:solidFill>
                <a:latin typeface="Trebuchet MS"/>
                <a:cs typeface="Trebuchet MS"/>
              </a:rPr>
              <a:t> </a:t>
            </a:r>
            <a:r>
              <a:rPr sz="1200" b="1" spc="295" dirty="0">
                <a:solidFill>
                  <a:srgbClr val="66DBFF"/>
                </a:solidFill>
                <a:latin typeface="Trebuchet MS"/>
                <a:cs typeface="Trebuchet MS"/>
              </a:rPr>
              <a:t>–</a:t>
            </a:r>
            <a:r>
              <a:rPr sz="1200" b="1" spc="-95" dirty="0">
                <a:solidFill>
                  <a:srgbClr val="66DBFF"/>
                </a:solidFill>
                <a:latin typeface="Trebuchet MS"/>
                <a:cs typeface="Trebuchet MS"/>
              </a:rPr>
              <a:t> </a:t>
            </a:r>
            <a:r>
              <a:rPr sz="1200" b="1" spc="-35" dirty="0">
                <a:solidFill>
                  <a:srgbClr val="66DBFF"/>
                </a:solidFill>
                <a:latin typeface="Trebuchet MS"/>
                <a:cs typeface="Trebuchet MS"/>
              </a:rPr>
              <a:t>90</a:t>
            </a:r>
            <a:r>
              <a:rPr sz="1200" b="1" spc="-85" dirty="0">
                <a:solidFill>
                  <a:srgbClr val="66DBFF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66DBFF"/>
                </a:solidFill>
                <a:latin typeface="Trebuchet MS"/>
                <a:cs typeface="Trebuchet MS"/>
              </a:rPr>
              <a:t>days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Clr>
                <a:srgbClr val="99D3FF"/>
              </a:buClr>
              <a:buFont typeface="Wingdings"/>
              <a:buChar char=""/>
            </a:pPr>
            <a:endParaRPr sz="12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Fail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D9D9D9"/>
                </a:solidFill>
                <a:latin typeface="Trebuchet MS"/>
                <a:cs typeface="Trebuchet MS"/>
              </a:rPr>
              <a:t>Safe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78179" y="3182873"/>
            <a:ext cx="11296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6D5FF"/>
                </a:solidFill>
                <a:latin typeface="Lucida Console"/>
                <a:cs typeface="Lucida Console"/>
              </a:rPr>
              <a:t>CREATE</a:t>
            </a:r>
            <a:r>
              <a:rPr sz="1200" spc="-55" dirty="0">
                <a:solidFill>
                  <a:srgbClr val="66D5FF"/>
                </a:solidFill>
                <a:latin typeface="Lucida Console"/>
                <a:cs typeface="Lucida Console"/>
              </a:rPr>
              <a:t> </a:t>
            </a:r>
            <a:r>
              <a:rPr sz="1200" spc="-10" dirty="0">
                <a:solidFill>
                  <a:srgbClr val="66D5FF"/>
                </a:solidFill>
                <a:latin typeface="Lucida Console"/>
                <a:cs typeface="Lucida Console"/>
              </a:rPr>
              <a:t>TABLE</a:t>
            </a:r>
            <a:endParaRPr sz="1200">
              <a:latin typeface="Lucida Console"/>
              <a:cs typeface="Lucida Conso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89121" y="3454886"/>
            <a:ext cx="2225675" cy="57404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81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75" dirty="0">
                <a:solidFill>
                  <a:srgbClr val="D9D9D9"/>
                </a:solidFill>
                <a:latin typeface="Trebuchet MS"/>
                <a:cs typeface="Trebuchet MS"/>
              </a:rPr>
              <a:t>Time</a:t>
            </a:r>
            <a:r>
              <a:rPr sz="12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Travel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Retention</a:t>
            </a:r>
            <a:r>
              <a:rPr sz="1200" b="1" spc="-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D9D9D9"/>
                </a:solidFill>
                <a:latin typeface="Trebuchet MS"/>
                <a:cs typeface="Trebuchet MS"/>
              </a:rPr>
              <a:t>Period</a:t>
            </a:r>
            <a:endParaRPr sz="12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720"/>
              </a:spcBef>
            </a:pPr>
            <a:r>
              <a:rPr sz="1200" b="1" spc="-35" dirty="0">
                <a:solidFill>
                  <a:srgbClr val="66DBFF"/>
                </a:solidFill>
                <a:latin typeface="Trebuchet MS"/>
                <a:cs typeface="Trebuchet MS"/>
              </a:rPr>
              <a:t>0</a:t>
            </a:r>
            <a:r>
              <a:rPr sz="1200" b="1" spc="-95" dirty="0">
                <a:solidFill>
                  <a:srgbClr val="66DBFF"/>
                </a:solidFill>
                <a:latin typeface="Trebuchet MS"/>
                <a:cs typeface="Trebuchet MS"/>
              </a:rPr>
              <a:t> </a:t>
            </a:r>
            <a:r>
              <a:rPr sz="1200" b="1" spc="295" dirty="0">
                <a:solidFill>
                  <a:srgbClr val="66DBFF"/>
                </a:solidFill>
                <a:latin typeface="Trebuchet MS"/>
                <a:cs typeface="Trebuchet MS"/>
              </a:rPr>
              <a:t>–</a:t>
            </a:r>
            <a:r>
              <a:rPr sz="1200" b="1" spc="-100" dirty="0">
                <a:solidFill>
                  <a:srgbClr val="66DBFF"/>
                </a:solidFill>
                <a:latin typeface="Trebuchet MS"/>
                <a:cs typeface="Trebuchet MS"/>
              </a:rPr>
              <a:t> </a:t>
            </a:r>
            <a:r>
              <a:rPr sz="1200" b="1" spc="-35" dirty="0">
                <a:solidFill>
                  <a:srgbClr val="66DBFF"/>
                </a:solidFill>
                <a:latin typeface="Trebuchet MS"/>
                <a:cs typeface="Trebuchet MS"/>
              </a:rPr>
              <a:t>1</a:t>
            </a:r>
            <a:r>
              <a:rPr sz="1200" b="1" spc="-85" dirty="0">
                <a:solidFill>
                  <a:srgbClr val="66DBFF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66DBFF"/>
                </a:solidFill>
                <a:latin typeface="Trebuchet MS"/>
                <a:cs typeface="Trebuchet MS"/>
              </a:rPr>
              <a:t>day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30904" y="4222191"/>
            <a:ext cx="8972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7500" algn="l"/>
              </a:tabLst>
            </a:pPr>
            <a:r>
              <a:rPr sz="1200" spc="-50" dirty="0">
                <a:solidFill>
                  <a:srgbClr val="99D3FF"/>
                </a:solidFill>
                <a:latin typeface="Arial MT"/>
                <a:cs typeface="Arial MT"/>
              </a:rPr>
              <a:t>×</a:t>
            </a:r>
            <a:r>
              <a:rPr sz="1200" dirty="0">
                <a:solidFill>
                  <a:srgbClr val="99D3FF"/>
                </a:solidFill>
                <a:latin typeface="Arial MT"/>
                <a:cs typeface="Arial MT"/>
              </a:rPr>
              <a:t>	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Fail </a:t>
            </a:r>
            <a:r>
              <a:rPr sz="1200" b="1" spc="-20" dirty="0">
                <a:solidFill>
                  <a:srgbClr val="D9D9D9"/>
                </a:solidFill>
                <a:latin typeface="Trebuchet MS"/>
                <a:cs typeface="Trebuchet MS"/>
              </a:rPr>
              <a:t>Safe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641847" y="1842516"/>
            <a:ext cx="2505075" cy="1648460"/>
            <a:chOff x="5641847" y="1842516"/>
            <a:chExt cx="2505075" cy="1648460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41847" y="1842516"/>
              <a:ext cx="2504567" cy="16484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68745" y="1997202"/>
              <a:ext cx="1871472" cy="101650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968745" y="1997202"/>
              <a:ext cx="1871980" cy="1016635"/>
            </a:xfrm>
            <a:custGeom>
              <a:avLst/>
              <a:gdLst/>
              <a:ahLst/>
              <a:cxnLst/>
              <a:rect l="l" t="t" r="r" b="b"/>
              <a:pathLst>
                <a:path w="1871979" h="1016635">
                  <a:moveTo>
                    <a:pt x="0" y="508254"/>
                  </a:moveTo>
                  <a:lnTo>
                    <a:pt x="254126" y="0"/>
                  </a:lnTo>
                  <a:lnTo>
                    <a:pt x="1617345" y="0"/>
                  </a:lnTo>
                  <a:lnTo>
                    <a:pt x="1871472" y="508254"/>
                  </a:lnTo>
                  <a:lnTo>
                    <a:pt x="1617345" y="1016508"/>
                  </a:lnTo>
                  <a:lnTo>
                    <a:pt x="254126" y="1016508"/>
                  </a:lnTo>
                  <a:lnTo>
                    <a:pt x="0" y="508254"/>
                  </a:lnTo>
                  <a:close/>
                </a:path>
              </a:pathLst>
            </a:custGeom>
            <a:ln w="19049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6444234" y="2354072"/>
            <a:ext cx="97916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75" dirty="0">
                <a:solidFill>
                  <a:srgbClr val="00C3FF"/>
                </a:solidFill>
                <a:latin typeface="Trebuchet MS"/>
                <a:cs typeface="Trebuchet MS"/>
              </a:rPr>
              <a:t>Temporary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938520" y="3176397"/>
            <a:ext cx="20485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66D5FF"/>
                </a:solidFill>
                <a:latin typeface="Lucida Console"/>
                <a:cs typeface="Lucida Console"/>
              </a:rPr>
              <a:t>CREATE</a:t>
            </a:r>
            <a:r>
              <a:rPr sz="1200" spc="-60" dirty="0">
                <a:solidFill>
                  <a:srgbClr val="66D5FF"/>
                </a:solidFill>
                <a:latin typeface="Lucida Console"/>
                <a:cs typeface="Lucida Console"/>
              </a:rPr>
              <a:t> </a:t>
            </a:r>
            <a:r>
              <a:rPr sz="1200" dirty="0">
                <a:solidFill>
                  <a:srgbClr val="66D5FF"/>
                </a:solidFill>
                <a:latin typeface="Lucida Console"/>
                <a:cs typeface="Lucida Console"/>
              </a:rPr>
              <a:t>TEMPORARY</a:t>
            </a:r>
            <a:r>
              <a:rPr sz="1200" spc="-60" dirty="0">
                <a:solidFill>
                  <a:srgbClr val="66D5FF"/>
                </a:solidFill>
                <a:latin typeface="Lucida Console"/>
                <a:cs typeface="Lucida Console"/>
              </a:rPr>
              <a:t> </a:t>
            </a:r>
            <a:r>
              <a:rPr sz="1200" spc="-20" dirty="0">
                <a:solidFill>
                  <a:srgbClr val="66D5FF"/>
                </a:solidFill>
                <a:latin typeface="Lucida Console"/>
                <a:cs typeface="Lucida Console"/>
              </a:rPr>
              <a:t>TABLE</a:t>
            </a:r>
            <a:endParaRPr sz="1200">
              <a:latin typeface="Lucida Console"/>
              <a:cs typeface="Lucida Console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328028" y="1723771"/>
            <a:ext cx="11328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1771C1"/>
                </a:solidFill>
                <a:latin typeface="Arial MT"/>
                <a:cs typeface="Arial MT"/>
              </a:rPr>
              <a:t>Only</a:t>
            </a:r>
            <a:r>
              <a:rPr sz="1200" spc="50" dirty="0">
                <a:solidFill>
                  <a:srgbClr val="1771C1"/>
                </a:solidFill>
                <a:latin typeface="Arial MT"/>
                <a:cs typeface="Arial MT"/>
              </a:rPr>
              <a:t> </a:t>
            </a:r>
            <a:r>
              <a:rPr sz="1200" spc="60" dirty="0">
                <a:solidFill>
                  <a:srgbClr val="1771C1"/>
                </a:solidFill>
                <a:latin typeface="Arial MT"/>
                <a:cs typeface="Arial MT"/>
              </a:rPr>
              <a:t>in</a:t>
            </a:r>
            <a:r>
              <a:rPr sz="1200" spc="45" dirty="0">
                <a:solidFill>
                  <a:srgbClr val="1771C1"/>
                </a:solidFill>
                <a:latin typeface="Arial MT"/>
                <a:cs typeface="Arial MT"/>
              </a:rPr>
              <a:t> </a:t>
            </a:r>
            <a:r>
              <a:rPr sz="1200" spc="35" dirty="0">
                <a:solidFill>
                  <a:srgbClr val="1771C1"/>
                </a:solidFill>
                <a:latin typeface="Arial MT"/>
                <a:cs typeface="Arial MT"/>
              </a:rPr>
              <a:t>session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935984" y="1728673"/>
            <a:ext cx="103949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60" dirty="0">
                <a:solidFill>
                  <a:srgbClr val="1771C1"/>
                </a:solidFill>
                <a:latin typeface="Arial MT"/>
                <a:cs typeface="Arial MT"/>
              </a:rPr>
              <a:t>Until</a:t>
            </a:r>
            <a:r>
              <a:rPr sz="1200" spc="-30" dirty="0">
                <a:solidFill>
                  <a:srgbClr val="1771C1"/>
                </a:solidFill>
                <a:latin typeface="Arial MT"/>
                <a:cs typeface="Arial MT"/>
              </a:rPr>
              <a:t> </a:t>
            </a:r>
            <a:r>
              <a:rPr sz="1200" spc="65" dirty="0">
                <a:solidFill>
                  <a:srgbClr val="1771C1"/>
                </a:solidFill>
                <a:latin typeface="Arial MT"/>
                <a:cs typeface="Arial MT"/>
              </a:rPr>
              <a:t>dropped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96441" y="1735582"/>
            <a:ext cx="103949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60" dirty="0">
                <a:solidFill>
                  <a:srgbClr val="1771C1"/>
                </a:solidFill>
                <a:latin typeface="Arial MT"/>
                <a:cs typeface="Arial MT"/>
              </a:rPr>
              <a:t>Until</a:t>
            </a:r>
            <a:r>
              <a:rPr sz="1200" spc="-25" dirty="0">
                <a:solidFill>
                  <a:srgbClr val="1771C1"/>
                </a:solidFill>
                <a:latin typeface="Arial MT"/>
                <a:cs typeface="Arial MT"/>
              </a:rPr>
              <a:t> </a:t>
            </a:r>
            <a:r>
              <a:rPr sz="1200" spc="65" dirty="0">
                <a:solidFill>
                  <a:srgbClr val="1771C1"/>
                </a:solidFill>
                <a:latin typeface="Arial MT"/>
                <a:cs typeface="Arial MT"/>
              </a:rPr>
              <a:t>dropped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938520" y="3511782"/>
            <a:ext cx="2226310" cy="918844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82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75" dirty="0">
                <a:solidFill>
                  <a:srgbClr val="D9D9D9"/>
                </a:solidFill>
                <a:latin typeface="Trebuchet MS"/>
                <a:cs typeface="Trebuchet MS"/>
              </a:rPr>
              <a:t>Time</a:t>
            </a:r>
            <a:r>
              <a:rPr sz="12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Travel 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Retention</a:t>
            </a: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D9D9D9"/>
                </a:solidFill>
                <a:latin typeface="Trebuchet MS"/>
                <a:cs typeface="Trebuchet MS"/>
              </a:rPr>
              <a:t>Period</a:t>
            </a:r>
            <a:endParaRPr sz="1200">
              <a:latin typeface="Trebuchet MS"/>
              <a:cs typeface="Trebuchet MS"/>
            </a:endParaRPr>
          </a:p>
          <a:p>
            <a:pPr marR="1315720" algn="r">
              <a:lnSpc>
                <a:spcPct val="100000"/>
              </a:lnSpc>
              <a:spcBef>
                <a:spcPts val="720"/>
              </a:spcBef>
            </a:pPr>
            <a:r>
              <a:rPr sz="1200" b="1" spc="-35" dirty="0">
                <a:solidFill>
                  <a:srgbClr val="66DBFF"/>
                </a:solidFill>
                <a:latin typeface="Trebuchet MS"/>
                <a:cs typeface="Trebuchet MS"/>
              </a:rPr>
              <a:t>0</a:t>
            </a:r>
            <a:r>
              <a:rPr sz="1200" b="1" spc="-95" dirty="0">
                <a:solidFill>
                  <a:srgbClr val="66DBFF"/>
                </a:solidFill>
                <a:latin typeface="Trebuchet MS"/>
                <a:cs typeface="Trebuchet MS"/>
              </a:rPr>
              <a:t> </a:t>
            </a:r>
            <a:r>
              <a:rPr sz="1200" b="1" spc="295" dirty="0">
                <a:solidFill>
                  <a:srgbClr val="66DBFF"/>
                </a:solidFill>
                <a:latin typeface="Trebuchet MS"/>
                <a:cs typeface="Trebuchet MS"/>
              </a:rPr>
              <a:t>–</a:t>
            </a:r>
            <a:r>
              <a:rPr sz="1200" b="1" spc="-100" dirty="0">
                <a:solidFill>
                  <a:srgbClr val="66DBFF"/>
                </a:solidFill>
                <a:latin typeface="Trebuchet MS"/>
                <a:cs typeface="Trebuchet MS"/>
              </a:rPr>
              <a:t> </a:t>
            </a:r>
            <a:r>
              <a:rPr sz="1200" b="1" spc="-35" dirty="0">
                <a:solidFill>
                  <a:srgbClr val="66DBFF"/>
                </a:solidFill>
                <a:latin typeface="Trebuchet MS"/>
                <a:cs typeface="Trebuchet MS"/>
              </a:rPr>
              <a:t>1</a:t>
            </a:r>
            <a:r>
              <a:rPr sz="1200" b="1" spc="-85" dirty="0">
                <a:solidFill>
                  <a:srgbClr val="66DBFF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66DBFF"/>
                </a:solidFill>
                <a:latin typeface="Trebuchet MS"/>
                <a:cs typeface="Trebuchet MS"/>
              </a:rPr>
              <a:t>day</a:t>
            </a:r>
            <a:endParaRPr sz="1200">
              <a:latin typeface="Trebuchet MS"/>
              <a:cs typeface="Trebuchet MS"/>
            </a:endParaRPr>
          </a:p>
          <a:p>
            <a:pPr marR="1297940" algn="r">
              <a:lnSpc>
                <a:spcPct val="100000"/>
              </a:lnSpc>
              <a:spcBef>
                <a:spcPts val="1265"/>
              </a:spcBef>
              <a:tabLst>
                <a:tab pos="304800" algn="l"/>
              </a:tabLst>
            </a:pPr>
            <a:r>
              <a:rPr sz="1200" spc="-50" dirty="0">
                <a:solidFill>
                  <a:srgbClr val="99D3FF"/>
                </a:solidFill>
                <a:latin typeface="Arial MT"/>
                <a:cs typeface="Arial MT"/>
              </a:rPr>
              <a:t>×</a:t>
            </a:r>
            <a:r>
              <a:rPr sz="1200" dirty="0">
                <a:solidFill>
                  <a:srgbClr val="99D3FF"/>
                </a:solidFill>
                <a:latin typeface="Arial MT"/>
                <a:cs typeface="Arial MT"/>
              </a:rPr>
              <a:t>	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Fail </a:t>
            </a:r>
            <a:r>
              <a:rPr sz="1200" b="1" spc="-20" dirty="0">
                <a:solidFill>
                  <a:srgbClr val="D9D9D9"/>
                </a:solidFill>
                <a:latin typeface="Trebuchet MS"/>
                <a:cs typeface="Trebuchet MS"/>
              </a:rPr>
              <a:t>Safe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965704" y="905281"/>
            <a:ext cx="3030855" cy="1249045"/>
            <a:chOff x="2965704" y="905281"/>
            <a:chExt cx="3030855" cy="1249045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65704" y="905281"/>
              <a:ext cx="3030473" cy="124901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292602" y="1059941"/>
              <a:ext cx="2397760" cy="617220"/>
            </a:xfrm>
            <a:custGeom>
              <a:avLst/>
              <a:gdLst/>
              <a:ahLst/>
              <a:cxnLst/>
              <a:rect l="l" t="t" r="r" b="b"/>
              <a:pathLst>
                <a:path w="2397760" h="617219">
                  <a:moveTo>
                    <a:pt x="2294382" y="0"/>
                  </a:moveTo>
                  <a:lnTo>
                    <a:pt x="102870" y="0"/>
                  </a:lnTo>
                  <a:lnTo>
                    <a:pt x="62847" y="8090"/>
                  </a:lnTo>
                  <a:lnTo>
                    <a:pt x="30146" y="30146"/>
                  </a:lnTo>
                  <a:lnTo>
                    <a:pt x="8090" y="62847"/>
                  </a:lnTo>
                  <a:lnTo>
                    <a:pt x="0" y="102870"/>
                  </a:lnTo>
                  <a:lnTo>
                    <a:pt x="0" y="514350"/>
                  </a:lnTo>
                  <a:lnTo>
                    <a:pt x="8090" y="554372"/>
                  </a:lnTo>
                  <a:lnTo>
                    <a:pt x="30146" y="587073"/>
                  </a:lnTo>
                  <a:lnTo>
                    <a:pt x="62847" y="609129"/>
                  </a:lnTo>
                  <a:lnTo>
                    <a:pt x="102870" y="617220"/>
                  </a:lnTo>
                  <a:lnTo>
                    <a:pt x="2294382" y="617220"/>
                  </a:lnTo>
                  <a:lnTo>
                    <a:pt x="2334404" y="609129"/>
                  </a:lnTo>
                  <a:lnTo>
                    <a:pt x="2367105" y="587073"/>
                  </a:lnTo>
                  <a:lnTo>
                    <a:pt x="2389161" y="554372"/>
                  </a:lnTo>
                  <a:lnTo>
                    <a:pt x="2397252" y="514350"/>
                  </a:lnTo>
                  <a:lnTo>
                    <a:pt x="2397252" y="102870"/>
                  </a:lnTo>
                  <a:lnTo>
                    <a:pt x="2389161" y="62847"/>
                  </a:lnTo>
                  <a:lnTo>
                    <a:pt x="2367105" y="30146"/>
                  </a:lnTo>
                  <a:lnTo>
                    <a:pt x="2334404" y="8090"/>
                  </a:lnTo>
                  <a:lnTo>
                    <a:pt x="2294382" y="0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92602" y="1059941"/>
              <a:ext cx="2397760" cy="617220"/>
            </a:xfrm>
            <a:custGeom>
              <a:avLst/>
              <a:gdLst/>
              <a:ahLst/>
              <a:cxnLst/>
              <a:rect l="l" t="t" r="r" b="b"/>
              <a:pathLst>
                <a:path w="2397760" h="617219">
                  <a:moveTo>
                    <a:pt x="0" y="102870"/>
                  </a:moveTo>
                  <a:lnTo>
                    <a:pt x="8090" y="62847"/>
                  </a:lnTo>
                  <a:lnTo>
                    <a:pt x="30146" y="30146"/>
                  </a:lnTo>
                  <a:lnTo>
                    <a:pt x="62847" y="8090"/>
                  </a:lnTo>
                  <a:lnTo>
                    <a:pt x="102870" y="0"/>
                  </a:lnTo>
                  <a:lnTo>
                    <a:pt x="2294382" y="0"/>
                  </a:lnTo>
                  <a:lnTo>
                    <a:pt x="2334404" y="8090"/>
                  </a:lnTo>
                  <a:lnTo>
                    <a:pt x="2367105" y="30146"/>
                  </a:lnTo>
                  <a:lnTo>
                    <a:pt x="2389161" y="62847"/>
                  </a:lnTo>
                  <a:lnTo>
                    <a:pt x="2397252" y="102870"/>
                  </a:lnTo>
                  <a:lnTo>
                    <a:pt x="2397252" y="514350"/>
                  </a:lnTo>
                  <a:lnTo>
                    <a:pt x="2389161" y="554372"/>
                  </a:lnTo>
                  <a:lnTo>
                    <a:pt x="2367105" y="587073"/>
                  </a:lnTo>
                  <a:lnTo>
                    <a:pt x="2334404" y="609129"/>
                  </a:lnTo>
                  <a:lnTo>
                    <a:pt x="2294382" y="617220"/>
                  </a:lnTo>
                  <a:lnTo>
                    <a:pt x="102870" y="617220"/>
                  </a:lnTo>
                  <a:lnTo>
                    <a:pt x="62847" y="609129"/>
                  </a:lnTo>
                  <a:lnTo>
                    <a:pt x="30146" y="587073"/>
                  </a:lnTo>
                  <a:lnTo>
                    <a:pt x="8090" y="554372"/>
                  </a:lnTo>
                  <a:lnTo>
                    <a:pt x="0" y="514350"/>
                  </a:lnTo>
                  <a:lnTo>
                    <a:pt x="0" y="10287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404742" y="1117472"/>
            <a:ext cx="208597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7015" marR="5080" indent="-234950">
              <a:lnSpc>
                <a:spcPct val="100000"/>
              </a:lnSpc>
              <a:spcBef>
                <a:spcPts val="105"/>
              </a:spcBef>
            </a:pPr>
            <a:r>
              <a:rPr sz="1400" b="1" spc="-60" dirty="0">
                <a:solidFill>
                  <a:srgbClr val="99E7FF"/>
                </a:solidFill>
                <a:latin typeface="Trebuchet MS"/>
                <a:cs typeface="Trebuchet MS"/>
              </a:rPr>
              <a:t>Only</a:t>
            </a:r>
            <a:r>
              <a:rPr sz="1400" b="1" spc="-105" dirty="0">
                <a:solidFill>
                  <a:srgbClr val="99E7FF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99E7FF"/>
                </a:solidFill>
                <a:latin typeface="Trebuchet MS"/>
                <a:cs typeface="Trebuchet MS"/>
              </a:rPr>
              <a:t>for</a:t>
            </a:r>
            <a:r>
              <a:rPr sz="1400" b="1" spc="-85" dirty="0">
                <a:solidFill>
                  <a:srgbClr val="99E7FF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99E7FF"/>
                </a:solidFill>
                <a:latin typeface="Trebuchet MS"/>
                <a:cs typeface="Trebuchet MS"/>
              </a:rPr>
              <a:t>data</a:t>
            </a:r>
            <a:r>
              <a:rPr sz="1400" b="1" spc="-110" dirty="0">
                <a:solidFill>
                  <a:srgbClr val="99E7FF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99E7FF"/>
                </a:solidFill>
                <a:latin typeface="Trebuchet MS"/>
                <a:cs typeface="Trebuchet MS"/>
              </a:rPr>
              <a:t>that</a:t>
            </a:r>
            <a:r>
              <a:rPr sz="1400" b="1" spc="-90" dirty="0">
                <a:solidFill>
                  <a:srgbClr val="99E7FF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99E7FF"/>
                </a:solidFill>
                <a:latin typeface="Trebuchet MS"/>
                <a:cs typeface="Trebuchet MS"/>
              </a:rPr>
              <a:t>does</a:t>
            </a:r>
            <a:r>
              <a:rPr sz="1400" b="1" spc="-95" dirty="0">
                <a:solidFill>
                  <a:srgbClr val="99E7FF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99E7FF"/>
                </a:solidFill>
                <a:latin typeface="Trebuchet MS"/>
                <a:cs typeface="Trebuchet MS"/>
              </a:rPr>
              <a:t>not </a:t>
            </a:r>
            <a:r>
              <a:rPr sz="1400" b="1" spc="-75" dirty="0">
                <a:solidFill>
                  <a:srgbClr val="99E7FF"/>
                </a:solidFill>
                <a:latin typeface="Trebuchet MS"/>
                <a:cs typeface="Trebuchet MS"/>
              </a:rPr>
              <a:t>need</a:t>
            </a:r>
            <a:r>
              <a:rPr sz="1400" b="1" spc="-120" dirty="0">
                <a:solidFill>
                  <a:srgbClr val="99E7FF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99E7FF"/>
                </a:solidFill>
                <a:latin typeface="Trebuchet MS"/>
                <a:cs typeface="Trebuchet MS"/>
              </a:rPr>
              <a:t>to</a:t>
            </a:r>
            <a:r>
              <a:rPr sz="1400" b="1" spc="-90" dirty="0">
                <a:solidFill>
                  <a:srgbClr val="99E7FF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99E7FF"/>
                </a:solidFill>
                <a:latin typeface="Trebuchet MS"/>
                <a:cs typeface="Trebuchet MS"/>
              </a:rPr>
              <a:t>be</a:t>
            </a:r>
            <a:r>
              <a:rPr sz="1400" b="1" spc="-100" dirty="0">
                <a:solidFill>
                  <a:srgbClr val="99E7FF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99E7FF"/>
                </a:solidFill>
                <a:latin typeface="Trebuchet MS"/>
                <a:cs typeface="Trebuchet MS"/>
              </a:rPr>
              <a:t>protected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503164" y="906805"/>
            <a:ext cx="2910205" cy="1249045"/>
            <a:chOff x="5503164" y="906805"/>
            <a:chExt cx="2910205" cy="1249045"/>
          </a:xfrm>
        </p:grpSpPr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03164" y="906805"/>
              <a:ext cx="2909951" cy="124901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830062" y="1061466"/>
              <a:ext cx="2277110" cy="617220"/>
            </a:xfrm>
            <a:custGeom>
              <a:avLst/>
              <a:gdLst/>
              <a:ahLst/>
              <a:cxnLst/>
              <a:rect l="l" t="t" r="r" b="b"/>
              <a:pathLst>
                <a:path w="2277109" h="617219">
                  <a:moveTo>
                    <a:pt x="2173986" y="0"/>
                  </a:moveTo>
                  <a:lnTo>
                    <a:pt x="102870" y="0"/>
                  </a:lnTo>
                  <a:lnTo>
                    <a:pt x="62847" y="8090"/>
                  </a:lnTo>
                  <a:lnTo>
                    <a:pt x="30146" y="30146"/>
                  </a:lnTo>
                  <a:lnTo>
                    <a:pt x="8090" y="62847"/>
                  </a:lnTo>
                  <a:lnTo>
                    <a:pt x="0" y="102870"/>
                  </a:lnTo>
                  <a:lnTo>
                    <a:pt x="0" y="514350"/>
                  </a:lnTo>
                  <a:lnTo>
                    <a:pt x="8090" y="554372"/>
                  </a:lnTo>
                  <a:lnTo>
                    <a:pt x="30146" y="587073"/>
                  </a:lnTo>
                  <a:lnTo>
                    <a:pt x="62847" y="609129"/>
                  </a:lnTo>
                  <a:lnTo>
                    <a:pt x="102870" y="617220"/>
                  </a:lnTo>
                  <a:lnTo>
                    <a:pt x="2173986" y="617220"/>
                  </a:lnTo>
                  <a:lnTo>
                    <a:pt x="2214008" y="609129"/>
                  </a:lnTo>
                  <a:lnTo>
                    <a:pt x="2246709" y="587073"/>
                  </a:lnTo>
                  <a:lnTo>
                    <a:pt x="2268765" y="554372"/>
                  </a:lnTo>
                  <a:lnTo>
                    <a:pt x="2276856" y="514350"/>
                  </a:lnTo>
                  <a:lnTo>
                    <a:pt x="2276856" y="102870"/>
                  </a:lnTo>
                  <a:lnTo>
                    <a:pt x="2268765" y="62847"/>
                  </a:lnTo>
                  <a:lnTo>
                    <a:pt x="2246709" y="30146"/>
                  </a:lnTo>
                  <a:lnTo>
                    <a:pt x="2214008" y="8090"/>
                  </a:lnTo>
                  <a:lnTo>
                    <a:pt x="2173986" y="0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830062" y="1061466"/>
              <a:ext cx="2277110" cy="617220"/>
            </a:xfrm>
            <a:custGeom>
              <a:avLst/>
              <a:gdLst/>
              <a:ahLst/>
              <a:cxnLst/>
              <a:rect l="l" t="t" r="r" b="b"/>
              <a:pathLst>
                <a:path w="2277109" h="617219">
                  <a:moveTo>
                    <a:pt x="0" y="102870"/>
                  </a:moveTo>
                  <a:lnTo>
                    <a:pt x="8090" y="62847"/>
                  </a:lnTo>
                  <a:lnTo>
                    <a:pt x="30146" y="30146"/>
                  </a:lnTo>
                  <a:lnTo>
                    <a:pt x="62847" y="8090"/>
                  </a:lnTo>
                  <a:lnTo>
                    <a:pt x="102870" y="0"/>
                  </a:lnTo>
                  <a:lnTo>
                    <a:pt x="2173986" y="0"/>
                  </a:lnTo>
                  <a:lnTo>
                    <a:pt x="2214008" y="8090"/>
                  </a:lnTo>
                  <a:lnTo>
                    <a:pt x="2246709" y="30146"/>
                  </a:lnTo>
                  <a:lnTo>
                    <a:pt x="2268765" y="62847"/>
                  </a:lnTo>
                  <a:lnTo>
                    <a:pt x="2276856" y="102870"/>
                  </a:lnTo>
                  <a:lnTo>
                    <a:pt x="2276856" y="514350"/>
                  </a:lnTo>
                  <a:lnTo>
                    <a:pt x="2268765" y="554372"/>
                  </a:lnTo>
                  <a:lnTo>
                    <a:pt x="2246709" y="587073"/>
                  </a:lnTo>
                  <a:lnTo>
                    <a:pt x="2214008" y="609129"/>
                  </a:lnTo>
                  <a:lnTo>
                    <a:pt x="2173986" y="617220"/>
                  </a:lnTo>
                  <a:lnTo>
                    <a:pt x="102870" y="617220"/>
                  </a:lnTo>
                  <a:lnTo>
                    <a:pt x="62847" y="609129"/>
                  </a:lnTo>
                  <a:lnTo>
                    <a:pt x="30146" y="587073"/>
                  </a:lnTo>
                  <a:lnTo>
                    <a:pt x="8090" y="554372"/>
                  </a:lnTo>
                  <a:lnTo>
                    <a:pt x="0" y="514350"/>
                  </a:lnTo>
                  <a:lnTo>
                    <a:pt x="0" y="10287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297929" y="1122426"/>
            <a:ext cx="126619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99E7FF"/>
                </a:solidFill>
                <a:latin typeface="Trebuchet MS"/>
                <a:cs typeface="Trebuchet MS"/>
              </a:rPr>
              <a:t>Non-</a:t>
            </a:r>
            <a:r>
              <a:rPr sz="1400" b="1" spc="-40" dirty="0">
                <a:solidFill>
                  <a:srgbClr val="99E7FF"/>
                </a:solidFill>
                <a:latin typeface="Trebuchet MS"/>
                <a:cs typeface="Trebuchet MS"/>
              </a:rPr>
              <a:t>permanent</a:t>
            </a:r>
            <a:endParaRPr sz="14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400" b="1" spc="-20" dirty="0">
                <a:solidFill>
                  <a:srgbClr val="99E7FF"/>
                </a:solidFill>
                <a:latin typeface="Trebuchet MS"/>
                <a:cs typeface="Trebuchet MS"/>
              </a:rPr>
              <a:t>data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321563" y="905281"/>
            <a:ext cx="2910205" cy="1249045"/>
            <a:chOff x="321563" y="905281"/>
            <a:chExt cx="2910205" cy="1249045"/>
          </a:xfrm>
        </p:grpSpPr>
        <p:pic>
          <p:nvPicPr>
            <p:cNvPr id="36" name="object 3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21563" y="905281"/>
              <a:ext cx="2909951" cy="124901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48461" y="1059941"/>
              <a:ext cx="2277110" cy="617220"/>
            </a:xfrm>
            <a:custGeom>
              <a:avLst/>
              <a:gdLst/>
              <a:ahLst/>
              <a:cxnLst/>
              <a:rect l="l" t="t" r="r" b="b"/>
              <a:pathLst>
                <a:path w="2277110" h="617219">
                  <a:moveTo>
                    <a:pt x="2173986" y="0"/>
                  </a:moveTo>
                  <a:lnTo>
                    <a:pt x="102869" y="0"/>
                  </a:lnTo>
                  <a:lnTo>
                    <a:pt x="62831" y="8090"/>
                  </a:lnTo>
                  <a:lnTo>
                    <a:pt x="30132" y="30146"/>
                  </a:lnTo>
                  <a:lnTo>
                    <a:pt x="8084" y="62847"/>
                  </a:lnTo>
                  <a:lnTo>
                    <a:pt x="0" y="102870"/>
                  </a:lnTo>
                  <a:lnTo>
                    <a:pt x="0" y="514350"/>
                  </a:lnTo>
                  <a:lnTo>
                    <a:pt x="8084" y="554372"/>
                  </a:lnTo>
                  <a:lnTo>
                    <a:pt x="30132" y="587073"/>
                  </a:lnTo>
                  <a:lnTo>
                    <a:pt x="62831" y="609129"/>
                  </a:lnTo>
                  <a:lnTo>
                    <a:pt x="102869" y="617220"/>
                  </a:lnTo>
                  <a:lnTo>
                    <a:pt x="2173986" y="617220"/>
                  </a:lnTo>
                  <a:lnTo>
                    <a:pt x="2214008" y="609129"/>
                  </a:lnTo>
                  <a:lnTo>
                    <a:pt x="2246709" y="587073"/>
                  </a:lnTo>
                  <a:lnTo>
                    <a:pt x="2268765" y="554372"/>
                  </a:lnTo>
                  <a:lnTo>
                    <a:pt x="2276856" y="514350"/>
                  </a:lnTo>
                  <a:lnTo>
                    <a:pt x="2276856" y="102870"/>
                  </a:lnTo>
                  <a:lnTo>
                    <a:pt x="2268765" y="62847"/>
                  </a:lnTo>
                  <a:lnTo>
                    <a:pt x="2246709" y="30146"/>
                  </a:lnTo>
                  <a:lnTo>
                    <a:pt x="2214008" y="8090"/>
                  </a:lnTo>
                  <a:lnTo>
                    <a:pt x="2173986" y="0"/>
                  </a:lnTo>
                  <a:close/>
                </a:path>
              </a:pathLst>
            </a:custGeom>
            <a:solidFill>
              <a:srgbClr val="2C2C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48461" y="1059941"/>
              <a:ext cx="2277110" cy="617220"/>
            </a:xfrm>
            <a:custGeom>
              <a:avLst/>
              <a:gdLst/>
              <a:ahLst/>
              <a:cxnLst/>
              <a:rect l="l" t="t" r="r" b="b"/>
              <a:pathLst>
                <a:path w="2277110" h="617219">
                  <a:moveTo>
                    <a:pt x="0" y="102870"/>
                  </a:moveTo>
                  <a:lnTo>
                    <a:pt x="8084" y="62847"/>
                  </a:lnTo>
                  <a:lnTo>
                    <a:pt x="30132" y="30146"/>
                  </a:lnTo>
                  <a:lnTo>
                    <a:pt x="62831" y="8090"/>
                  </a:lnTo>
                  <a:lnTo>
                    <a:pt x="102869" y="0"/>
                  </a:lnTo>
                  <a:lnTo>
                    <a:pt x="2173986" y="0"/>
                  </a:lnTo>
                  <a:lnTo>
                    <a:pt x="2214008" y="8090"/>
                  </a:lnTo>
                  <a:lnTo>
                    <a:pt x="2246709" y="30146"/>
                  </a:lnTo>
                  <a:lnTo>
                    <a:pt x="2268765" y="62847"/>
                  </a:lnTo>
                  <a:lnTo>
                    <a:pt x="2276856" y="102870"/>
                  </a:lnTo>
                  <a:lnTo>
                    <a:pt x="2276856" y="514350"/>
                  </a:lnTo>
                  <a:lnTo>
                    <a:pt x="2268765" y="554372"/>
                  </a:lnTo>
                  <a:lnTo>
                    <a:pt x="2246709" y="587073"/>
                  </a:lnTo>
                  <a:lnTo>
                    <a:pt x="2214008" y="609129"/>
                  </a:lnTo>
                  <a:lnTo>
                    <a:pt x="2173986" y="617220"/>
                  </a:lnTo>
                  <a:lnTo>
                    <a:pt x="102869" y="617220"/>
                  </a:lnTo>
                  <a:lnTo>
                    <a:pt x="62831" y="609129"/>
                  </a:lnTo>
                  <a:lnTo>
                    <a:pt x="30132" y="587073"/>
                  </a:lnTo>
                  <a:lnTo>
                    <a:pt x="8084" y="554372"/>
                  </a:lnTo>
                  <a:lnTo>
                    <a:pt x="0" y="514350"/>
                  </a:lnTo>
                  <a:lnTo>
                    <a:pt x="0" y="10287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1115364" y="1213865"/>
            <a:ext cx="12636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60" dirty="0">
                <a:solidFill>
                  <a:srgbClr val="99E7FF"/>
                </a:solidFill>
                <a:latin typeface="Trebuchet MS"/>
                <a:cs typeface="Trebuchet MS"/>
              </a:rPr>
              <a:t>Permanent</a:t>
            </a:r>
            <a:r>
              <a:rPr sz="1400" b="1" spc="-95" dirty="0">
                <a:solidFill>
                  <a:srgbClr val="99E7FF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99E7FF"/>
                </a:solidFill>
                <a:latin typeface="Trebuchet MS"/>
                <a:cs typeface="Trebuchet MS"/>
              </a:rPr>
              <a:t>data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374392" y="2113826"/>
            <a:ext cx="4129404" cy="1869439"/>
            <a:chOff x="2374392" y="2113826"/>
            <a:chExt cx="4129404" cy="1869439"/>
          </a:xfrm>
        </p:grpSpPr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74392" y="2113826"/>
              <a:ext cx="4129278" cy="1869186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2701290" y="2268473"/>
              <a:ext cx="3496310" cy="1237615"/>
            </a:xfrm>
            <a:custGeom>
              <a:avLst/>
              <a:gdLst/>
              <a:ahLst/>
              <a:cxnLst/>
              <a:rect l="l" t="t" r="r" b="b"/>
              <a:pathLst>
                <a:path w="3496310" h="1237614">
                  <a:moveTo>
                    <a:pt x="3289808" y="0"/>
                  </a:moveTo>
                  <a:lnTo>
                    <a:pt x="206248" y="0"/>
                  </a:lnTo>
                  <a:lnTo>
                    <a:pt x="158953" y="5446"/>
                  </a:lnTo>
                  <a:lnTo>
                    <a:pt x="115540" y="20961"/>
                  </a:lnTo>
                  <a:lnTo>
                    <a:pt x="77245" y="45306"/>
                  </a:lnTo>
                  <a:lnTo>
                    <a:pt x="45306" y="77245"/>
                  </a:lnTo>
                  <a:lnTo>
                    <a:pt x="20961" y="115540"/>
                  </a:lnTo>
                  <a:lnTo>
                    <a:pt x="5446" y="158953"/>
                  </a:lnTo>
                  <a:lnTo>
                    <a:pt x="0" y="206248"/>
                  </a:lnTo>
                  <a:lnTo>
                    <a:pt x="0" y="1031239"/>
                  </a:lnTo>
                  <a:lnTo>
                    <a:pt x="5446" y="1078534"/>
                  </a:lnTo>
                  <a:lnTo>
                    <a:pt x="20961" y="1121947"/>
                  </a:lnTo>
                  <a:lnTo>
                    <a:pt x="45306" y="1160242"/>
                  </a:lnTo>
                  <a:lnTo>
                    <a:pt x="77245" y="1192181"/>
                  </a:lnTo>
                  <a:lnTo>
                    <a:pt x="115540" y="1216526"/>
                  </a:lnTo>
                  <a:lnTo>
                    <a:pt x="158953" y="1232041"/>
                  </a:lnTo>
                  <a:lnTo>
                    <a:pt x="206248" y="1237488"/>
                  </a:lnTo>
                  <a:lnTo>
                    <a:pt x="3289808" y="1237488"/>
                  </a:lnTo>
                  <a:lnTo>
                    <a:pt x="3337102" y="1232041"/>
                  </a:lnTo>
                  <a:lnTo>
                    <a:pt x="3380515" y="1216526"/>
                  </a:lnTo>
                  <a:lnTo>
                    <a:pt x="3418810" y="1192181"/>
                  </a:lnTo>
                  <a:lnTo>
                    <a:pt x="3450749" y="1160242"/>
                  </a:lnTo>
                  <a:lnTo>
                    <a:pt x="3475094" y="1121947"/>
                  </a:lnTo>
                  <a:lnTo>
                    <a:pt x="3490609" y="1078534"/>
                  </a:lnTo>
                  <a:lnTo>
                    <a:pt x="3496056" y="1031239"/>
                  </a:lnTo>
                  <a:lnTo>
                    <a:pt x="3496056" y="206248"/>
                  </a:lnTo>
                  <a:lnTo>
                    <a:pt x="3490609" y="158953"/>
                  </a:lnTo>
                  <a:lnTo>
                    <a:pt x="3475094" y="115540"/>
                  </a:lnTo>
                  <a:lnTo>
                    <a:pt x="3450749" y="77245"/>
                  </a:lnTo>
                  <a:lnTo>
                    <a:pt x="3418810" y="45306"/>
                  </a:lnTo>
                  <a:lnTo>
                    <a:pt x="3380515" y="20961"/>
                  </a:lnTo>
                  <a:lnTo>
                    <a:pt x="3337102" y="5446"/>
                  </a:lnTo>
                  <a:lnTo>
                    <a:pt x="3289808" y="0"/>
                  </a:lnTo>
                  <a:close/>
                </a:path>
              </a:pathLst>
            </a:custGeom>
            <a:solidFill>
              <a:srgbClr val="9B9B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701290" y="2268473"/>
              <a:ext cx="3496310" cy="1237615"/>
            </a:xfrm>
            <a:custGeom>
              <a:avLst/>
              <a:gdLst/>
              <a:ahLst/>
              <a:cxnLst/>
              <a:rect l="l" t="t" r="r" b="b"/>
              <a:pathLst>
                <a:path w="3496310" h="1237614">
                  <a:moveTo>
                    <a:pt x="0" y="206248"/>
                  </a:moveTo>
                  <a:lnTo>
                    <a:pt x="5446" y="158953"/>
                  </a:lnTo>
                  <a:lnTo>
                    <a:pt x="20961" y="115540"/>
                  </a:lnTo>
                  <a:lnTo>
                    <a:pt x="45306" y="77245"/>
                  </a:lnTo>
                  <a:lnTo>
                    <a:pt x="77245" y="45306"/>
                  </a:lnTo>
                  <a:lnTo>
                    <a:pt x="115540" y="20961"/>
                  </a:lnTo>
                  <a:lnTo>
                    <a:pt x="158953" y="5446"/>
                  </a:lnTo>
                  <a:lnTo>
                    <a:pt x="206248" y="0"/>
                  </a:lnTo>
                  <a:lnTo>
                    <a:pt x="3289808" y="0"/>
                  </a:lnTo>
                  <a:lnTo>
                    <a:pt x="3337102" y="5446"/>
                  </a:lnTo>
                  <a:lnTo>
                    <a:pt x="3380515" y="20961"/>
                  </a:lnTo>
                  <a:lnTo>
                    <a:pt x="3418810" y="45306"/>
                  </a:lnTo>
                  <a:lnTo>
                    <a:pt x="3450749" y="77245"/>
                  </a:lnTo>
                  <a:lnTo>
                    <a:pt x="3475094" y="115540"/>
                  </a:lnTo>
                  <a:lnTo>
                    <a:pt x="3490609" y="158953"/>
                  </a:lnTo>
                  <a:lnTo>
                    <a:pt x="3496056" y="206248"/>
                  </a:lnTo>
                  <a:lnTo>
                    <a:pt x="3496056" y="1031239"/>
                  </a:lnTo>
                  <a:lnTo>
                    <a:pt x="3490609" y="1078534"/>
                  </a:lnTo>
                  <a:lnTo>
                    <a:pt x="3475094" y="1121947"/>
                  </a:lnTo>
                  <a:lnTo>
                    <a:pt x="3450749" y="1160242"/>
                  </a:lnTo>
                  <a:lnTo>
                    <a:pt x="3418810" y="1192181"/>
                  </a:lnTo>
                  <a:lnTo>
                    <a:pt x="3380515" y="1216526"/>
                  </a:lnTo>
                  <a:lnTo>
                    <a:pt x="3337102" y="1232041"/>
                  </a:lnTo>
                  <a:lnTo>
                    <a:pt x="3289808" y="1237488"/>
                  </a:lnTo>
                  <a:lnTo>
                    <a:pt x="206248" y="1237488"/>
                  </a:lnTo>
                  <a:lnTo>
                    <a:pt x="158953" y="1232041"/>
                  </a:lnTo>
                  <a:lnTo>
                    <a:pt x="115540" y="1216526"/>
                  </a:lnTo>
                  <a:lnTo>
                    <a:pt x="77245" y="1192181"/>
                  </a:lnTo>
                  <a:lnTo>
                    <a:pt x="45306" y="1160242"/>
                  </a:lnTo>
                  <a:lnTo>
                    <a:pt x="20961" y="1121947"/>
                  </a:lnTo>
                  <a:lnTo>
                    <a:pt x="5446" y="1078534"/>
                  </a:lnTo>
                  <a:lnTo>
                    <a:pt x="0" y="1031239"/>
                  </a:lnTo>
                  <a:lnTo>
                    <a:pt x="0" y="206248"/>
                  </a:lnTo>
                  <a:close/>
                </a:path>
              </a:pathLst>
            </a:custGeom>
            <a:ln w="19050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035554" y="2360422"/>
            <a:ext cx="2876550" cy="567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150" algn="ctr">
              <a:lnSpc>
                <a:spcPts val="177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Transient</a:t>
            </a:r>
            <a:endParaRPr sz="1600">
              <a:latin typeface="Trebuchet MS"/>
              <a:cs typeface="Trebuchet MS"/>
            </a:endParaRPr>
          </a:p>
          <a:p>
            <a:pPr algn="ctr">
              <a:lnSpc>
                <a:spcPts val="2495"/>
              </a:lnSpc>
            </a:pPr>
            <a:r>
              <a:rPr sz="3300" b="1" spc="-7" baseline="-20202" dirty="0">
                <a:solidFill>
                  <a:srgbClr val="3B3B3B"/>
                </a:solidFill>
                <a:latin typeface="Trebuchet MS"/>
                <a:cs typeface="Trebuchet MS"/>
              </a:rPr>
              <a:t>Ma</a:t>
            </a:r>
            <a:r>
              <a:rPr sz="3300" b="1" spc="-1139" baseline="-20202" dirty="0">
                <a:solidFill>
                  <a:srgbClr val="3B3B3B"/>
                </a:solidFill>
                <a:latin typeface="Trebuchet MS"/>
                <a:cs typeface="Trebuchet MS"/>
              </a:rPr>
              <a:t>n</a:t>
            </a:r>
            <a:r>
              <a:rPr sz="1200" spc="-40" dirty="0">
                <a:solidFill>
                  <a:srgbClr val="66D5FF"/>
                </a:solidFill>
                <a:latin typeface="Lucida Console"/>
                <a:cs typeface="Lucida Console"/>
              </a:rPr>
              <a:t>C</a:t>
            </a:r>
            <a:r>
              <a:rPr sz="3300" b="1" spc="-1747" baseline="-20202" dirty="0">
                <a:solidFill>
                  <a:srgbClr val="3B3B3B"/>
                </a:solidFill>
                <a:latin typeface="Trebuchet MS"/>
                <a:cs typeface="Trebuchet MS"/>
              </a:rPr>
              <a:t>a</a:t>
            </a:r>
            <a:r>
              <a:rPr sz="1200" spc="-20" dirty="0">
                <a:solidFill>
                  <a:srgbClr val="66D5FF"/>
                </a:solidFill>
                <a:latin typeface="Lucida Console"/>
                <a:cs typeface="Lucida Console"/>
              </a:rPr>
              <a:t>R</a:t>
            </a:r>
            <a:r>
              <a:rPr sz="1200" spc="-350" dirty="0">
                <a:solidFill>
                  <a:srgbClr val="66D5FF"/>
                </a:solidFill>
                <a:latin typeface="Lucida Console"/>
                <a:cs typeface="Lucida Console"/>
              </a:rPr>
              <a:t>E</a:t>
            </a:r>
            <a:r>
              <a:rPr sz="3300" b="1" spc="-1185" baseline="-20202" dirty="0">
                <a:solidFill>
                  <a:srgbClr val="3B3B3B"/>
                </a:solidFill>
                <a:latin typeface="Trebuchet MS"/>
                <a:cs typeface="Trebuchet MS"/>
              </a:rPr>
              <a:t>g</a:t>
            </a:r>
            <a:r>
              <a:rPr sz="1200" spc="-5" dirty="0">
                <a:solidFill>
                  <a:srgbClr val="66D5FF"/>
                </a:solidFill>
                <a:latin typeface="Lucida Console"/>
                <a:cs typeface="Lucida Console"/>
              </a:rPr>
              <a:t>A</a:t>
            </a:r>
            <a:r>
              <a:rPr sz="1200" spc="-635" dirty="0">
                <a:solidFill>
                  <a:srgbClr val="66D5FF"/>
                </a:solidFill>
                <a:latin typeface="Lucida Console"/>
                <a:cs typeface="Lucida Console"/>
              </a:rPr>
              <a:t>T</a:t>
            </a:r>
            <a:r>
              <a:rPr sz="3300" b="1" spc="-7" baseline="-20202" dirty="0">
                <a:solidFill>
                  <a:srgbClr val="3B3B3B"/>
                </a:solidFill>
                <a:latin typeface="Trebuchet MS"/>
                <a:cs typeface="Trebuchet MS"/>
              </a:rPr>
              <a:t>i</a:t>
            </a:r>
            <a:r>
              <a:rPr sz="3300" b="1" spc="-1897" baseline="-20202" dirty="0">
                <a:solidFill>
                  <a:srgbClr val="3B3B3B"/>
                </a:solidFill>
                <a:latin typeface="Trebuchet MS"/>
                <a:cs typeface="Trebuchet MS"/>
              </a:rPr>
              <a:t>n</a:t>
            </a:r>
            <a:r>
              <a:rPr sz="1200" spc="-5" dirty="0">
                <a:solidFill>
                  <a:srgbClr val="66D5FF"/>
                </a:solidFill>
                <a:latin typeface="Lucida Console"/>
                <a:cs typeface="Lucida Console"/>
              </a:rPr>
              <a:t>E</a:t>
            </a:r>
            <a:r>
              <a:rPr sz="1200" spc="-180" dirty="0">
                <a:solidFill>
                  <a:srgbClr val="66D5FF"/>
                </a:solidFill>
                <a:latin typeface="Lucida Console"/>
                <a:cs typeface="Lucida Console"/>
              </a:rPr>
              <a:t> </a:t>
            </a:r>
            <a:r>
              <a:rPr sz="3300" b="1" spc="-1289" baseline="-20202" dirty="0">
                <a:solidFill>
                  <a:srgbClr val="3B3B3B"/>
                </a:solidFill>
                <a:latin typeface="Trebuchet MS"/>
                <a:cs typeface="Trebuchet MS"/>
              </a:rPr>
              <a:t>g</a:t>
            </a:r>
            <a:r>
              <a:rPr sz="1200" spc="-20" dirty="0">
                <a:solidFill>
                  <a:srgbClr val="66D5FF"/>
                </a:solidFill>
                <a:latin typeface="Lucida Console"/>
                <a:cs typeface="Lucida Console"/>
              </a:rPr>
              <a:t>T</a:t>
            </a:r>
            <a:r>
              <a:rPr sz="1200" spc="-105" dirty="0">
                <a:solidFill>
                  <a:srgbClr val="66D5FF"/>
                </a:solidFill>
                <a:latin typeface="Lucida Console"/>
                <a:cs typeface="Lucida Console"/>
              </a:rPr>
              <a:t>R</a:t>
            </a:r>
            <a:r>
              <a:rPr sz="3300" b="1" spc="-1612" baseline="-20202" dirty="0">
                <a:solidFill>
                  <a:srgbClr val="3B3B3B"/>
                </a:solidFill>
                <a:latin typeface="Trebuchet MS"/>
                <a:cs typeface="Trebuchet MS"/>
              </a:rPr>
              <a:t>S</a:t>
            </a:r>
            <a:r>
              <a:rPr sz="1200" spc="-20" dirty="0">
                <a:solidFill>
                  <a:srgbClr val="66D5FF"/>
                </a:solidFill>
                <a:latin typeface="Lucida Console"/>
                <a:cs typeface="Lucida Console"/>
              </a:rPr>
              <a:t>A</a:t>
            </a:r>
            <a:r>
              <a:rPr sz="1200" spc="-365" dirty="0">
                <a:solidFill>
                  <a:srgbClr val="66D5FF"/>
                </a:solidFill>
                <a:latin typeface="Lucida Console"/>
                <a:cs typeface="Lucida Console"/>
              </a:rPr>
              <a:t>N</a:t>
            </a:r>
            <a:r>
              <a:rPr sz="3300" b="1" spc="-802" baseline="-20202" dirty="0">
                <a:solidFill>
                  <a:srgbClr val="3B3B3B"/>
                </a:solidFill>
                <a:latin typeface="Trebuchet MS"/>
                <a:cs typeface="Trebuchet MS"/>
              </a:rPr>
              <a:t>t</a:t>
            </a:r>
            <a:r>
              <a:rPr sz="1200" spc="-280" dirty="0">
                <a:solidFill>
                  <a:srgbClr val="66D5FF"/>
                </a:solidFill>
                <a:latin typeface="Lucida Console"/>
                <a:cs typeface="Lucida Console"/>
              </a:rPr>
              <a:t>S</a:t>
            </a:r>
            <a:r>
              <a:rPr sz="3300" b="1" spc="-1522" baseline="-20202" dirty="0">
                <a:solidFill>
                  <a:srgbClr val="3B3B3B"/>
                </a:solidFill>
                <a:latin typeface="Trebuchet MS"/>
                <a:cs typeface="Trebuchet MS"/>
              </a:rPr>
              <a:t>o</a:t>
            </a:r>
            <a:r>
              <a:rPr sz="1200" spc="-15" dirty="0">
                <a:solidFill>
                  <a:srgbClr val="66D5FF"/>
                </a:solidFill>
                <a:latin typeface="Lucida Console"/>
                <a:cs typeface="Lucida Console"/>
              </a:rPr>
              <a:t>I</a:t>
            </a:r>
            <a:r>
              <a:rPr sz="1200" spc="-565" dirty="0">
                <a:solidFill>
                  <a:srgbClr val="66D5FF"/>
                </a:solidFill>
                <a:latin typeface="Lucida Console"/>
                <a:cs typeface="Lucida Console"/>
              </a:rPr>
              <a:t>E</a:t>
            </a:r>
            <a:r>
              <a:rPr sz="3300" b="1" spc="-525" baseline="-20202" dirty="0">
                <a:solidFill>
                  <a:srgbClr val="3B3B3B"/>
                </a:solidFill>
                <a:latin typeface="Trebuchet MS"/>
                <a:cs typeface="Trebuchet MS"/>
              </a:rPr>
              <a:t>r</a:t>
            </a:r>
            <a:r>
              <a:rPr sz="1200" spc="-465" dirty="0">
                <a:solidFill>
                  <a:srgbClr val="66D5FF"/>
                </a:solidFill>
                <a:latin typeface="Lucida Console"/>
                <a:cs typeface="Lucida Console"/>
              </a:rPr>
              <a:t>N</a:t>
            </a:r>
            <a:r>
              <a:rPr sz="3300" b="1" spc="-1110" baseline="-20202" dirty="0">
                <a:solidFill>
                  <a:srgbClr val="3B3B3B"/>
                </a:solidFill>
                <a:latin typeface="Trebuchet MS"/>
                <a:cs typeface="Trebuchet MS"/>
              </a:rPr>
              <a:t>a</a:t>
            </a:r>
            <a:r>
              <a:rPr sz="1200" spc="-70" dirty="0">
                <a:solidFill>
                  <a:srgbClr val="66D5FF"/>
                </a:solidFill>
                <a:latin typeface="Lucida Console"/>
                <a:cs typeface="Lucida Console"/>
              </a:rPr>
              <a:t>T</a:t>
            </a:r>
            <a:r>
              <a:rPr sz="3300" b="1" spc="-600" baseline="-20202" dirty="0">
                <a:solidFill>
                  <a:srgbClr val="3B3B3B"/>
                </a:solidFill>
                <a:latin typeface="Trebuchet MS"/>
                <a:cs typeface="Trebuchet MS"/>
              </a:rPr>
              <a:t>g</a:t>
            </a:r>
            <a:r>
              <a:rPr sz="1200" spc="-355" dirty="0">
                <a:solidFill>
                  <a:srgbClr val="66D5FF"/>
                </a:solidFill>
                <a:latin typeface="Lucida Console"/>
                <a:cs typeface="Lucida Console"/>
              </a:rPr>
              <a:t>T</a:t>
            </a:r>
            <a:r>
              <a:rPr sz="3300" b="1" spc="-1402" baseline="-20202" dirty="0">
                <a:solidFill>
                  <a:srgbClr val="3B3B3B"/>
                </a:solidFill>
                <a:latin typeface="Trebuchet MS"/>
                <a:cs typeface="Trebuchet MS"/>
              </a:rPr>
              <a:t>e</a:t>
            </a:r>
            <a:r>
              <a:rPr sz="1200" spc="-15" dirty="0">
                <a:solidFill>
                  <a:srgbClr val="66D5FF"/>
                </a:solidFill>
                <a:latin typeface="Lucida Console"/>
                <a:cs typeface="Lucida Console"/>
              </a:rPr>
              <a:t>A</a:t>
            </a:r>
            <a:r>
              <a:rPr sz="1200" spc="-180" dirty="0">
                <a:solidFill>
                  <a:srgbClr val="66D5FF"/>
                </a:solidFill>
                <a:latin typeface="Lucida Console"/>
                <a:cs typeface="Lucida Console"/>
              </a:rPr>
              <a:t>B</a:t>
            </a:r>
            <a:r>
              <a:rPr sz="3300" b="1" spc="-1814" baseline="-20202" dirty="0">
                <a:solidFill>
                  <a:srgbClr val="3B3B3B"/>
                </a:solidFill>
                <a:latin typeface="Trebuchet MS"/>
                <a:cs typeface="Trebuchet MS"/>
              </a:rPr>
              <a:t>C</a:t>
            </a:r>
            <a:r>
              <a:rPr sz="1200" spc="-35" dirty="0">
                <a:solidFill>
                  <a:srgbClr val="66D5FF"/>
                </a:solidFill>
                <a:latin typeface="Lucida Console"/>
                <a:cs typeface="Lucida Console"/>
              </a:rPr>
              <a:t>L</a:t>
            </a:r>
            <a:r>
              <a:rPr sz="1200" spc="-425" dirty="0">
                <a:solidFill>
                  <a:srgbClr val="66D5FF"/>
                </a:solidFill>
                <a:latin typeface="Lucida Console"/>
                <a:cs typeface="Lucida Console"/>
              </a:rPr>
              <a:t>E</a:t>
            </a:r>
            <a:r>
              <a:rPr sz="3300" b="1" spc="-52" baseline="-20202" dirty="0">
                <a:solidFill>
                  <a:srgbClr val="3B3B3B"/>
                </a:solidFill>
                <a:latin typeface="Trebuchet MS"/>
                <a:cs typeface="Trebuchet MS"/>
              </a:rPr>
              <a:t>o</a:t>
            </a:r>
            <a:r>
              <a:rPr sz="3300" b="1" spc="-30" baseline="-20202" dirty="0">
                <a:solidFill>
                  <a:srgbClr val="3B3B3B"/>
                </a:solidFill>
                <a:latin typeface="Trebuchet MS"/>
                <a:cs typeface="Trebuchet MS"/>
              </a:rPr>
              <a:t>st</a:t>
            </a:r>
            <a:endParaRPr sz="3300" baseline="-20202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95070">
              <a:lnSpc>
                <a:spcPct val="100000"/>
              </a:lnSpc>
              <a:spcBef>
                <a:spcPts val="105"/>
              </a:spcBef>
            </a:pPr>
            <a:r>
              <a:rPr dirty="0"/>
              <a:t>Table</a:t>
            </a:r>
            <a:r>
              <a:rPr spc="-40" dirty="0"/>
              <a:t> </a:t>
            </a:r>
            <a:r>
              <a:rPr dirty="0"/>
              <a:t>types</a:t>
            </a:r>
            <a:r>
              <a:rPr spc="-40" dirty="0"/>
              <a:t> </a:t>
            </a:r>
            <a:r>
              <a:rPr spc="-10" dirty="0"/>
              <a:t>notes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89275" y="1270253"/>
            <a:ext cx="2971800" cy="1655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7185" marR="246379" indent="-287020">
              <a:lnSpc>
                <a:spcPct val="15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337185" algn="l"/>
              </a:tabLst>
            </a:pP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Types</a:t>
            </a:r>
            <a:r>
              <a:rPr sz="12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are </a:t>
            </a:r>
            <a:r>
              <a:rPr sz="1200" b="1" spc="-20" dirty="0">
                <a:solidFill>
                  <a:srgbClr val="D9D9D9"/>
                </a:solidFill>
                <a:latin typeface="Trebuchet MS"/>
                <a:cs typeface="Trebuchet MS"/>
              </a:rPr>
              <a:t>also</a:t>
            </a:r>
            <a:r>
              <a:rPr sz="12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0" dirty="0">
                <a:solidFill>
                  <a:srgbClr val="D9D9D9"/>
                </a:solidFill>
                <a:latin typeface="Trebuchet MS"/>
                <a:cs typeface="Trebuchet MS"/>
              </a:rPr>
              <a:t>available </a:t>
            </a: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for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D9D9D9"/>
                </a:solidFill>
                <a:latin typeface="Trebuchet MS"/>
                <a:cs typeface="Trebuchet MS"/>
              </a:rPr>
              <a:t>other </a:t>
            </a:r>
            <a:r>
              <a:rPr sz="1200" b="1" spc="-40" dirty="0">
                <a:solidFill>
                  <a:srgbClr val="D9D9D9"/>
                </a:solidFill>
                <a:latin typeface="Trebuchet MS"/>
                <a:cs typeface="Trebuchet MS"/>
              </a:rPr>
              <a:t>database</a:t>
            </a:r>
            <a:r>
              <a:rPr sz="1200" b="1" spc="-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objects</a:t>
            </a:r>
            <a:r>
              <a:rPr sz="1200" b="1" spc="-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(database,</a:t>
            </a:r>
            <a:r>
              <a:rPr sz="1200" b="1" spc="-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D9D9D9"/>
                </a:solidFill>
                <a:latin typeface="Trebuchet MS"/>
                <a:cs typeface="Trebuchet MS"/>
              </a:rPr>
              <a:t>schema </a:t>
            </a:r>
            <a:r>
              <a:rPr sz="1200" b="1" spc="-10" dirty="0">
                <a:solidFill>
                  <a:srgbClr val="D9D9D9"/>
                </a:solidFill>
                <a:latin typeface="Trebuchet MS"/>
                <a:cs typeface="Trebuchet MS"/>
              </a:rPr>
              <a:t>etc.)</a:t>
            </a:r>
            <a:endParaRPr sz="12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24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70" dirty="0">
                <a:solidFill>
                  <a:srgbClr val="D9D9D9"/>
                </a:solidFill>
                <a:latin typeface="Trebuchet MS"/>
                <a:cs typeface="Trebuchet MS"/>
              </a:rPr>
              <a:t>For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temporary</a:t>
            </a:r>
            <a:r>
              <a:rPr sz="1200" b="1" spc="-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table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no</a:t>
            </a:r>
            <a:r>
              <a:rPr sz="12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D9D9D9"/>
                </a:solidFill>
                <a:latin typeface="Trebuchet MS"/>
                <a:cs typeface="Trebuchet MS"/>
              </a:rPr>
              <a:t>naming</a:t>
            </a:r>
            <a:r>
              <a:rPr sz="12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D9D9D9"/>
                </a:solidFill>
                <a:latin typeface="Trebuchet MS"/>
                <a:cs typeface="Trebuchet MS"/>
              </a:rPr>
              <a:t>conflicts</a:t>
            </a:r>
            <a:endParaRPr sz="12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720"/>
              </a:spcBef>
            </a:pPr>
            <a:r>
              <a:rPr sz="1200" b="1" spc="-50" dirty="0">
                <a:solidFill>
                  <a:srgbClr val="D9D9D9"/>
                </a:solidFill>
                <a:latin typeface="Trebuchet MS"/>
                <a:cs typeface="Trebuchet MS"/>
              </a:rPr>
              <a:t>with</a:t>
            </a:r>
            <a:r>
              <a:rPr sz="1200" b="1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0" dirty="0">
                <a:solidFill>
                  <a:srgbClr val="D9D9D9"/>
                </a:solidFill>
                <a:latin typeface="Trebuchet MS"/>
                <a:cs typeface="Trebuchet MS"/>
              </a:rPr>
              <a:t>permanent/transient</a:t>
            </a:r>
            <a:r>
              <a:rPr sz="1200" b="1" spc="4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D9D9D9"/>
                </a:solidFill>
                <a:latin typeface="Trebuchet MS"/>
                <a:cs typeface="Trebuchet MS"/>
              </a:rPr>
              <a:t>tables!</a:t>
            </a:r>
            <a:endParaRPr sz="1200">
              <a:latin typeface="Trebuchet MS"/>
              <a:cs typeface="Trebuchet MS"/>
            </a:endParaRPr>
          </a:p>
          <a:p>
            <a:pPr marL="584200">
              <a:lnSpc>
                <a:spcPct val="100000"/>
              </a:lnSpc>
              <a:spcBef>
                <a:spcPts val="1075"/>
              </a:spcBef>
            </a:pPr>
            <a:r>
              <a:rPr sz="1200" b="1" i="1" spc="-105" dirty="0">
                <a:solidFill>
                  <a:srgbClr val="D9D9D9"/>
                </a:solidFill>
                <a:latin typeface="Arial"/>
                <a:cs typeface="Arial"/>
              </a:rPr>
              <a:t>Other</a:t>
            </a:r>
            <a:r>
              <a:rPr sz="1200" b="1" i="1" spc="-3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200" b="1" i="1" spc="-80" dirty="0">
                <a:solidFill>
                  <a:srgbClr val="D9D9D9"/>
                </a:solidFill>
                <a:latin typeface="Arial"/>
                <a:cs typeface="Arial"/>
              </a:rPr>
              <a:t>tables</a:t>
            </a:r>
            <a:r>
              <a:rPr sz="1200" b="1" i="1" spc="-3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200" b="1" i="1" spc="-50" dirty="0">
                <a:solidFill>
                  <a:srgbClr val="D9D9D9"/>
                </a:solidFill>
                <a:latin typeface="Arial"/>
                <a:cs typeface="Arial"/>
              </a:rPr>
              <a:t>will</a:t>
            </a:r>
            <a:r>
              <a:rPr sz="1200" b="1" i="1" spc="-4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200" b="1" i="1" spc="-105" dirty="0">
                <a:solidFill>
                  <a:srgbClr val="D9D9D9"/>
                </a:solidFill>
                <a:latin typeface="Arial"/>
                <a:cs typeface="Arial"/>
              </a:rPr>
              <a:t>be</a:t>
            </a:r>
            <a:r>
              <a:rPr sz="1200" b="1" i="1" spc="-30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200" b="1" i="1" spc="-80" dirty="0">
                <a:solidFill>
                  <a:srgbClr val="D9D9D9"/>
                </a:solidFill>
                <a:latin typeface="Arial"/>
                <a:cs typeface="Arial"/>
              </a:rPr>
              <a:t>effectively</a:t>
            </a:r>
            <a:r>
              <a:rPr sz="1200" b="1" i="1" spc="-5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200" b="1" i="1" spc="-100" dirty="0">
                <a:solidFill>
                  <a:srgbClr val="D9D9D9"/>
                </a:solidFill>
                <a:latin typeface="Arial"/>
                <a:cs typeface="Arial"/>
              </a:rPr>
              <a:t>hidden!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61207" y="2339086"/>
            <a:ext cx="302514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Zero</a:t>
            </a:r>
            <a:r>
              <a:rPr spc="-55" dirty="0"/>
              <a:t> </a:t>
            </a:r>
            <a:r>
              <a:rPr dirty="0"/>
              <a:t>Copy</a:t>
            </a:r>
            <a:r>
              <a:rPr spc="-45" dirty="0"/>
              <a:t> </a:t>
            </a:r>
            <a:r>
              <a:rPr spc="-10" dirty="0"/>
              <a:t>Cloning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3411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Zero-</a:t>
            </a:r>
            <a:r>
              <a:rPr dirty="0"/>
              <a:t>Copy</a:t>
            </a:r>
            <a:r>
              <a:rPr spc="-50" dirty="0"/>
              <a:t> </a:t>
            </a:r>
            <a:r>
              <a:rPr spc="-10" dirty="0"/>
              <a:t>Cloning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36394" y="1410340"/>
            <a:ext cx="4006850" cy="75692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600" b="1" spc="-100" dirty="0">
                <a:solidFill>
                  <a:srgbClr val="D9D9D9"/>
                </a:solidFill>
                <a:latin typeface="Trebuchet MS"/>
                <a:cs typeface="Trebuchet MS"/>
              </a:rPr>
              <a:t>Create</a:t>
            </a:r>
            <a:r>
              <a:rPr sz="16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70" dirty="0">
                <a:solidFill>
                  <a:srgbClr val="D9D9D9"/>
                </a:solidFill>
                <a:latin typeface="Trebuchet MS"/>
                <a:cs typeface="Trebuchet MS"/>
              </a:rPr>
              <a:t>copies</a:t>
            </a:r>
            <a:r>
              <a:rPr sz="16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45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6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50" dirty="0">
                <a:solidFill>
                  <a:srgbClr val="D9D9D9"/>
                </a:solidFill>
                <a:latin typeface="Trebuchet MS"/>
                <a:cs typeface="Trebuchet MS"/>
              </a:rPr>
              <a:t>a</a:t>
            </a:r>
            <a:r>
              <a:rPr sz="16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70" dirty="0">
                <a:solidFill>
                  <a:srgbClr val="D9D9D9"/>
                </a:solidFill>
                <a:latin typeface="Trebuchet MS"/>
                <a:cs typeface="Trebuchet MS"/>
              </a:rPr>
              <a:t>database,</a:t>
            </a:r>
            <a:r>
              <a:rPr sz="16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50" dirty="0">
                <a:solidFill>
                  <a:srgbClr val="D9D9D9"/>
                </a:solidFill>
                <a:latin typeface="Trebuchet MS"/>
                <a:cs typeface="Trebuchet MS"/>
              </a:rPr>
              <a:t>a</a:t>
            </a:r>
            <a:r>
              <a:rPr sz="16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60" dirty="0">
                <a:solidFill>
                  <a:srgbClr val="D9D9D9"/>
                </a:solidFill>
                <a:latin typeface="Trebuchet MS"/>
                <a:cs typeface="Trebuchet MS"/>
              </a:rPr>
              <a:t>schema</a:t>
            </a:r>
            <a:r>
              <a:rPr sz="16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85" dirty="0">
                <a:solidFill>
                  <a:srgbClr val="D9D9D9"/>
                </a:solidFill>
                <a:latin typeface="Trebuchet MS"/>
                <a:cs typeface="Trebuchet MS"/>
              </a:rPr>
              <a:t>or</a:t>
            </a:r>
            <a:r>
              <a:rPr sz="16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50" dirty="0">
                <a:solidFill>
                  <a:srgbClr val="D9D9D9"/>
                </a:solidFill>
                <a:latin typeface="Trebuchet MS"/>
                <a:cs typeface="Trebuchet MS"/>
              </a:rPr>
              <a:t>a</a:t>
            </a:r>
            <a:endParaRPr sz="16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b="1" spc="-10" dirty="0">
                <a:solidFill>
                  <a:srgbClr val="D9D9D9"/>
                </a:solidFill>
                <a:latin typeface="Trebuchet MS"/>
                <a:cs typeface="Trebuchet MS"/>
              </a:rPr>
              <a:t>table</a:t>
            </a:r>
            <a:endParaRPr sz="16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2028" y="1886711"/>
            <a:ext cx="1757172" cy="9753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104644" y="2861817"/>
            <a:ext cx="4432935" cy="17113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4485" indent="-286385">
              <a:lnSpc>
                <a:spcPct val="100000"/>
              </a:lnSpc>
              <a:spcBef>
                <a:spcPts val="95"/>
              </a:spcBef>
              <a:buClr>
                <a:srgbClr val="99D3FF"/>
              </a:buClr>
              <a:buFont typeface="Wingdings"/>
              <a:buChar char=""/>
              <a:tabLst>
                <a:tab pos="324485" algn="l"/>
              </a:tabLst>
            </a:pPr>
            <a:r>
              <a:rPr sz="1600" b="1" spc="-80" dirty="0">
                <a:solidFill>
                  <a:srgbClr val="D9D9D9"/>
                </a:solidFill>
                <a:latin typeface="Trebuchet MS"/>
                <a:cs typeface="Trebuchet MS"/>
              </a:rPr>
              <a:t>Cloned</a:t>
            </a:r>
            <a:r>
              <a:rPr sz="16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105" dirty="0">
                <a:solidFill>
                  <a:srgbClr val="D9D9D9"/>
                </a:solidFill>
                <a:latin typeface="Trebuchet MS"/>
                <a:cs typeface="Trebuchet MS"/>
              </a:rPr>
              <a:t>object</a:t>
            </a:r>
            <a:r>
              <a:rPr sz="16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dirty="0">
                <a:solidFill>
                  <a:srgbClr val="D9D9D9"/>
                </a:solidFill>
                <a:latin typeface="Trebuchet MS"/>
                <a:cs typeface="Trebuchet MS"/>
              </a:rPr>
              <a:t>is</a:t>
            </a:r>
            <a:r>
              <a:rPr sz="16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85" dirty="0">
                <a:solidFill>
                  <a:srgbClr val="D9D9D9"/>
                </a:solidFill>
                <a:latin typeface="Trebuchet MS"/>
                <a:cs typeface="Trebuchet MS"/>
              </a:rPr>
              <a:t>independent</a:t>
            </a:r>
            <a:r>
              <a:rPr sz="16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60" dirty="0">
                <a:solidFill>
                  <a:srgbClr val="D9D9D9"/>
                </a:solidFill>
                <a:latin typeface="Trebuchet MS"/>
                <a:cs typeface="Trebuchet MS"/>
              </a:rPr>
              <a:t>from</a:t>
            </a:r>
            <a:r>
              <a:rPr sz="16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D9D9D9"/>
                </a:solidFill>
                <a:latin typeface="Trebuchet MS"/>
                <a:cs typeface="Trebuchet MS"/>
              </a:rPr>
              <a:t>original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  <a:buClr>
                <a:srgbClr val="99D3FF"/>
              </a:buClr>
              <a:buFont typeface="Wingdings"/>
              <a:buChar char=""/>
            </a:pPr>
            <a:endParaRPr sz="1600">
              <a:latin typeface="Trebuchet MS"/>
              <a:cs typeface="Trebuchet MS"/>
            </a:endParaRPr>
          </a:p>
          <a:p>
            <a:pPr marL="324485" indent="-286385">
              <a:lnSpc>
                <a:spcPct val="100000"/>
              </a:lnSpc>
              <a:spcBef>
                <a:spcPts val="5"/>
              </a:spcBef>
              <a:buClr>
                <a:srgbClr val="99D3FF"/>
              </a:buClr>
              <a:buFont typeface="Wingdings"/>
              <a:buChar char=""/>
              <a:tabLst>
                <a:tab pos="324485" algn="l"/>
              </a:tabLst>
            </a:pPr>
            <a:r>
              <a:rPr sz="2400" b="1" spc="-1012" baseline="36458" dirty="0">
                <a:solidFill>
                  <a:srgbClr val="D9D9D9"/>
                </a:solidFill>
                <a:latin typeface="Trebuchet MS"/>
                <a:cs typeface="Trebuchet MS"/>
              </a:rPr>
              <a:t>t</a:t>
            </a:r>
            <a:r>
              <a:rPr sz="1600" b="1" spc="-350" dirty="0">
                <a:solidFill>
                  <a:srgbClr val="D9D9D9"/>
                </a:solidFill>
                <a:latin typeface="Trebuchet MS"/>
                <a:cs typeface="Trebuchet MS"/>
              </a:rPr>
              <a:t>E</a:t>
            </a:r>
            <a:r>
              <a:rPr sz="2400" b="1" spc="-847" baseline="36458" dirty="0">
                <a:solidFill>
                  <a:srgbClr val="D9D9D9"/>
                </a:solidFill>
                <a:latin typeface="Trebuchet MS"/>
                <a:cs typeface="Trebuchet MS"/>
              </a:rPr>
              <a:t>a</a:t>
            </a:r>
            <a:r>
              <a:rPr sz="1600" b="1" spc="-360" dirty="0">
                <a:solidFill>
                  <a:srgbClr val="D9D9D9"/>
                </a:solidFill>
                <a:latin typeface="Trebuchet MS"/>
                <a:cs typeface="Trebuchet MS"/>
              </a:rPr>
              <a:t>a</a:t>
            </a:r>
            <a:r>
              <a:rPr sz="2400" b="1" spc="-952" baseline="36458" dirty="0">
                <a:solidFill>
                  <a:srgbClr val="D9D9D9"/>
                </a:solidFill>
                <a:latin typeface="Trebuchet MS"/>
                <a:cs typeface="Trebuchet MS"/>
              </a:rPr>
              <a:t>b</a:t>
            </a:r>
            <a:r>
              <a:rPr sz="1600" b="1" spc="-210" dirty="0">
                <a:solidFill>
                  <a:srgbClr val="D9D9D9"/>
                </a:solidFill>
                <a:latin typeface="Trebuchet MS"/>
                <a:cs typeface="Trebuchet MS"/>
              </a:rPr>
              <a:t>s</a:t>
            </a:r>
            <a:r>
              <a:rPr sz="2400" b="1" spc="-442" baseline="36458" dirty="0">
                <a:solidFill>
                  <a:srgbClr val="D9D9D9"/>
                </a:solidFill>
                <a:latin typeface="Trebuchet MS"/>
                <a:cs typeface="Trebuchet MS"/>
              </a:rPr>
              <a:t>l</a:t>
            </a:r>
            <a:r>
              <a:rPr sz="1600" b="1" spc="-645" dirty="0">
                <a:solidFill>
                  <a:srgbClr val="D9D9D9"/>
                </a:solidFill>
                <a:latin typeface="Trebuchet MS"/>
                <a:cs typeface="Trebuchet MS"/>
              </a:rPr>
              <a:t>y</a:t>
            </a:r>
            <a:r>
              <a:rPr sz="2400" b="1" spc="97" baseline="36458" dirty="0">
                <a:solidFill>
                  <a:srgbClr val="D9D9D9"/>
                </a:solidFill>
                <a:latin typeface="Trebuchet MS"/>
                <a:cs typeface="Trebuchet MS"/>
              </a:rPr>
              <a:t>e</a:t>
            </a:r>
            <a:r>
              <a:rPr sz="1600" b="1" spc="-30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6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85" dirty="0">
                <a:solidFill>
                  <a:srgbClr val="D9D9D9"/>
                </a:solidFill>
                <a:latin typeface="Trebuchet MS"/>
                <a:cs typeface="Trebuchet MS"/>
              </a:rPr>
              <a:t>copy </a:t>
            </a:r>
            <a:r>
              <a:rPr sz="1600" b="1" spc="-50" dirty="0">
                <a:solidFill>
                  <a:srgbClr val="D9D9D9"/>
                </a:solidFill>
                <a:latin typeface="Trebuchet MS"/>
                <a:cs typeface="Trebuchet MS"/>
              </a:rPr>
              <a:t>all</a:t>
            </a:r>
            <a:r>
              <a:rPr sz="16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70" dirty="0">
                <a:solidFill>
                  <a:srgbClr val="D9D9D9"/>
                </a:solidFill>
                <a:latin typeface="Trebuchet MS"/>
                <a:cs typeface="Trebuchet MS"/>
              </a:rPr>
              <a:t>meta</a:t>
            </a:r>
            <a:r>
              <a:rPr sz="16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55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r>
              <a:rPr sz="16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20" dirty="0">
                <a:solidFill>
                  <a:srgbClr val="D9D9D9"/>
                </a:solidFill>
                <a:latin typeface="Trebuchet MS"/>
                <a:cs typeface="Trebuchet MS"/>
              </a:rPr>
              <a:t>&amp;</a:t>
            </a:r>
            <a:r>
              <a:rPr sz="16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75" dirty="0">
                <a:solidFill>
                  <a:srgbClr val="D9D9D9"/>
                </a:solidFill>
                <a:latin typeface="Trebuchet MS"/>
                <a:cs typeface="Trebuchet MS"/>
              </a:rPr>
              <a:t>improved</a:t>
            </a:r>
            <a:r>
              <a:rPr sz="16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D9D9D9"/>
                </a:solidFill>
                <a:latin typeface="Trebuchet MS"/>
                <a:cs typeface="Trebuchet MS"/>
              </a:rPr>
              <a:t>storage</a:t>
            </a:r>
            <a:endParaRPr sz="1600">
              <a:latin typeface="Trebuchet MS"/>
              <a:cs typeface="Trebuchet MS"/>
            </a:endParaRPr>
          </a:p>
          <a:p>
            <a:pPr marL="324485" indent="-286385">
              <a:lnSpc>
                <a:spcPct val="100000"/>
              </a:lnSpc>
              <a:spcBef>
                <a:spcPts val="1760"/>
              </a:spcBef>
              <a:buClr>
                <a:srgbClr val="99D3FF"/>
              </a:buClr>
              <a:buFont typeface="Wingdings"/>
              <a:buChar char=""/>
              <a:tabLst>
                <a:tab pos="324485" algn="l"/>
              </a:tabLst>
            </a:pPr>
            <a:r>
              <a:rPr sz="1600" b="1" spc="-1030" dirty="0">
                <a:solidFill>
                  <a:srgbClr val="D9D9D9"/>
                </a:solidFill>
                <a:latin typeface="Trebuchet MS"/>
                <a:cs typeface="Trebuchet MS"/>
              </a:rPr>
              <a:t>C</a:t>
            </a:r>
            <a:r>
              <a:rPr sz="2400" b="1" spc="-794" baseline="27777" dirty="0">
                <a:solidFill>
                  <a:srgbClr val="D9D9D9"/>
                </a:solidFill>
                <a:latin typeface="Trebuchet MS"/>
                <a:cs typeface="Trebuchet MS"/>
              </a:rPr>
              <a:t>m</a:t>
            </a:r>
            <a:r>
              <a:rPr sz="1600" b="1" spc="-175" dirty="0">
                <a:solidFill>
                  <a:srgbClr val="D9D9D9"/>
                </a:solidFill>
                <a:latin typeface="Trebuchet MS"/>
                <a:cs typeface="Trebuchet MS"/>
              </a:rPr>
              <a:t>r</a:t>
            </a:r>
            <a:r>
              <a:rPr sz="2400" b="1" spc="-1177" baseline="27777" dirty="0">
                <a:solidFill>
                  <a:srgbClr val="D9D9D9"/>
                </a:solidFill>
                <a:latin typeface="Trebuchet MS"/>
                <a:cs typeface="Trebuchet MS"/>
              </a:rPr>
              <a:t>a</a:t>
            </a:r>
            <a:r>
              <a:rPr sz="1600" b="1" spc="-175" dirty="0">
                <a:solidFill>
                  <a:srgbClr val="D9D9D9"/>
                </a:solidFill>
                <a:latin typeface="Trebuchet MS"/>
                <a:cs typeface="Trebuchet MS"/>
              </a:rPr>
              <a:t>e</a:t>
            </a:r>
            <a:r>
              <a:rPr sz="2400" b="1" spc="-1320" baseline="27777" dirty="0">
                <a:solidFill>
                  <a:srgbClr val="D9D9D9"/>
                </a:solidFill>
                <a:latin typeface="Trebuchet MS"/>
                <a:cs typeface="Trebuchet MS"/>
              </a:rPr>
              <a:t>n</a:t>
            </a:r>
            <a:r>
              <a:rPr sz="1600" b="1" spc="-85" dirty="0">
                <a:solidFill>
                  <a:srgbClr val="D9D9D9"/>
                </a:solidFill>
                <a:latin typeface="Trebuchet MS"/>
                <a:cs typeface="Trebuchet MS"/>
              </a:rPr>
              <a:t>a</a:t>
            </a:r>
            <a:r>
              <a:rPr sz="2400" b="1" spc="-1297" baseline="27777" dirty="0">
                <a:solidFill>
                  <a:srgbClr val="D9D9D9"/>
                </a:solidFill>
                <a:latin typeface="Trebuchet MS"/>
                <a:cs typeface="Trebuchet MS"/>
              </a:rPr>
              <a:t>a</a:t>
            </a:r>
            <a:r>
              <a:rPr sz="1600" b="1" spc="-40" dirty="0">
                <a:solidFill>
                  <a:srgbClr val="D9D9D9"/>
                </a:solidFill>
                <a:latin typeface="Trebuchet MS"/>
                <a:cs typeface="Trebuchet MS"/>
              </a:rPr>
              <a:t>t</a:t>
            </a:r>
            <a:r>
              <a:rPr sz="1600" b="1" spc="-290" dirty="0">
                <a:solidFill>
                  <a:srgbClr val="D9D9D9"/>
                </a:solidFill>
                <a:latin typeface="Trebuchet MS"/>
                <a:cs typeface="Trebuchet MS"/>
              </a:rPr>
              <a:t>i</a:t>
            </a:r>
            <a:r>
              <a:rPr sz="2400" b="1" spc="-967" baseline="27777" dirty="0">
                <a:solidFill>
                  <a:srgbClr val="D9D9D9"/>
                </a:solidFill>
                <a:latin typeface="Trebuchet MS"/>
                <a:cs typeface="Trebuchet MS"/>
              </a:rPr>
              <a:t>g</a:t>
            </a:r>
            <a:r>
              <a:rPr sz="1600" b="1" spc="-310" dirty="0">
                <a:solidFill>
                  <a:srgbClr val="D9D9D9"/>
                </a:solidFill>
                <a:latin typeface="Trebuchet MS"/>
                <a:cs typeface="Trebuchet MS"/>
              </a:rPr>
              <a:t>n</a:t>
            </a:r>
            <a:r>
              <a:rPr sz="2400" b="1" spc="-1050" baseline="27777" dirty="0">
                <a:solidFill>
                  <a:srgbClr val="D9D9D9"/>
                </a:solidFill>
                <a:latin typeface="Trebuchet MS"/>
                <a:cs typeface="Trebuchet MS"/>
              </a:rPr>
              <a:t>e</a:t>
            </a:r>
            <a:r>
              <a:rPr sz="1600" b="1" spc="-310" dirty="0">
                <a:solidFill>
                  <a:srgbClr val="D9D9D9"/>
                </a:solidFill>
                <a:latin typeface="Trebuchet MS"/>
                <a:cs typeface="Trebuchet MS"/>
              </a:rPr>
              <a:t>g</a:t>
            </a:r>
            <a:r>
              <a:rPr sz="2400" b="1" spc="-1110" baseline="27777" dirty="0">
                <a:solidFill>
                  <a:srgbClr val="D9D9D9"/>
                </a:solidFill>
                <a:latin typeface="Trebuchet MS"/>
                <a:cs typeface="Trebuchet MS"/>
              </a:rPr>
              <a:t>m</a:t>
            </a:r>
            <a:r>
              <a:rPr sz="1600" b="1" spc="-245" dirty="0">
                <a:solidFill>
                  <a:srgbClr val="D9D9D9"/>
                </a:solidFill>
                <a:latin typeface="Trebuchet MS"/>
                <a:cs typeface="Trebuchet MS"/>
              </a:rPr>
              <a:t>b</a:t>
            </a:r>
            <a:r>
              <a:rPr sz="2400" b="1" spc="-1147" baseline="27777" dirty="0">
                <a:solidFill>
                  <a:srgbClr val="D9D9D9"/>
                </a:solidFill>
                <a:latin typeface="Trebuchet MS"/>
                <a:cs typeface="Trebuchet MS"/>
              </a:rPr>
              <a:t>e</a:t>
            </a:r>
            <a:r>
              <a:rPr sz="1600" b="1" spc="-240" dirty="0">
                <a:solidFill>
                  <a:srgbClr val="D9D9D9"/>
                </a:solidFill>
                <a:latin typeface="Trebuchet MS"/>
                <a:cs typeface="Trebuchet MS"/>
              </a:rPr>
              <a:t>a</a:t>
            </a:r>
            <a:r>
              <a:rPr sz="2400" b="1" spc="-1200" baseline="27777" dirty="0">
                <a:solidFill>
                  <a:srgbClr val="D9D9D9"/>
                </a:solidFill>
                <a:latin typeface="Trebuchet MS"/>
                <a:cs typeface="Trebuchet MS"/>
              </a:rPr>
              <a:t>n</a:t>
            </a:r>
            <a:r>
              <a:rPr sz="1600" b="1" spc="-55" dirty="0">
                <a:solidFill>
                  <a:srgbClr val="D9D9D9"/>
                </a:solidFill>
                <a:latin typeface="Trebuchet MS"/>
                <a:cs typeface="Trebuchet MS"/>
              </a:rPr>
              <a:t>c</a:t>
            </a:r>
            <a:r>
              <a:rPr sz="2400" b="1" spc="-1012" baseline="27777" dirty="0">
                <a:solidFill>
                  <a:srgbClr val="D9D9D9"/>
                </a:solidFill>
                <a:latin typeface="Trebuchet MS"/>
                <a:cs typeface="Trebuchet MS"/>
              </a:rPr>
              <a:t>t</a:t>
            </a:r>
            <a:r>
              <a:rPr sz="1600" b="1" spc="-40" dirty="0">
                <a:solidFill>
                  <a:srgbClr val="D9D9D9"/>
                </a:solidFill>
                <a:latin typeface="Trebuchet MS"/>
                <a:cs typeface="Trebuchet MS"/>
              </a:rPr>
              <a:t>kups</a:t>
            </a:r>
            <a:r>
              <a:rPr sz="1600" b="1" spc="-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65" dirty="0">
                <a:solidFill>
                  <a:srgbClr val="D9D9D9"/>
                </a:solidFill>
                <a:latin typeface="Trebuchet MS"/>
                <a:cs typeface="Trebuchet MS"/>
              </a:rPr>
              <a:t>for</a:t>
            </a:r>
            <a:r>
              <a:rPr sz="1600" b="1" spc="-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80" dirty="0">
                <a:solidFill>
                  <a:srgbClr val="D9D9D9"/>
                </a:solidFill>
                <a:latin typeface="Trebuchet MS"/>
                <a:cs typeface="Trebuchet MS"/>
              </a:rPr>
              <a:t>development</a:t>
            </a:r>
            <a:r>
              <a:rPr sz="1600" b="1" spc="-4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D9D9D9"/>
                </a:solidFill>
                <a:latin typeface="Trebuchet MS"/>
                <a:cs typeface="Trebuchet MS"/>
              </a:rPr>
              <a:t>purposes</a:t>
            </a:r>
            <a:endParaRPr sz="1600">
              <a:latin typeface="Trebuchet MS"/>
              <a:cs typeface="Trebuchet MS"/>
            </a:endParaRPr>
          </a:p>
          <a:p>
            <a:pPr marL="330835" indent="-286385">
              <a:lnSpc>
                <a:spcPct val="100000"/>
              </a:lnSpc>
              <a:spcBef>
                <a:spcPts val="1814"/>
              </a:spcBef>
              <a:buClr>
                <a:srgbClr val="99D3FF"/>
              </a:buClr>
              <a:buFont typeface="Wingdings"/>
              <a:buChar char=""/>
              <a:tabLst>
                <a:tab pos="330835" algn="l"/>
              </a:tabLst>
            </a:pPr>
            <a:r>
              <a:rPr sz="1600" b="1" spc="-30" dirty="0">
                <a:solidFill>
                  <a:srgbClr val="D9D9D9"/>
                </a:solidFill>
                <a:latin typeface="Trebuchet MS"/>
                <a:cs typeface="Trebuchet MS"/>
              </a:rPr>
              <a:t>Works</a:t>
            </a:r>
            <a:r>
              <a:rPr sz="16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60" dirty="0">
                <a:solidFill>
                  <a:srgbClr val="D9D9D9"/>
                </a:solidFill>
                <a:latin typeface="Trebuchet MS"/>
                <a:cs typeface="Trebuchet MS"/>
              </a:rPr>
              <a:t>with</a:t>
            </a:r>
            <a:r>
              <a:rPr sz="1600" b="1" spc="-80" dirty="0">
                <a:solidFill>
                  <a:srgbClr val="D9D9D9"/>
                </a:solidFill>
                <a:latin typeface="Trebuchet MS"/>
                <a:cs typeface="Trebuchet MS"/>
              </a:rPr>
              <a:t> time</a:t>
            </a:r>
            <a:r>
              <a:rPr sz="16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75" dirty="0">
                <a:solidFill>
                  <a:srgbClr val="D9D9D9"/>
                </a:solidFill>
                <a:latin typeface="Trebuchet MS"/>
                <a:cs typeface="Trebuchet MS"/>
              </a:rPr>
              <a:t>travel </a:t>
            </a:r>
            <a:r>
              <a:rPr sz="1600" b="1" spc="-20" dirty="0">
                <a:solidFill>
                  <a:srgbClr val="D9D9D9"/>
                </a:solidFill>
                <a:latin typeface="Trebuchet MS"/>
                <a:cs typeface="Trebuchet MS"/>
              </a:rPr>
              <a:t>also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3411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Zero-</a:t>
            </a:r>
            <a:r>
              <a:rPr dirty="0"/>
              <a:t>Copy</a:t>
            </a:r>
            <a:r>
              <a:rPr spc="-50" dirty="0"/>
              <a:t> </a:t>
            </a:r>
            <a:r>
              <a:rPr spc="-10" dirty="0"/>
              <a:t>Cloning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9800" y="1549908"/>
            <a:ext cx="4953000" cy="122555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1003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0"/>
              </a:spcBef>
            </a:pPr>
            <a:endParaRPr sz="1400">
              <a:latin typeface="Times New Roman"/>
              <a:cs typeface="Times New Roman"/>
            </a:endParaRPr>
          </a:p>
          <a:p>
            <a:pPr marR="368300" algn="ctr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CREATE</a:t>
            </a:r>
            <a:r>
              <a:rPr sz="1400" spc="-7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TABLE</a:t>
            </a:r>
            <a:r>
              <a:rPr sz="1400" spc="-55" dirty="0">
                <a:latin typeface="Courier New"/>
                <a:cs typeface="Courier New"/>
              </a:rPr>
              <a:t> </a:t>
            </a:r>
            <a:r>
              <a:rPr sz="1400" i="1" dirty="0">
                <a:solidFill>
                  <a:srgbClr val="009999"/>
                </a:solidFill>
                <a:latin typeface="Courier New"/>
                <a:cs typeface="Courier New"/>
              </a:rPr>
              <a:t>&lt;table_name&gt;</a:t>
            </a:r>
            <a:r>
              <a:rPr sz="1400" i="1" spc="-70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latin typeface="Courier New"/>
                <a:cs typeface="Courier New"/>
              </a:rPr>
              <a:t>...</a:t>
            </a:r>
            <a:endParaRPr sz="1400">
              <a:latin typeface="Courier New"/>
              <a:cs typeface="Courier New"/>
            </a:endParaRPr>
          </a:p>
          <a:p>
            <a:pPr marR="344170" algn="ctr">
              <a:lnSpc>
                <a:spcPct val="100000"/>
              </a:lnSpc>
              <a:tabLst>
                <a:tab pos="744855" algn="l"/>
              </a:tabLst>
            </a:pPr>
            <a:r>
              <a:rPr sz="1400" spc="-10" dirty="0">
                <a:latin typeface="Courier New"/>
                <a:cs typeface="Courier New"/>
              </a:rPr>
              <a:t>CLONE</a:t>
            </a:r>
            <a:r>
              <a:rPr sz="1400" dirty="0">
                <a:latin typeface="Courier New"/>
                <a:cs typeface="Courier New"/>
              </a:rPr>
              <a:t>	</a:t>
            </a:r>
            <a:r>
              <a:rPr sz="1400" i="1" spc="-10" dirty="0">
                <a:solidFill>
                  <a:srgbClr val="009999"/>
                </a:solidFill>
                <a:latin typeface="Courier New"/>
                <a:cs typeface="Courier New"/>
              </a:rPr>
              <a:t>&lt;source_table_name&gt;</a:t>
            </a:r>
            <a:endParaRPr sz="14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Courier New"/>
                <a:cs typeface="Courier New"/>
              </a:rPr>
              <a:t>BEFORE</a:t>
            </a:r>
            <a:r>
              <a:rPr sz="1400" spc="-4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(</a:t>
            </a:r>
            <a:r>
              <a:rPr sz="1400" spc="-4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TIMESTAMP</a:t>
            </a:r>
            <a:r>
              <a:rPr sz="1400" spc="-5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=&gt;</a:t>
            </a:r>
            <a:r>
              <a:rPr sz="1400" spc="-45" dirty="0">
                <a:latin typeface="Courier New"/>
                <a:cs typeface="Courier New"/>
              </a:rPr>
              <a:t> </a:t>
            </a:r>
            <a:r>
              <a:rPr sz="1400" i="1" dirty="0">
                <a:solidFill>
                  <a:srgbClr val="009999"/>
                </a:solidFill>
                <a:latin typeface="Courier New"/>
                <a:cs typeface="Courier New"/>
              </a:rPr>
              <a:t>&lt;timestamp&gt;</a:t>
            </a:r>
            <a:r>
              <a:rPr sz="1400" i="1" spc="-45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400" spc="-50" dirty="0">
                <a:latin typeface="Courier New"/>
                <a:cs typeface="Courier New"/>
              </a:rPr>
              <a:t>)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60723" y="2339086"/>
            <a:ext cx="16256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Swapping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1270">
              <a:lnSpc>
                <a:spcPct val="100000"/>
              </a:lnSpc>
              <a:spcBef>
                <a:spcPts val="105"/>
              </a:spcBef>
            </a:pPr>
            <a:r>
              <a:rPr dirty="0"/>
              <a:t>Swapping</a:t>
            </a:r>
            <a:r>
              <a:rPr spc="-114" dirty="0"/>
              <a:t> </a:t>
            </a:r>
            <a:r>
              <a:rPr spc="-10" dirty="0"/>
              <a:t>Tables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3994" y="1257940"/>
            <a:ext cx="4275455" cy="75692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600" b="1" spc="-20" dirty="0">
                <a:solidFill>
                  <a:srgbClr val="D9D9D9"/>
                </a:solidFill>
                <a:latin typeface="Trebuchet MS"/>
                <a:cs typeface="Trebuchet MS"/>
              </a:rPr>
              <a:t>Use-</a:t>
            </a:r>
            <a:r>
              <a:rPr sz="1600" b="1" spc="-85" dirty="0">
                <a:solidFill>
                  <a:srgbClr val="D9D9D9"/>
                </a:solidFill>
                <a:latin typeface="Trebuchet MS"/>
                <a:cs typeface="Trebuchet MS"/>
              </a:rPr>
              <a:t>case:</a:t>
            </a:r>
            <a:r>
              <a:rPr sz="16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75" dirty="0">
                <a:solidFill>
                  <a:srgbClr val="D9D9D9"/>
                </a:solidFill>
                <a:latin typeface="Trebuchet MS"/>
                <a:cs typeface="Trebuchet MS"/>
              </a:rPr>
              <a:t>Development</a:t>
            </a:r>
            <a:r>
              <a:rPr sz="1600" b="1" spc="-65" dirty="0">
                <a:solidFill>
                  <a:srgbClr val="D9D9D9"/>
                </a:solidFill>
                <a:latin typeface="Trebuchet MS"/>
                <a:cs typeface="Trebuchet MS"/>
              </a:rPr>
              <a:t> table </a:t>
            </a:r>
            <a:r>
              <a:rPr sz="1600" b="1" spc="-75" dirty="0">
                <a:solidFill>
                  <a:srgbClr val="D9D9D9"/>
                </a:solidFill>
                <a:latin typeface="Trebuchet MS"/>
                <a:cs typeface="Trebuchet MS"/>
              </a:rPr>
              <a:t>into </a:t>
            </a:r>
            <a:r>
              <a:rPr sz="1600" b="1" spc="-55" dirty="0">
                <a:solidFill>
                  <a:srgbClr val="D9D9D9"/>
                </a:solidFill>
                <a:latin typeface="Trebuchet MS"/>
                <a:cs typeface="Trebuchet MS"/>
              </a:rPr>
              <a:t>production</a:t>
            </a:r>
            <a:endParaRPr sz="16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b="1" spc="-10" dirty="0">
                <a:solidFill>
                  <a:srgbClr val="D9D9D9"/>
                </a:solidFill>
                <a:latin typeface="Trebuchet MS"/>
                <a:cs typeface="Trebuchet MS"/>
              </a:rPr>
              <a:t>table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07100" y="1841385"/>
            <a:ext cx="628015" cy="703580"/>
          </a:xfrm>
          <a:custGeom>
            <a:avLst/>
            <a:gdLst/>
            <a:ahLst/>
            <a:cxnLst/>
            <a:rect l="l" t="t" r="r" b="b"/>
            <a:pathLst>
              <a:path w="628014" h="703580">
                <a:moveTo>
                  <a:pt x="235305" y="477354"/>
                </a:moveTo>
                <a:lnTo>
                  <a:pt x="203936" y="477354"/>
                </a:lnTo>
                <a:lnTo>
                  <a:pt x="203936" y="627951"/>
                </a:lnTo>
                <a:lnTo>
                  <a:pt x="235305" y="627951"/>
                </a:lnTo>
                <a:lnTo>
                  <a:pt x="235305" y="477354"/>
                </a:lnTo>
                <a:close/>
              </a:path>
              <a:path w="628014" h="703580">
                <a:moveTo>
                  <a:pt x="235305" y="75755"/>
                </a:moveTo>
                <a:lnTo>
                  <a:pt x="203936" y="75755"/>
                </a:lnTo>
                <a:lnTo>
                  <a:pt x="203936" y="226352"/>
                </a:lnTo>
                <a:lnTo>
                  <a:pt x="235305" y="226352"/>
                </a:lnTo>
                <a:lnTo>
                  <a:pt x="235305" y="75755"/>
                </a:lnTo>
                <a:close/>
              </a:path>
              <a:path w="628014" h="703580">
                <a:moveTo>
                  <a:pt x="423557" y="477354"/>
                </a:moveTo>
                <a:lnTo>
                  <a:pt x="392176" y="477354"/>
                </a:lnTo>
                <a:lnTo>
                  <a:pt x="392176" y="627951"/>
                </a:lnTo>
                <a:lnTo>
                  <a:pt x="423557" y="627951"/>
                </a:lnTo>
                <a:lnTo>
                  <a:pt x="423557" y="477354"/>
                </a:lnTo>
                <a:close/>
              </a:path>
              <a:path w="628014" h="703580">
                <a:moveTo>
                  <a:pt x="423557" y="75755"/>
                </a:moveTo>
                <a:lnTo>
                  <a:pt x="392176" y="75755"/>
                </a:lnTo>
                <a:lnTo>
                  <a:pt x="392176" y="226352"/>
                </a:lnTo>
                <a:lnTo>
                  <a:pt x="423557" y="226352"/>
                </a:lnTo>
                <a:lnTo>
                  <a:pt x="423557" y="75755"/>
                </a:lnTo>
                <a:close/>
              </a:path>
              <a:path w="628014" h="703580">
                <a:moveTo>
                  <a:pt x="627481" y="477354"/>
                </a:moveTo>
                <a:lnTo>
                  <a:pt x="580428" y="477354"/>
                </a:lnTo>
                <a:lnTo>
                  <a:pt x="580428" y="627951"/>
                </a:lnTo>
                <a:lnTo>
                  <a:pt x="627481" y="627951"/>
                </a:lnTo>
                <a:lnTo>
                  <a:pt x="627481" y="477354"/>
                </a:lnTo>
                <a:close/>
              </a:path>
              <a:path w="628014" h="703580">
                <a:moveTo>
                  <a:pt x="627481" y="75755"/>
                </a:moveTo>
                <a:lnTo>
                  <a:pt x="580428" y="75755"/>
                </a:lnTo>
                <a:lnTo>
                  <a:pt x="580428" y="226352"/>
                </a:lnTo>
                <a:lnTo>
                  <a:pt x="627481" y="226352"/>
                </a:lnTo>
                <a:lnTo>
                  <a:pt x="627481" y="75755"/>
                </a:lnTo>
                <a:close/>
              </a:path>
              <a:path w="628014" h="703580">
                <a:moveTo>
                  <a:pt x="627481" y="0"/>
                </a:moveTo>
                <a:lnTo>
                  <a:pt x="0" y="0"/>
                </a:lnTo>
                <a:lnTo>
                  <a:pt x="0" y="75031"/>
                </a:lnTo>
                <a:lnTo>
                  <a:pt x="0" y="226644"/>
                </a:lnTo>
                <a:lnTo>
                  <a:pt x="0" y="703389"/>
                </a:lnTo>
                <a:lnTo>
                  <a:pt x="627481" y="703389"/>
                </a:lnTo>
                <a:lnTo>
                  <a:pt x="627481" y="628357"/>
                </a:lnTo>
                <a:lnTo>
                  <a:pt x="47053" y="628357"/>
                </a:lnTo>
                <a:lnTo>
                  <a:pt x="47053" y="476745"/>
                </a:lnTo>
                <a:lnTo>
                  <a:pt x="627481" y="476745"/>
                </a:lnTo>
                <a:lnTo>
                  <a:pt x="627481" y="427151"/>
                </a:lnTo>
                <a:lnTo>
                  <a:pt x="627481" y="426720"/>
                </a:lnTo>
                <a:lnTo>
                  <a:pt x="627481" y="276669"/>
                </a:lnTo>
                <a:lnTo>
                  <a:pt x="627481" y="226644"/>
                </a:lnTo>
                <a:lnTo>
                  <a:pt x="580428" y="226644"/>
                </a:lnTo>
                <a:lnTo>
                  <a:pt x="580428" y="276669"/>
                </a:lnTo>
                <a:lnTo>
                  <a:pt x="580428" y="426720"/>
                </a:lnTo>
                <a:lnTo>
                  <a:pt x="423557" y="426720"/>
                </a:lnTo>
                <a:lnTo>
                  <a:pt x="423557" y="276669"/>
                </a:lnTo>
                <a:lnTo>
                  <a:pt x="580428" y="276669"/>
                </a:lnTo>
                <a:lnTo>
                  <a:pt x="580428" y="226644"/>
                </a:lnTo>
                <a:lnTo>
                  <a:pt x="392176" y="226644"/>
                </a:lnTo>
                <a:lnTo>
                  <a:pt x="392176" y="276669"/>
                </a:lnTo>
                <a:lnTo>
                  <a:pt x="392176" y="426720"/>
                </a:lnTo>
                <a:lnTo>
                  <a:pt x="235305" y="426720"/>
                </a:lnTo>
                <a:lnTo>
                  <a:pt x="235305" y="276669"/>
                </a:lnTo>
                <a:lnTo>
                  <a:pt x="392176" y="276669"/>
                </a:lnTo>
                <a:lnTo>
                  <a:pt x="392176" y="226644"/>
                </a:lnTo>
                <a:lnTo>
                  <a:pt x="203936" y="226644"/>
                </a:lnTo>
                <a:lnTo>
                  <a:pt x="203936" y="276669"/>
                </a:lnTo>
                <a:lnTo>
                  <a:pt x="203936" y="426720"/>
                </a:lnTo>
                <a:lnTo>
                  <a:pt x="47053" y="426720"/>
                </a:lnTo>
                <a:lnTo>
                  <a:pt x="47053" y="276669"/>
                </a:lnTo>
                <a:lnTo>
                  <a:pt x="203936" y="276669"/>
                </a:lnTo>
                <a:lnTo>
                  <a:pt x="203936" y="226644"/>
                </a:lnTo>
                <a:lnTo>
                  <a:pt x="47053" y="226644"/>
                </a:lnTo>
                <a:lnTo>
                  <a:pt x="47053" y="75031"/>
                </a:lnTo>
                <a:lnTo>
                  <a:pt x="627481" y="75031"/>
                </a:lnTo>
                <a:lnTo>
                  <a:pt x="627481" y="0"/>
                </a:lnTo>
                <a:close/>
              </a:path>
            </a:pathLst>
          </a:custGeom>
          <a:solidFill>
            <a:srgbClr val="006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04668" y="1891512"/>
            <a:ext cx="565150" cy="631190"/>
          </a:xfrm>
          <a:custGeom>
            <a:avLst/>
            <a:gdLst/>
            <a:ahLst/>
            <a:cxnLst/>
            <a:rect l="l" t="t" r="r" b="b"/>
            <a:pathLst>
              <a:path w="565150" h="631189">
                <a:moveTo>
                  <a:pt x="564743" y="0"/>
                </a:moveTo>
                <a:lnTo>
                  <a:pt x="0" y="0"/>
                </a:lnTo>
                <a:lnTo>
                  <a:pt x="0" y="67183"/>
                </a:lnTo>
                <a:lnTo>
                  <a:pt x="0" y="203098"/>
                </a:lnTo>
                <a:lnTo>
                  <a:pt x="0" y="631151"/>
                </a:lnTo>
                <a:lnTo>
                  <a:pt x="564743" y="631151"/>
                </a:lnTo>
                <a:lnTo>
                  <a:pt x="564743" y="564172"/>
                </a:lnTo>
                <a:lnTo>
                  <a:pt x="564743" y="563968"/>
                </a:lnTo>
                <a:lnTo>
                  <a:pt x="564743" y="428828"/>
                </a:lnTo>
                <a:lnTo>
                  <a:pt x="522389" y="428828"/>
                </a:lnTo>
                <a:lnTo>
                  <a:pt x="522389" y="563968"/>
                </a:lnTo>
                <a:lnTo>
                  <a:pt x="381203" y="563968"/>
                </a:lnTo>
                <a:lnTo>
                  <a:pt x="381203" y="428828"/>
                </a:lnTo>
                <a:lnTo>
                  <a:pt x="352958" y="428828"/>
                </a:lnTo>
                <a:lnTo>
                  <a:pt x="352958" y="563968"/>
                </a:lnTo>
                <a:lnTo>
                  <a:pt x="211772" y="563968"/>
                </a:lnTo>
                <a:lnTo>
                  <a:pt x="211772" y="428828"/>
                </a:lnTo>
                <a:lnTo>
                  <a:pt x="183540" y="428828"/>
                </a:lnTo>
                <a:lnTo>
                  <a:pt x="183540" y="563968"/>
                </a:lnTo>
                <a:lnTo>
                  <a:pt x="42354" y="563968"/>
                </a:lnTo>
                <a:lnTo>
                  <a:pt x="42354" y="428053"/>
                </a:lnTo>
                <a:lnTo>
                  <a:pt x="564743" y="428053"/>
                </a:lnTo>
                <a:lnTo>
                  <a:pt x="564743" y="384314"/>
                </a:lnTo>
                <a:lnTo>
                  <a:pt x="42354" y="384314"/>
                </a:lnTo>
                <a:lnTo>
                  <a:pt x="42354" y="248399"/>
                </a:lnTo>
                <a:lnTo>
                  <a:pt x="183540" y="248399"/>
                </a:lnTo>
                <a:lnTo>
                  <a:pt x="183540" y="383705"/>
                </a:lnTo>
                <a:lnTo>
                  <a:pt x="211772" y="383705"/>
                </a:lnTo>
                <a:lnTo>
                  <a:pt x="211772" y="248399"/>
                </a:lnTo>
                <a:lnTo>
                  <a:pt x="352958" y="248399"/>
                </a:lnTo>
                <a:lnTo>
                  <a:pt x="352958" y="383705"/>
                </a:lnTo>
                <a:lnTo>
                  <a:pt x="381203" y="383705"/>
                </a:lnTo>
                <a:lnTo>
                  <a:pt x="381203" y="248399"/>
                </a:lnTo>
                <a:lnTo>
                  <a:pt x="522389" y="248399"/>
                </a:lnTo>
                <a:lnTo>
                  <a:pt x="522389" y="383705"/>
                </a:lnTo>
                <a:lnTo>
                  <a:pt x="564743" y="383705"/>
                </a:lnTo>
                <a:lnTo>
                  <a:pt x="564743" y="67894"/>
                </a:lnTo>
                <a:lnTo>
                  <a:pt x="522389" y="67894"/>
                </a:lnTo>
                <a:lnTo>
                  <a:pt x="522389" y="203098"/>
                </a:lnTo>
                <a:lnTo>
                  <a:pt x="381203" y="203098"/>
                </a:lnTo>
                <a:lnTo>
                  <a:pt x="381203" y="67894"/>
                </a:lnTo>
                <a:lnTo>
                  <a:pt x="352958" y="67894"/>
                </a:lnTo>
                <a:lnTo>
                  <a:pt x="352958" y="203098"/>
                </a:lnTo>
                <a:lnTo>
                  <a:pt x="211772" y="203098"/>
                </a:lnTo>
                <a:lnTo>
                  <a:pt x="211772" y="67894"/>
                </a:lnTo>
                <a:lnTo>
                  <a:pt x="183540" y="67894"/>
                </a:lnTo>
                <a:lnTo>
                  <a:pt x="183540" y="203098"/>
                </a:lnTo>
                <a:lnTo>
                  <a:pt x="42354" y="203098"/>
                </a:lnTo>
                <a:lnTo>
                  <a:pt x="42354" y="67183"/>
                </a:lnTo>
                <a:lnTo>
                  <a:pt x="564743" y="67183"/>
                </a:lnTo>
                <a:lnTo>
                  <a:pt x="564743" y="0"/>
                </a:lnTo>
                <a:close/>
              </a:path>
            </a:pathLst>
          </a:custGeom>
          <a:solidFill>
            <a:srgbClr val="006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606167" y="2590292"/>
            <a:ext cx="10547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Development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24321" y="2590292"/>
            <a:ext cx="8724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Production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720278" y="3098292"/>
            <a:ext cx="4556125" cy="1339850"/>
            <a:chOff x="2720278" y="3098292"/>
            <a:chExt cx="4556125" cy="1339850"/>
          </a:xfrm>
        </p:grpSpPr>
        <p:sp>
          <p:nvSpPr>
            <p:cNvPr id="9" name="object 9"/>
            <p:cNvSpPr/>
            <p:nvPr/>
          </p:nvSpPr>
          <p:spPr>
            <a:xfrm>
              <a:off x="2720276" y="3910444"/>
              <a:ext cx="734695" cy="527685"/>
            </a:xfrm>
            <a:custGeom>
              <a:avLst/>
              <a:gdLst/>
              <a:ahLst/>
              <a:cxnLst/>
              <a:rect l="l" t="t" r="r" b="b"/>
              <a:pathLst>
                <a:path w="734695" h="527685">
                  <a:moveTo>
                    <a:pt x="658863" y="112953"/>
                  </a:moveTo>
                  <a:lnTo>
                    <a:pt x="655891" y="98336"/>
                  </a:lnTo>
                  <a:lnTo>
                    <a:pt x="647801" y="86360"/>
                  </a:lnTo>
                  <a:lnTo>
                    <a:pt x="635825" y="78270"/>
                  </a:lnTo>
                  <a:lnTo>
                    <a:pt x="621207" y="75298"/>
                  </a:lnTo>
                  <a:lnTo>
                    <a:pt x="338836" y="75298"/>
                  </a:lnTo>
                  <a:lnTo>
                    <a:pt x="228714" y="2819"/>
                  </a:lnTo>
                  <a:lnTo>
                    <a:pt x="222123" y="0"/>
                  </a:lnTo>
                  <a:lnTo>
                    <a:pt x="37642" y="0"/>
                  </a:lnTo>
                  <a:lnTo>
                    <a:pt x="23025" y="2971"/>
                  </a:lnTo>
                  <a:lnTo>
                    <a:pt x="11049" y="11061"/>
                  </a:lnTo>
                  <a:lnTo>
                    <a:pt x="2971" y="23037"/>
                  </a:lnTo>
                  <a:lnTo>
                    <a:pt x="0" y="37655"/>
                  </a:lnTo>
                  <a:lnTo>
                    <a:pt x="0" y="498868"/>
                  </a:lnTo>
                  <a:lnTo>
                    <a:pt x="121412" y="204254"/>
                  </a:lnTo>
                  <a:lnTo>
                    <a:pt x="132372" y="186220"/>
                  </a:lnTo>
                  <a:lnTo>
                    <a:pt x="147650" y="172250"/>
                  </a:lnTo>
                  <a:lnTo>
                    <a:pt x="166281" y="163220"/>
                  </a:lnTo>
                  <a:lnTo>
                    <a:pt x="187299" y="160020"/>
                  </a:lnTo>
                  <a:lnTo>
                    <a:pt x="658863" y="160020"/>
                  </a:lnTo>
                  <a:lnTo>
                    <a:pt x="658863" y="112953"/>
                  </a:lnTo>
                  <a:close/>
                </a:path>
                <a:path w="734695" h="527685">
                  <a:moveTo>
                    <a:pt x="734161" y="235318"/>
                  </a:moveTo>
                  <a:lnTo>
                    <a:pt x="731647" y="221361"/>
                  </a:lnTo>
                  <a:lnTo>
                    <a:pt x="724750" y="209981"/>
                  </a:lnTo>
                  <a:lnTo>
                    <a:pt x="724636" y="209791"/>
                  </a:lnTo>
                  <a:lnTo>
                    <a:pt x="713905" y="201561"/>
                  </a:lnTo>
                  <a:lnTo>
                    <a:pt x="700278" y="197662"/>
                  </a:lnTo>
                  <a:lnTo>
                    <a:pt x="187299" y="197662"/>
                  </a:lnTo>
                  <a:lnTo>
                    <a:pt x="155295" y="218376"/>
                  </a:lnTo>
                  <a:lnTo>
                    <a:pt x="28232" y="527113"/>
                  </a:lnTo>
                  <a:lnTo>
                    <a:pt x="602386" y="527113"/>
                  </a:lnTo>
                  <a:lnTo>
                    <a:pt x="730389" y="252260"/>
                  </a:lnTo>
                  <a:lnTo>
                    <a:pt x="733221" y="246608"/>
                  </a:lnTo>
                  <a:lnTo>
                    <a:pt x="734161" y="240969"/>
                  </a:lnTo>
                  <a:lnTo>
                    <a:pt x="734161" y="235318"/>
                  </a:lnTo>
                  <a:close/>
                </a:path>
              </a:pathLst>
            </a:custGeom>
            <a:solidFill>
              <a:srgbClr val="006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504183" y="3613785"/>
              <a:ext cx="2363470" cy="412750"/>
            </a:xfrm>
            <a:custGeom>
              <a:avLst/>
              <a:gdLst/>
              <a:ahLst/>
              <a:cxnLst/>
              <a:rect l="l" t="t" r="r" b="b"/>
              <a:pathLst>
                <a:path w="2363470" h="412750">
                  <a:moveTo>
                    <a:pt x="2286958" y="31353"/>
                  </a:moveTo>
                  <a:lnTo>
                    <a:pt x="0" y="400189"/>
                  </a:lnTo>
                  <a:lnTo>
                    <a:pt x="2031" y="412737"/>
                  </a:lnTo>
                  <a:lnTo>
                    <a:pt x="2288973" y="43929"/>
                  </a:lnTo>
                  <a:lnTo>
                    <a:pt x="2286958" y="31353"/>
                  </a:lnTo>
                  <a:close/>
                </a:path>
                <a:path w="2363470" h="412750">
                  <a:moveTo>
                    <a:pt x="2357918" y="29336"/>
                  </a:moveTo>
                  <a:lnTo>
                    <a:pt x="2299462" y="29336"/>
                  </a:lnTo>
                  <a:lnTo>
                    <a:pt x="2301493" y="41909"/>
                  </a:lnTo>
                  <a:lnTo>
                    <a:pt x="2288973" y="43929"/>
                  </a:lnTo>
                  <a:lnTo>
                    <a:pt x="2294001" y="75310"/>
                  </a:lnTo>
                  <a:lnTo>
                    <a:pt x="2357918" y="29336"/>
                  </a:lnTo>
                  <a:close/>
                </a:path>
                <a:path w="2363470" h="412750">
                  <a:moveTo>
                    <a:pt x="2299462" y="29336"/>
                  </a:moveTo>
                  <a:lnTo>
                    <a:pt x="2286958" y="31353"/>
                  </a:lnTo>
                  <a:lnTo>
                    <a:pt x="2288973" y="43929"/>
                  </a:lnTo>
                  <a:lnTo>
                    <a:pt x="2301493" y="41909"/>
                  </a:lnTo>
                  <a:lnTo>
                    <a:pt x="2299462" y="29336"/>
                  </a:lnTo>
                  <a:close/>
                </a:path>
                <a:path w="2363470" h="412750">
                  <a:moveTo>
                    <a:pt x="2281936" y="0"/>
                  </a:moveTo>
                  <a:lnTo>
                    <a:pt x="2286958" y="31353"/>
                  </a:lnTo>
                  <a:lnTo>
                    <a:pt x="2299462" y="29336"/>
                  </a:lnTo>
                  <a:lnTo>
                    <a:pt x="2357918" y="29336"/>
                  </a:lnTo>
                  <a:lnTo>
                    <a:pt x="2363216" y="25526"/>
                  </a:lnTo>
                  <a:lnTo>
                    <a:pt x="2281936" y="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71644" y="3098292"/>
              <a:ext cx="2504567" cy="93925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8541" y="3252978"/>
              <a:ext cx="1871472" cy="30784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098541" y="3252978"/>
              <a:ext cx="1871980" cy="307975"/>
            </a:xfrm>
            <a:custGeom>
              <a:avLst/>
              <a:gdLst/>
              <a:ahLst/>
              <a:cxnLst/>
              <a:rect l="l" t="t" r="r" b="b"/>
              <a:pathLst>
                <a:path w="1871979" h="307975">
                  <a:moveTo>
                    <a:pt x="0" y="153924"/>
                  </a:moveTo>
                  <a:lnTo>
                    <a:pt x="76962" y="0"/>
                  </a:lnTo>
                  <a:lnTo>
                    <a:pt x="1794510" y="0"/>
                  </a:lnTo>
                  <a:lnTo>
                    <a:pt x="1871472" y="153924"/>
                  </a:lnTo>
                  <a:lnTo>
                    <a:pt x="1794510" y="307848"/>
                  </a:lnTo>
                  <a:lnTo>
                    <a:pt x="76962" y="307848"/>
                  </a:lnTo>
                  <a:lnTo>
                    <a:pt x="0" y="153924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590794" y="3261105"/>
            <a:ext cx="9175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Meta</a:t>
            </a:r>
            <a:r>
              <a:rPr sz="1600" b="1" spc="-130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35" dirty="0">
                <a:solidFill>
                  <a:srgbClr val="00C3FF"/>
                </a:solidFill>
                <a:latin typeface="Trebuchet MS"/>
                <a:cs typeface="Trebuchet MS"/>
              </a:rPr>
              <a:t>data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901951" y="3076955"/>
            <a:ext cx="2506345" cy="939800"/>
            <a:chOff x="1901951" y="3076955"/>
            <a:chExt cx="2506345" cy="93980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1951" y="3076955"/>
              <a:ext cx="2506091" cy="93925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28849" y="3231641"/>
              <a:ext cx="1872996" cy="30784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228849" y="3231641"/>
              <a:ext cx="1873250" cy="307975"/>
            </a:xfrm>
            <a:custGeom>
              <a:avLst/>
              <a:gdLst/>
              <a:ahLst/>
              <a:cxnLst/>
              <a:rect l="l" t="t" r="r" b="b"/>
              <a:pathLst>
                <a:path w="1873250" h="307975">
                  <a:moveTo>
                    <a:pt x="0" y="153924"/>
                  </a:moveTo>
                  <a:lnTo>
                    <a:pt x="76962" y="0"/>
                  </a:lnTo>
                  <a:lnTo>
                    <a:pt x="1796034" y="0"/>
                  </a:lnTo>
                  <a:lnTo>
                    <a:pt x="1872996" y="153924"/>
                  </a:lnTo>
                  <a:lnTo>
                    <a:pt x="1796034" y="307847"/>
                  </a:lnTo>
                  <a:lnTo>
                    <a:pt x="76962" y="307847"/>
                  </a:lnTo>
                  <a:lnTo>
                    <a:pt x="0" y="153924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706751" y="3231591"/>
            <a:ext cx="9175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00C3FF"/>
                </a:solidFill>
                <a:latin typeface="Trebuchet MS"/>
                <a:cs typeface="Trebuchet MS"/>
              </a:rPr>
              <a:t>Meta</a:t>
            </a:r>
            <a:r>
              <a:rPr sz="1600" b="1" spc="-90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35" dirty="0">
                <a:solidFill>
                  <a:srgbClr val="00C3FF"/>
                </a:solidFill>
                <a:latin typeface="Trebuchet MS"/>
                <a:cs typeface="Trebuchet MS"/>
              </a:rPr>
              <a:t>data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095244" y="2874264"/>
            <a:ext cx="3293110" cy="1563370"/>
            <a:chOff x="3095244" y="2874264"/>
            <a:chExt cx="3293110" cy="1563370"/>
          </a:xfrm>
        </p:grpSpPr>
        <p:sp>
          <p:nvSpPr>
            <p:cNvPr id="21" name="object 21"/>
            <p:cNvSpPr/>
            <p:nvPr/>
          </p:nvSpPr>
          <p:spPr>
            <a:xfrm>
              <a:off x="5653976" y="3910444"/>
              <a:ext cx="734695" cy="527685"/>
            </a:xfrm>
            <a:custGeom>
              <a:avLst/>
              <a:gdLst/>
              <a:ahLst/>
              <a:cxnLst/>
              <a:rect l="l" t="t" r="r" b="b"/>
              <a:pathLst>
                <a:path w="734695" h="527685">
                  <a:moveTo>
                    <a:pt x="658863" y="112953"/>
                  </a:moveTo>
                  <a:lnTo>
                    <a:pt x="655891" y="98336"/>
                  </a:lnTo>
                  <a:lnTo>
                    <a:pt x="647801" y="86360"/>
                  </a:lnTo>
                  <a:lnTo>
                    <a:pt x="635825" y="78270"/>
                  </a:lnTo>
                  <a:lnTo>
                    <a:pt x="621207" y="75298"/>
                  </a:lnTo>
                  <a:lnTo>
                    <a:pt x="338836" y="75298"/>
                  </a:lnTo>
                  <a:lnTo>
                    <a:pt x="228714" y="2819"/>
                  </a:lnTo>
                  <a:lnTo>
                    <a:pt x="222123" y="0"/>
                  </a:lnTo>
                  <a:lnTo>
                    <a:pt x="37642" y="0"/>
                  </a:lnTo>
                  <a:lnTo>
                    <a:pt x="23025" y="2971"/>
                  </a:lnTo>
                  <a:lnTo>
                    <a:pt x="11049" y="11061"/>
                  </a:lnTo>
                  <a:lnTo>
                    <a:pt x="2971" y="23037"/>
                  </a:lnTo>
                  <a:lnTo>
                    <a:pt x="0" y="37655"/>
                  </a:lnTo>
                  <a:lnTo>
                    <a:pt x="0" y="498868"/>
                  </a:lnTo>
                  <a:lnTo>
                    <a:pt x="121412" y="204254"/>
                  </a:lnTo>
                  <a:lnTo>
                    <a:pt x="132372" y="186220"/>
                  </a:lnTo>
                  <a:lnTo>
                    <a:pt x="147650" y="172250"/>
                  </a:lnTo>
                  <a:lnTo>
                    <a:pt x="166281" y="163220"/>
                  </a:lnTo>
                  <a:lnTo>
                    <a:pt x="187299" y="160020"/>
                  </a:lnTo>
                  <a:lnTo>
                    <a:pt x="658863" y="160020"/>
                  </a:lnTo>
                  <a:lnTo>
                    <a:pt x="658863" y="112953"/>
                  </a:lnTo>
                  <a:close/>
                </a:path>
                <a:path w="734695" h="527685">
                  <a:moveTo>
                    <a:pt x="734161" y="235318"/>
                  </a:moveTo>
                  <a:lnTo>
                    <a:pt x="731647" y="221361"/>
                  </a:lnTo>
                  <a:lnTo>
                    <a:pt x="724750" y="209981"/>
                  </a:lnTo>
                  <a:lnTo>
                    <a:pt x="724636" y="209791"/>
                  </a:lnTo>
                  <a:lnTo>
                    <a:pt x="713905" y="201561"/>
                  </a:lnTo>
                  <a:lnTo>
                    <a:pt x="700278" y="197662"/>
                  </a:lnTo>
                  <a:lnTo>
                    <a:pt x="187299" y="197662"/>
                  </a:lnTo>
                  <a:lnTo>
                    <a:pt x="155295" y="218376"/>
                  </a:lnTo>
                  <a:lnTo>
                    <a:pt x="28232" y="527113"/>
                  </a:lnTo>
                  <a:lnTo>
                    <a:pt x="602386" y="527113"/>
                  </a:lnTo>
                  <a:lnTo>
                    <a:pt x="730389" y="252260"/>
                  </a:lnTo>
                  <a:lnTo>
                    <a:pt x="733221" y="246608"/>
                  </a:lnTo>
                  <a:lnTo>
                    <a:pt x="734161" y="240969"/>
                  </a:lnTo>
                  <a:lnTo>
                    <a:pt x="734161" y="235318"/>
                  </a:lnTo>
                  <a:close/>
                </a:path>
              </a:pathLst>
            </a:custGeom>
            <a:solidFill>
              <a:srgbClr val="006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95244" y="2874263"/>
              <a:ext cx="2962910" cy="1152525"/>
            </a:xfrm>
            <a:custGeom>
              <a:avLst/>
              <a:gdLst/>
              <a:ahLst/>
              <a:cxnLst/>
              <a:rect l="l" t="t" r="r" b="b"/>
              <a:pathLst>
                <a:path w="2962910" h="1152525">
                  <a:moveTo>
                    <a:pt x="76200" y="76200"/>
                  </a:move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335280"/>
                  </a:lnTo>
                  <a:lnTo>
                    <a:pt x="44450" y="335280"/>
                  </a:lnTo>
                  <a:lnTo>
                    <a:pt x="44450" y="76200"/>
                  </a:lnTo>
                  <a:lnTo>
                    <a:pt x="76200" y="76200"/>
                  </a:lnTo>
                  <a:close/>
                </a:path>
                <a:path w="2962910" h="1152525">
                  <a:moveTo>
                    <a:pt x="2469007" y="1139710"/>
                  </a:moveTo>
                  <a:lnTo>
                    <a:pt x="125006" y="770572"/>
                  </a:lnTo>
                  <a:lnTo>
                    <a:pt x="125310" y="768604"/>
                  </a:lnTo>
                  <a:lnTo>
                    <a:pt x="129921" y="739267"/>
                  </a:lnTo>
                  <a:lnTo>
                    <a:pt x="48768" y="765048"/>
                  </a:lnTo>
                  <a:lnTo>
                    <a:pt x="118110" y="814578"/>
                  </a:lnTo>
                  <a:lnTo>
                    <a:pt x="123037" y="783158"/>
                  </a:lnTo>
                  <a:lnTo>
                    <a:pt x="2466975" y="1152258"/>
                  </a:lnTo>
                  <a:lnTo>
                    <a:pt x="2469007" y="1139710"/>
                  </a:lnTo>
                  <a:close/>
                </a:path>
                <a:path w="2962910" h="1152525">
                  <a:moveTo>
                    <a:pt x="2962656" y="76200"/>
                  </a:moveTo>
                  <a:lnTo>
                    <a:pt x="2956306" y="63500"/>
                  </a:lnTo>
                  <a:lnTo>
                    <a:pt x="2924556" y="0"/>
                  </a:lnTo>
                  <a:lnTo>
                    <a:pt x="2886456" y="76200"/>
                  </a:lnTo>
                  <a:lnTo>
                    <a:pt x="2918206" y="76200"/>
                  </a:lnTo>
                  <a:lnTo>
                    <a:pt x="2918206" y="335280"/>
                  </a:lnTo>
                  <a:lnTo>
                    <a:pt x="2930906" y="335280"/>
                  </a:lnTo>
                  <a:lnTo>
                    <a:pt x="2930906" y="76200"/>
                  </a:lnTo>
                  <a:lnTo>
                    <a:pt x="2962656" y="762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43755" y="3269018"/>
              <a:ext cx="955548" cy="31847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91000" y="3296412"/>
              <a:ext cx="865632" cy="2286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191000" y="3296412"/>
              <a:ext cx="866140" cy="228600"/>
            </a:xfrm>
            <a:custGeom>
              <a:avLst/>
              <a:gdLst/>
              <a:ahLst/>
              <a:cxnLst/>
              <a:rect l="l" t="t" r="r" b="b"/>
              <a:pathLst>
                <a:path w="866139" h="228600">
                  <a:moveTo>
                    <a:pt x="0" y="114300"/>
                  </a:moveTo>
                  <a:lnTo>
                    <a:pt x="114300" y="0"/>
                  </a:lnTo>
                  <a:lnTo>
                    <a:pt x="114300" y="57150"/>
                  </a:lnTo>
                  <a:lnTo>
                    <a:pt x="751332" y="57150"/>
                  </a:lnTo>
                  <a:lnTo>
                    <a:pt x="751332" y="0"/>
                  </a:lnTo>
                  <a:lnTo>
                    <a:pt x="865632" y="114300"/>
                  </a:lnTo>
                  <a:lnTo>
                    <a:pt x="751332" y="228600"/>
                  </a:lnTo>
                  <a:lnTo>
                    <a:pt x="751332" y="171450"/>
                  </a:lnTo>
                  <a:lnTo>
                    <a:pt x="114300" y="171450"/>
                  </a:lnTo>
                  <a:lnTo>
                    <a:pt x="114300" y="228600"/>
                  </a:lnTo>
                  <a:lnTo>
                    <a:pt x="0" y="114300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417821" y="3056001"/>
            <a:ext cx="4489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Swap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912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Swapping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9800" y="1656588"/>
            <a:ext cx="4953000" cy="1010919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1003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0"/>
              </a:spcBef>
            </a:pPr>
            <a:endParaRPr sz="1400">
              <a:latin typeface="Times New Roman"/>
              <a:cs typeface="Times New Roman"/>
            </a:endParaRPr>
          </a:p>
          <a:p>
            <a:pPr marL="745490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ALTER</a:t>
            </a:r>
            <a:r>
              <a:rPr sz="1400" spc="-6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TABLE</a:t>
            </a:r>
            <a:r>
              <a:rPr sz="1400" spc="-50" dirty="0">
                <a:latin typeface="Courier New"/>
                <a:cs typeface="Courier New"/>
              </a:rPr>
              <a:t> </a:t>
            </a:r>
            <a:r>
              <a:rPr sz="1400" i="1" dirty="0">
                <a:solidFill>
                  <a:srgbClr val="009999"/>
                </a:solidFill>
                <a:latin typeface="Courier New"/>
                <a:cs typeface="Courier New"/>
              </a:rPr>
              <a:t>&lt;table_name&gt;</a:t>
            </a:r>
            <a:r>
              <a:rPr sz="1400" i="1" spc="-70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latin typeface="Courier New"/>
                <a:cs typeface="Courier New"/>
              </a:rPr>
              <a:t>...</a:t>
            </a:r>
            <a:endParaRPr sz="1400">
              <a:latin typeface="Courier New"/>
              <a:cs typeface="Courier New"/>
            </a:endParaRPr>
          </a:p>
          <a:p>
            <a:pPr marL="72390" algn="ctr">
              <a:lnSpc>
                <a:spcPct val="100000"/>
              </a:lnSpc>
              <a:tabLst>
                <a:tab pos="1242695" algn="l"/>
              </a:tabLst>
            </a:pPr>
            <a:r>
              <a:rPr sz="1400" dirty="0">
                <a:latin typeface="Courier New"/>
                <a:cs typeface="Courier New"/>
              </a:rPr>
              <a:t>SWAP</a:t>
            </a:r>
            <a:r>
              <a:rPr sz="1400" spc="-50" dirty="0">
                <a:latin typeface="Courier New"/>
                <a:cs typeface="Courier New"/>
              </a:rPr>
              <a:t> </a:t>
            </a:r>
            <a:r>
              <a:rPr sz="1400" spc="-20" dirty="0">
                <a:latin typeface="Courier New"/>
                <a:cs typeface="Courier New"/>
              </a:rPr>
              <a:t>WITH</a:t>
            </a:r>
            <a:r>
              <a:rPr sz="1400" dirty="0">
                <a:latin typeface="Courier New"/>
                <a:cs typeface="Courier New"/>
              </a:rPr>
              <a:t>	</a:t>
            </a:r>
            <a:r>
              <a:rPr sz="1400" i="1" spc="-10" dirty="0">
                <a:solidFill>
                  <a:srgbClr val="009999"/>
                </a:solidFill>
                <a:latin typeface="Courier New"/>
                <a:cs typeface="Courier New"/>
              </a:rPr>
              <a:t>&lt;target_table_name&gt;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4912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Swapping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9800" y="1656588"/>
            <a:ext cx="4953000" cy="1010919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1003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0"/>
              </a:spcBef>
            </a:pPr>
            <a:endParaRPr sz="1400">
              <a:latin typeface="Times New Roman"/>
              <a:cs typeface="Times New Roman"/>
            </a:endParaRPr>
          </a:p>
          <a:p>
            <a:pPr marR="261620" algn="ctr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ALTER</a:t>
            </a:r>
            <a:r>
              <a:rPr sz="1400" spc="-6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SCHEMA</a:t>
            </a:r>
            <a:r>
              <a:rPr sz="1400" spc="-60" dirty="0">
                <a:latin typeface="Courier New"/>
                <a:cs typeface="Courier New"/>
              </a:rPr>
              <a:t> </a:t>
            </a:r>
            <a:r>
              <a:rPr sz="1400" i="1" dirty="0">
                <a:solidFill>
                  <a:srgbClr val="009999"/>
                </a:solidFill>
                <a:latin typeface="Courier New"/>
                <a:cs typeface="Courier New"/>
              </a:rPr>
              <a:t>&lt;schema_name&gt;</a:t>
            </a:r>
            <a:r>
              <a:rPr sz="1400" i="1" spc="-70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latin typeface="Courier New"/>
                <a:cs typeface="Courier New"/>
              </a:rPr>
              <a:t>...</a:t>
            </a:r>
            <a:endParaRPr sz="1400">
              <a:latin typeface="Courier New"/>
              <a:cs typeface="Courier New"/>
            </a:endParaRPr>
          </a:p>
          <a:p>
            <a:pPr marL="179070" algn="ctr">
              <a:lnSpc>
                <a:spcPct val="100000"/>
              </a:lnSpc>
              <a:tabLst>
                <a:tab pos="1349375" algn="l"/>
              </a:tabLst>
            </a:pPr>
            <a:r>
              <a:rPr sz="1400" dirty="0">
                <a:latin typeface="Courier New"/>
                <a:cs typeface="Courier New"/>
              </a:rPr>
              <a:t>SWAP</a:t>
            </a:r>
            <a:r>
              <a:rPr sz="1400" spc="-50" dirty="0">
                <a:latin typeface="Courier New"/>
                <a:cs typeface="Courier New"/>
              </a:rPr>
              <a:t> </a:t>
            </a:r>
            <a:r>
              <a:rPr sz="1400" spc="-20" dirty="0">
                <a:latin typeface="Courier New"/>
                <a:cs typeface="Courier New"/>
              </a:rPr>
              <a:t>WITH</a:t>
            </a:r>
            <a:r>
              <a:rPr sz="1400" dirty="0">
                <a:latin typeface="Courier New"/>
                <a:cs typeface="Courier New"/>
              </a:rPr>
              <a:t>	</a:t>
            </a:r>
            <a:r>
              <a:rPr sz="1400" i="1" spc="-10" dirty="0">
                <a:solidFill>
                  <a:srgbClr val="009999"/>
                </a:solidFill>
                <a:latin typeface="Courier New"/>
                <a:cs typeface="Courier New"/>
              </a:rPr>
              <a:t>&lt;target_schema_name&gt;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77950">
              <a:lnSpc>
                <a:spcPct val="100000"/>
              </a:lnSpc>
              <a:spcBef>
                <a:spcPts val="105"/>
              </a:spcBef>
            </a:pPr>
            <a:r>
              <a:rPr dirty="0"/>
              <a:t>Swaping</a:t>
            </a:r>
            <a:r>
              <a:rPr spc="-40" dirty="0"/>
              <a:t> </a:t>
            </a:r>
            <a:r>
              <a:rPr spc="-10" dirty="0"/>
              <a:t>Tables</a:t>
            </a:r>
          </a:p>
        </p:txBody>
      </p:sp>
      <p:sp>
        <p:nvSpPr>
          <p:cNvPr id="3" name="object 3"/>
          <p:cNvSpPr/>
          <p:nvPr/>
        </p:nvSpPr>
        <p:spPr>
          <a:xfrm>
            <a:off x="2453576" y="2842120"/>
            <a:ext cx="734695" cy="527685"/>
          </a:xfrm>
          <a:custGeom>
            <a:avLst/>
            <a:gdLst/>
            <a:ahLst/>
            <a:cxnLst/>
            <a:rect l="l" t="t" r="r" b="b"/>
            <a:pathLst>
              <a:path w="734694" h="527685">
                <a:moveTo>
                  <a:pt x="658863" y="112953"/>
                </a:moveTo>
                <a:lnTo>
                  <a:pt x="655891" y="98336"/>
                </a:lnTo>
                <a:lnTo>
                  <a:pt x="647801" y="86360"/>
                </a:lnTo>
                <a:lnTo>
                  <a:pt x="635825" y="78270"/>
                </a:lnTo>
                <a:lnTo>
                  <a:pt x="621207" y="75298"/>
                </a:lnTo>
                <a:lnTo>
                  <a:pt x="338836" y="75298"/>
                </a:lnTo>
                <a:lnTo>
                  <a:pt x="228714" y="2819"/>
                </a:lnTo>
                <a:lnTo>
                  <a:pt x="222123" y="0"/>
                </a:lnTo>
                <a:lnTo>
                  <a:pt x="37642" y="0"/>
                </a:lnTo>
                <a:lnTo>
                  <a:pt x="23025" y="2971"/>
                </a:lnTo>
                <a:lnTo>
                  <a:pt x="11049" y="11061"/>
                </a:lnTo>
                <a:lnTo>
                  <a:pt x="2971" y="23037"/>
                </a:lnTo>
                <a:lnTo>
                  <a:pt x="0" y="37655"/>
                </a:lnTo>
                <a:lnTo>
                  <a:pt x="0" y="498868"/>
                </a:lnTo>
                <a:lnTo>
                  <a:pt x="121412" y="204254"/>
                </a:lnTo>
                <a:lnTo>
                  <a:pt x="132372" y="186220"/>
                </a:lnTo>
                <a:lnTo>
                  <a:pt x="147650" y="172250"/>
                </a:lnTo>
                <a:lnTo>
                  <a:pt x="166281" y="163220"/>
                </a:lnTo>
                <a:lnTo>
                  <a:pt x="187299" y="160020"/>
                </a:lnTo>
                <a:lnTo>
                  <a:pt x="658863" y="160020"/>
                </a:lnTo>
                <a:lnTo>
                  <a:pt x="658863" y="112953"/>
                </a:lnTo>
                <a:close/>
              </a:path>
              <a:path w="734694" h="527685">
                <a:moveTo>
                  <a:pt x="734161" y="235318"/>
                </a:moveTo>
                <a:lnTo>
                  <a:pt x="731647" y="221361"/>
                </a:lnTo>
                <a:lnTo>
                  <a:pt x="724750" y="209981"/>
                </a:lnTo>
                <a:lnTo>
                  <a:pt x="724636" y="209791"/>
                </a:lnTo>
                <a:lnTo>
                  <a:pt x="713905" y="201561"/>
                </a:lnTo>
                <a:lnTo>
                  <a:pt x="700278" y="197662"/>
                </a:lnTo>
                <a:lnTo>
                  <a:pt x="187299" y="197662"/>
                </a:lnTo>
                <a:lnTo>
                  <a:pt x="155295" y="218376"/>
                </a:lnTo>
                <a:lnTo>
                  <a:pt x="28232" y="527113"/>
                </a:lnTo>
                <a:lnTo>
                  <a:pt x="602386" y="527113"/>
                </a:lnTo>
                <a:lnTo>
                  <a:pt x="730389" y="252260"/>
                </a:lnTo>
                <a:lnTo>
                  <a:pt x="733221" y="246608"/>
                </a:lnTo>
                <a:lnTo>
                  <a:pt x="734161" y="240969"/>
                </a:lnTo>
                <a:lnTo>
                  <a:pt x="734161" y="235318"/>
                </a:lnTo>
                <a:close/>
              </a:path>
            </a:pathLst>
          </a:custGeom>
          <a:solidFill>
            <a:srgbClr val="006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478500" y="1992261"/>
            <a:ext cx="628015" cy="703580"/>
          </a:xfrm>
          <a:custGeom>
            <a:avLst/>
            <a:gdLst/>
            <a:ahLst/>
            <a:cxnLst/>
            <a:rect l="l" t="t" r="r" b="b"/>
            <a:pathLst>
              <a:path w="628014" h="703580">
                <a:moveTo>
                  <a:pt x="235305" y="477354"/>
                </a:moveTo>
                <a:lnTo>
                  <a:pt x="203936" y="477354"/>
                </a:lnTo>
                <a:lnTo>
                  <a:pt x="203936" y="627951"/>
                </a:lnTo>
                <a:lnTo>
                  <a:pt x="235305" y="627951"/>
                </a:lnTo>
                <a:lnTo>
                  <a:pt x="235305" y="477354"/>
                </a:lnTo>
                <a:close/>
              </a:path>
              <a:path w="628014" h="703580">
                <a:moveTo>
                  <a:pt x="235305" y="75755"/>
                </a:moveTo>
                <a:lnTo>
                  <a:pt x="203936" y="75755"/>
                </a:lnTo>
                <a:lnTo>
                  <a:pt x="203936" y="226352"/>
                </a:lnTo>
                <a:lnTo>
                  <a:pt x="235305" y="226352"/>
                </a:lnTo>
                <a:lnTo>
                  <a:pt x="235305" y="75755"/>
                </a:lnTo>
                <a:close/>
              </a:path>
              <a:path w="628014" h="703580">
                <a:moveTo>
                  <a:pt x="423557" y="477354"/>
                </a:moveTo>
                <a:lnTo>
                  <a:pt x="392176" y="477354"/>
                </a:lnTo>
                <a:lnTo>
                  <a:pt x="392176" y="627951"/>
                </a:lnTo>
                <a:lnTo>
                  <a:pt x="423557" y="627951"/>
                </a:lnTo>
                <a:lnTo>
                  <a:pt x="423557" y="477354"/>
                </a:lnTo>
                <a:close/>
              </a:path>
              <a:path w="628014" h="703580">
                <a:moveTo>
                  <a:pt x="423557" y="75755"/>
                </a:moveTo>
                <a:lnTo>
                  <a:pt x="392176" y="75755"/>
                </a:lnTo>
                <a:lnTo>
                  <a:pt x="392176" y="226352"/>
                </a:lnTo>
                <a:lnTo>
                  <a:pt x="423557" y="226352"/>
                </a:lnTo>
                <a:lnTo>
                  <a:pt x="423557" y="75755"/>
                </a:lnTo>
                <a:close/>
              </a:path>
              <a:path w="628014" h="703580">
                <a:moveTo>
                  <a:pt x="627481" y="477354"/>
                </a:moveTo>
                <a:lnTo>
                  <a:pt x="580428" y="477354"/>
                </a:lnTo>
                <a:lnTo>
                  <a:pt x="580428" y="627951"/>
                </a:lnTo>
                <a:lnTo>
                  <a:pt x="627481" y="627951"/>
                </a:lnTo>
                <a:lnTo>
                  <a:pt x="627481" y="477354"/>
                </a:lnTo>
                <a:close/>
              </a:path>
              <a:path w="628014" h="703580">
                <a:moveTo>
                  <a:pt x="627481" y="75755"/>
                </a:moveTo>
                <a:lnTo>
                  <a:pt x="580428" y="75755"/>
                </a:lnTo>
                <a:lnTo>
                  <a:pt x="580428" y="226352"/>
                </a:lnTo>
                <a:lnTo>
                  <a:pt x="627481" y="226352"/>
                </a:lnTo>
                <a:lnTo>
                  <a:pt x="627481" y="75755"/>
                </a:lnTo>
                <a:close/>
              </a:path>
              <a:path w="628014" h="703580">
                <a:moveTo>
                  <a:pt x="627481" y="0"/>
                </a:moveTo>
                <a:lnTo>
                  <a:pt x="0" y="0"/>
                </a:lnTo>
                <a:lnTo>
                  <a:pt x="0" y="75031"/>
                </a:lnTo>
                <a:lnTo>
                  <a:pt x="0" y="226644"/>
                </a:lnTo>
                <a:lnTo>
                  <a:pt x="0" y="703389"/>
                </a:lnTo>
                <a:lnTo>
                  <a:pt x="627481" y="703389"/>
                </a:lnTo>
                <a:lnTo>
                  <a:pt x="627481" y="628357"/>
                </a:lnTo>
                <a:lnTo>
                  <a:pt x="47053" y="628357"/>
                </a:lnTo>
                <a:lnTo>
                  <a:pt x="47053" y="476745"/>
                </a:lnTo>
                <a:lnTo>
                  <a:pt x="627481" y="476745"/>
                </a:lnTo>
                <a:lnTo>
                  <a:pt x="627481" y="427151"/>
                </a:lnTo>
                <a:lnTo>
                  <a:pt x="627481" y="426720"/>
                </a:lnTo>
                <a:lnTo>
                  <a:pt x="627481" y="276669"/>
                </a:lnTo>
                <a:lnTo>
                  <a:pt x="627481" y="226644"/>
                </a:lnTo>
                <a:lnTo>
                  <a:pt x="580428" y="226644"/>
                </a:lnTo>
                <a:lnTo>
                  <a:pt x="580428" y="276669"/>
                </a:lnTo>
                <a:lnTo>
                  <a:pt x="580428" y="426720"/>
                </a:lnTo>
                <a:lnTo>
                  <a:pt x="423557" y="426720"/>
                </a:lnTo>
                <a:lnTo>
                  <a:pt x="423557" y="276669"/>
                </a:lnTo>
                <a:lnTo>
                  <a:pt x="580428" y="276669"/>
                </a:lnTo>
                <a:lnTo>
                  <a:pt x="580428" y="226644"/>
                </a:lnTo>
                <a:lnTo>
                  <a:pt x="392176" y="226644"/>
                </a:lnTo>
                <a:lnTo>
                  <a:pt x="392176" y="276669"/>
                </a:lnTo>
                <a:lnTo>
                  <a:pt x="392176" y="426720"/>
                </a:lnTo>
                <a:lnTo>
                  <a:pt x="235305" y="426720"/>
                </a:lnTo>
                <a:lnTo>
                  <a:pt x="235305" y="276669"/>
                </a:lnTo>
                <a:lnTo>
                  <a:pt x="392176" y="276669"/>
                </a:lnTo>
                <a:lnTo>
                  <a:pt x="392176" y="226644"/>
                </a:lnTo>
                <a:lnTo>
                  <a:pt x="203936" y="226644"/>
                </a:lnTo>
                <a:lnTo>
                  <a:pt x="203936" y="276669"/>
                </a:lnTo>
                <a:lnTo>
                  <a:pt x="203936" y="426720"/>
                </a:lnTo>
                <a:lnTo>
                  <a:pt x="47053" y="426720"/>
                </a:lnTo>
                <a:lnTo>
                  <a:pt x="47053" y="276669"/>
                </a:lnTo>
                <a:lnTo>
                  <a:pt x="203936" y="276669"/>
                </a:lnTo>
                <a:lnTo>
                  <a:pt x="203936" y="226644"/>
                </a:lnTo>
                <a:lnTo>
                  <a:pt x="47053" y="226644"/>
                </a:lnTo>
                <a:lnTo>
                  <a:pt x="47053" y="75031"/>
                </a:lnTo>
                <a:lnTo>
                  <a:pt x="627481" y="75031"/>
                </a:lnTo>
                <a:lnTo>
                  <a:pt x="627481" y="0"/>
                </a:lnTo>
                <a:close/>
              </a:path>
            </a:pathLst>
          </a:custGeom>
          <a:solidFill>
            <a:srgbClr val="006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50640" y="2333117"/>
            <a:ext cx="2059939" cy="777240"/>
          </a:xfrm>
          <a:custGeom>
            <a:avLst/>
            <a:gdLst/>
            <a:ahLst/>
            <a:cxnLst/>
            <a:rect l="l" t="t" r="r" b="b"/>
            <a:pathLst>
              <a:path w="2059939" h="777239">
                <a:moveTo>
                  <a:pt x="1985918" y="29814"/>
                </a:moveTo>
                <a:lnTo>
                  <a:pt x="0" y="765428"/>
                </a:lnTo>
                <a:lnTo>
                  <a:pt x="4318" y="777239"/>
                </a:lnTo>
                <a:lnTo>
                  <a:pt x="1990335" y="41715"/>
                </a:lnTo>
                <a:lnTo>
                  <a:pt x="1985918" y="29814"/>
                </a:lnTo>
                <a:close/>
              </a:path>
              <a:path w="2059939" h="777239">
                <a:moveTo>
                  <a:pt x="2044483" y="25400"/>
                </a:moveTo>
                <a:lnTo>
                  <a:pt x="1997837" y="25400"/>
                </a:lnTo>
                <a:lnTo>
                  <a:pt x="2002155" y="37337"/>
                </a:lnTo>
                <a:lnTo>
                  <a:pt x="1990335" y="41715"/>
                </a:lnTo>
                <a:lnTo>
                  <a:pt x="2001393" y="71500"/>
                </a:lnTo>
                <a:lnTo>
                  <a:pt x="2044483" y="25400"/>
                </a:lnTo>
                <a:close/>
              </a:path>
              <a:path w="2059939" h="777239">
                <a:moveTo>
                  <a:pt x="1997837" y="25400"/>
                </a:moveTo>
                <a:lnTo>
                  <a:pt x="1985918" y="29814"/>
                </a:lnTo>
                <a:lnTo>
                  <a:pt x="1990335" y="41715"/>
                </a:lnTo>
                <a:lnTo>
                  <a:pt x="2002155" y="37337"/>
                </a:lnTo>
                <a:lnTo>
                  <a:pt x="1997837" y="25400"/>
                </a:lnTo>
                <a:close/>
              </a:path>
              <a:path w="2059939" h="777239">
                <a:moveTo>
                  <a:pt x="1974850" y="0"/>
                </a:moveTo>
                <a:lnTo>
                  <a:pt x="1985918" y="29814"/>
                </a:lnTo>
                <a:lnTo>
                  <a:pt x="1997837" y="25400"/>
                </a:lnTo>
                <a:lnTo>
                  <a:pt x="2044483" y="25400"/>
                </a:lnTo>
                <a:lnTo>
                  <a:pt x="2059559" y="9270"/>
                </a:lnTo>
                <a:lnTo>
                  <a:pt x="1974850" y="0"/>
                </a:lnTo>
                <a:close/>
              </a:path>
            </a:pathLst>
          </a:custGeom>
          <a:solidFill>
            <a:srgbClr val="00C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478504" y="3364908"/>
          <a:ext cx="581024" cy="628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2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6EBE"/>
                      </a:solidFill>
                      <a:prstDash val="solid"/>
                    </a:lnL>
                    <a:lnR w="38100">
                      <a:solidFill>
                        <a:srgbClr val="006EBE"/>
                      </a:solidFill>
                      <a:prstDash val="solid"/>
                    </a:lnR>
                    <a:lnT w="76200">
                      <a:solidFill>
                        <a:srgbClr val="006EBE"/>
                      </a:solidFill>
                      <a:prstDash val="solid"/>
                    </a:lnT>
                    <a:lnB w="57150">
                      <a:solidFill>
                        <a:srgbClr val="006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6EBE"/>
                      </a:solidFill>
                      <a:prstDash val="solid"/>
                    </a:lnL>
                    <a:lnR w="38100">
                      <a:solidFill>
                        <a:srgbClr val="006EBE"/>
                      </a:solidFill>
                      <a:prstDash val="solid"/>
                    </a:lnR>
                    <a:lnT w="76200">
                      <a:solidFill>
                        <a:srgbClr val="006EBE"/>
                      </a:solidFill>
                      <a:prstDash val="solid"/>
                    </a:lnT>
                    <a:lnB w="57150">
                      <a:solidFill>
                        <a:srgbClr val="006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6EBE"/>
                      </a:solidFill>
                      <a:prstDash val="solid"/>
                    </a:lnL>
                    <a:lnR w="57150">
                      <a:solidFill>
                        <a:srgbClr val="006EBE"/>
                      </a:solidFill>
                      <a:prstDash val="solid"/>
                    </a:lnR>
                    <a:lnT w="76200">
                      <a:solidFill>
                        <a:srgbClr val="006EBE"/>
                      </a:solidFill>
                      <a:prstDash val="solid"/>
                    </a:lnT>
                    <a:lnB w="57150">
                      <a:solidFill>
                        <a:srgbClr val="006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6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6EBE"/>
                      </a:solidFill>
                      <a:prstDash val="solid"/>
                    </a:lnL>
                    <a:lnR w="38100">
                      <a:solidFill>
                        <a:srgbClr val="006EBE"/>
                      </a:solidFill>
                      <a:prstDash val="solid"/>
                    </a:lnR>
                    <a:lnT w="57150">
                      <a:solidFill>
                        <a:srgbClr val="006EBE"/>
                      </a:solidFill>
                      <a:prstDash val="solid"/>
                    </a:lnT>
                    <a:lnB w="57150">
                      <a:solidFill>
                        <a:srgbClr val="006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6EBE"/>
                      </a:solidFill>
                      <a:prstDash val="solid"/>
                    </a:lnL>
                    <a:lnR w="38100">
                      <a:solidFill>
                        <a:srgbClr val="006EBE"/>
                      </a:solidFill>
                      <a:prstDash val="solid"/>
                    </a:lnR>
                    <a:lnT w="57150">
                      <a:solidFill>
                        <a:srgbClr val="006EBE"/>
                      </a:solidFill>
                      <a:prstDash val="solid"/>
                    </a:lnT>
                    <a:lnB w="57150">
                      <a:solidFill>
                        <a:srgbClr val="006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6EBE"/>
                      </a:solidFill>
                      <a:prstDash val="solid"/>
                    </a:lnL>
                    <a:lnR w="57150">
                      <a:solidFill>
                        <a:srgbClr val="006EBE"/>
                      </a:solidFill>
                      <a:prstDash val="solid"/>
                    </a:lnR>
                    <a:lnT w="57150">
                      <a:solidFill>
                        <a:srgbClr val="006EBE"/>
                      </a:solidFill>
                      <a:prstDash val="solid"/>
                    </a:lnT>
                    <a:lnB w="57150">
                      <a:solidFill>
                        <a:srgbClr val="006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006EBE"/>
                      </a:solidFill>
                      <a:prstDash val="solid"/>
                    </a:lnL>
                    <a:lnR w="38100">
                      <a:solidFill>
                        <a:srgbClr val="006EBE"/>
                      </a:solidFill>
                      <a:prstDash val="solid"/>
                    </a:lnR>
                    <a:lnT w="57150">
                      <a:solidFill>
                        <a:srgbClr val="006EBE"/>
                      </a:solidFill>
                      <a:prstDash val="solid"/>
                    </a:lnT>
                    <a:lnB w="76200">
                      <a:solidFill>
                        <a:srgbClr val="006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6EBE"/>
                      </a:solidFill>
                      <a:prstDash val="solid"/>
                    </a:lnL>
                    <a:lnR w="38100">
                      <a:solidFill>
                        <a:srgbClr val="006EBE"/>
                      </a:solidFill>
                      <a:prstDash val="solid"/>
                    </a:lnR>
                    <a:lnT w="57150">
                      <a:solidFill>
                        <a:srgbClr val="006EBE"/>
                      </a:solidFill>
                      <a:prstDash val="solid"/>
                    </a:lnT>
                    <a:lnB w="76200">
                      <a:solidFill>
                        <a:srgbClr val="006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6EBE"/>
                      </a:solidFill>
                      <a:prstDash val="solid"/>
                    </a:lnL>
                    <a:lnR w="57150">
                      <a:solidFill>
                        <a:srgbClr val="006EBE"/>
                      </a:solidFill>
                      <a:prstDash val="solid"/>
                    </a:lnR>
                    <a:lnT w="57150">
                      <a:solidFill>
                        <a:srgbClr val="006EBE"/>
                      </a:solidFill>
                      <a:prstDash val="solid"/>
                    </a:lnT>
                    <a:lnB w="76200">
                      <a:solidFill>
                        <a:srgbClr val="006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3351148" y="3168395"/>
            <a:ext cx="2059305" cy="563880"/>
          </a:xfrm>
          <a:custGeom>
            <a:avLst/>
            <a:gdLst/>
            <a:ahLst/>
            <a:cxnLst/>
            <a:rect l="l" t="t" r="r" b="b"/>
            <a:pathLst>
              <a:path w="2059304" h="563879">
                <a:moveTo>
                  <a:pt x="1983703" y="532698"/>
                </a:moveTo>
                <a:lnTo>
                  <a:pt x="1975612" y="563372"/>
                </a:lnTo>
                <a:lnTo>
                  <a:pt x="2059051" y="545846"/>
                </a:lnTo>
                <a:lnTo>
                  <a:pt x="2047755" y="535940"/>
                </a:lnTo>
                <a:lnTo>
                  <a:pt x="1996059" y="535940"/>
                </a:lnTo>
                <a:lnTo>
                  <a:pt x="1983703" y="532698"/>
                </a:lnTo>
                <a:close/>
              </a:path>
              <a:path w="2059304" h="563879">
                <a:moveTo>
                  <a:pt x="1986948" y="520397"/>
                </a:moveTo>
                <a:lnTo>
                  <a:pt x="1983703" y="532698"/>
                </a:lnTo>
                <a:lnTo>
                  <a:pt x="1996059" y="535940"/>
                </a:lnTo>
                <a:lnTo>
                  <a:pt x="1999234" y="523621"/>
                </a:lnTo>
                <a:lnTo>
                  <a:pt x="1986948" y="520397"/>
                </a:lnTo>
                <a:close/>
              </a:path>
              <a:path w="2059304" h="563879">
                <a:moveTo>
                  <a:pt x="1995042" y="489712"/>
                </a:moveTo>
                <a:lnTo>
                  <a:pt x="1986948" y="520397"/>
                </a:lnTo>
                <a:lnTo>
                  <a:pt x="1999234" y="523621"/>
                </a:lnTo>
                <a:lnTo>
                  <a:pt x="1996059" y="535940"/>
                </a:lnTo>
                <a:lnTo>
                  <a:pt x="2047755" y="535940"/>
                </a:lnTo>
                <a:lnTo>
                  <a:pt x="1995042" y="489712"/>
                </a:lnTo>
                <a:close/>
              </a:path>
              <a:path w="2059304" h="563879">
                <a:moveTo>
                  <a:pt x="3301" y="0"/>
                </a:moveTo>
                <a:lnTo>
                  <a:pt x="0" y="12192"/>
                </a:lnTo>
                <a:lnTo>
                  <a:pt x="1983703" y="532698"/>
                </a:lnTo>
                <a:lnTo>
                  <a:pt x="1986948" y="520397"/>
                </a:lnTo>
                <a:lnTo>
                  <a:pt x="3301" y="0"/>
                </a:lnTo>
                <a:close/>
              </a:path>
            </a:pathLst>
          </a:custGeom>
          <a:solidFill>
            <a:srgbClr val="00C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136394" y="1410340"/>
            <a:ext cx="4824095" cy="103695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600" b="1" spc="-100" dirty="0">
                <a:solidFill>
                  <a:srgbClr val="D9D9D9"/>
                </a:solidFill>
                <a:latin typeface="Trebuchet MS"/>
                <a:cs typeface="Trebuchet MS"/>
              </a:rPr>
              <a:t>Create</a:t>
            </a:r>
            <a:r>
              <a:rPr sz="16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70" dirty="0">
                <a:solidFill>
                  <a:srgbClr val="D9D9D9"/>
                </a:solidFill>
                <a:latin typeface="Trebuchet MS"/>
                <a:cs typeface="Trebuchet MS"/>
              </a:rPr>
              <a:t>copies</a:t>
            </a:r>
            <a:r>
              <a:rPr sz="16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45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6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50" dirty="0">
                <a:solidFill>
                  <a:srgbClr val="D9D9D9"/>
                </a:solidFill>
                <a:latin typeface="Trebuchet MS"/>
                <a:cs typeface="Trebuchet MS"/>
              </a:rPr>
              <a:t>a</a:t>
            </a:r>
            <a:r>
              <a:rPr sz="16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70" dirty="0">
                <a:solidFill>
                  <a:srgbClr val="D9D9D9"/>
                </a:solidFill>
                <a:latin typeface="Trebuchet MS"/>
                <a:cs typeface="Trebuchet MS"/>
              </a:rPr>
              <a:t>database,</a:t>
            </a:r>
            <a:r>
              <a:rPr sz="16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50" dirty="0">
                <a:solidFill>
                  <a:srgbClr val="D9D9D9"/>
                </a:solidFill>
                <a:latin typeface="Trebuchet MS"/>
                <a:cs typeface="Trebuchet MS"/>
              </a:rPr>
              <a:t>a</a:t>
            </a:r>
            <a:r>
              <a:rPr sz="16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60" dirty="0">
                <a:solidFill>
                  <a:srgbClr val="D9D9D9"/>
                </a:solidFill>
                <a:latin typeface="Trebuchet MS"/>
                <a:cs typeface="Trebuchet MS"/>
              </a:rPr>
              <a:t>schema</a:t>
            </a:r>
            <a:r>
              <a:rPr sz="16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85" dirty="0">
                <a:solidFill>
                  <a:srgbClr val="D9D9D9"/>
                </a:solidFill>
                <a:latin typeface="Trebuchet MS"/>
                <a:cs typeface="Trebuchet MS"/>
              </a:rPr>
              <a:t>or</a:t>
            </a:r>
            <a:r>
              <a:rPr sz="16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50" dirty="0">
                <a:solidFill>
                  <a:srgbClr val="D9D9D9"/>
                </a:solidFill>
                <a:latin typeface="Trebuchet MS"/>
                <a:cs typeface="Trebuchet MS"/>
              </a:rPr>
              <a:t>a</a:t>
            </a:r>
            <a:endParaRPr sz="16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b="1" spc="-10" dirty="0">
                <a:solidFill>
                  <a:srgbClr val="D9D9D9"/>
                </a:solidFill>
                <a:latin typeface="Trebuchet MS"/>
                <a:cs typeface="Trebuchet MS"/>
              </a:rPr>
              <a:t>table</a:t>
            </a:r>
            <a:endParaRPr sz="1600">
              <a:latin typeface="Trebuchet MS"/>
              <a:cs typeface="Trebuchet MS"/>
            </a:endParaRPr>
          </a:p>
          <a:p>
            <a:pPr marL="4203700">
              <a:lnSpc>
                <a:spcPct val="100000"/>
              </a:lnSpc>
              <a:spcBef>
                <a:spcPts val="525"/>
              </a:spcBef>
            </a:pP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Original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47205" y="3581146"/>
            <a:ext cx="4038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Copy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32175" y="4112767"/>
            <a:ext cx="17341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75" dirty="0">
                <a:solidFill>
                  <a:srgbClr val="D9D9D9"/>
                </a:solidFill>
                <a:latin typeface="Arial"/>
                <a:cs typeface="Arial"/>
              </a:rPr>
              <a:t>Meta </a:t>
            </a:r>
            <a:r>
              <a:rPr sz="1600" b="1" i="1" spc="-70" dirty="0">
                <a:solidFill>
                  <a:srgbClr val="D9D9D9"/>
                </a:solidFill>
                <a:latin typeface="Arial"/>
                <a:cs typeface="Arial"/>
              </a:rPr>
              <a:t>data</a:t>
            </a:r>
            <a:r>
              <a:rPr sz="1600" b="1" i="1" spc="-45" dirty="0">
                <a:solidFill>
                  <a:srgbClr val="D9D9D9"/>
                </a:solidFill>
                <a:latin typeface="Arial"/>
                <a:cs typeface="Arial"/>
              </a:rPr>
              <a:t> </a:t>
            </a:r>
            <a:r>
              <a:rPr sz="1600" b="1" i="1" spc="-110" dirty="0">
                <a:solidFill>
                  <a:srgbClr val="D9D9D9"/>
                </a:solidFill>
                <a:latin typeface="Arial"/>
                <a:cs typeface="Arial"/>
              </a:rPr>
              <a:t>operation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6215" y="2339086"/>
            <a:ext cx="21329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55" dirty="0"/>
              <a:t> </a:t>
            </a:r>
            <a:r>
              <a:rPr spc="-10" dirty="0"/>
              <a:t>Sharing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9639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55" dirty="0"/>
              <a:t> </a:t>
            </a:r>
            <a:r>
              <a:rPr spc="-10" dirty="0"/>
              <a:t>Sharing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46173" y="1410340"/>
            <a:ext cx="4777740" cy="3152775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327025" indent="-286385">
              <a:lnSpc>
                <a:spcPct val="100000"/>
              </a:lnSpc>
              <a:spcBef>
                <a:spcPts val="1055"/>
              </a:spcBef>
              <a:buClr>
                <a:srgbClr val="99D3FF"/>
              </a:buClr>
              <a:buFont typeface="Wingdings"/>
              <a:buChar char=""/>
              <a:tabLst>
                <a:tab pos="327025" algn="l"/>
              </a:tabLst>
            </a:pPr>
            <a:r>
              <a:rPr sz="1600" b="1" spc="-40" dirty="0">
                <a:solidFill>
                  <a:srgbClr val="D9D9D9"/>
                </a:solidFill>
                <a:latin typeface="Trebuchet MS"/>
                <a:cs typeface="Trebuchet MS"/>
              </a:rPr>
              <a:t>Usually</a:t>
            </a:r>
            <a:r>
              <a:rPr sz="16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40" dirty="0">
                <a:solidFill>
                  <a:srgbClr val="D9D9D9"/>
                </a:solidFill>
                <a:latin typeface="Trebuchet MS"/>
                <a:cs typeface="Trebuchet MS"/>
              </a:rPr>
              <a:t>this</a:t>
            </a:r>
            <a:r>
              <a:rPr sz="16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85" dirty="0">
                <a:solidFill>
                  <a:srgbClr val="D9D9D9"/>
                </a:solidFill>
                <a:latin typeface="Trebuchet MS"/>
                <a:cs typeface="Trebuchet MS"/>
              </a:rPr>
              <a:t>can</a:t>
            </a:r>
            <a:r>
              <a:rPr sz="1600" b="1" spc="-100" dirty="0">
                <a:solidFill>
                  <a:srgbClr val="D9D9D9"/>
                </a:solidFill>
                <a:latin typeface="Trebuchet MS"/>
                <a:cs typeface="Trebuchet MS"/>
              </a:rPr>
              <a:t> be</a:t>
            </a:r>
            <a:r>
              <a:rPr sz="16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30" dirty="0">
                <a:solidFill>
                  <a:srgbClr val="D9D9D9"/>
                </a:solidFill>
                <a:latin typeface="Trebuchet MS"/>
                <a:cs typeface="Trebuchet MS"/>
              </a:rPr>
              <a:t>also</a:t>
            </a:r>
            <a:r>
              <a:rPr sz="16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50" dirty="0">
                <a:solidFill>
                  <a:srgbClr val="D9D9D9"/>
                </a:solidFill>
                <a:latin typeface="Trebuchet MS"/>
                <a:cs typeface="Trebuchet MS"/>
              </a:rPr>
              <a:t>a</a:t>
            </a:r>
            <a:r>
              <a:rPr sz="16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85" dirty="0">
                <a:solidFill>
                  <a:srgbClr val="D9D9D9"/>
                </a:solidFill>
                <a:latin typeface="Trebuchet MS"/>
                <a:cs typeface="Trebuchet MS"/>
              </a:rPr>
              <a:t>rather</a:t>
            </a:r>
            <a:r>
              <a:rPr sz="16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D9D9D9"/>
                </a:solidFill>
                <a:latin typeface="Trebuchet MS"/>
                <a:cs typeface="Trebuchet MS"/>
              </a:rPr>
              <a:t>complicated</a:t>
            </a:r>
            <a:endParaRPr sz="1600">
              <a:latin typeface="Trebuchet MS"/>
              <a:cs typeface="Trebuchet MS"/>
            </a:endParaRPr>
          </a:p>
          <a:p>
            <a:pPr marL="327025">
              <a:lnSpc>
                <a:spcPct val="100000"/>
              </a:lnSpc>
              <a:spcBef>
                <a:spcPts val="960"/>
              </a:spcBef>
            </a:pPr>
            <a:r>
              <a:rPr sz="1600" b="1" spc="-10" dirty="0">
                <a:solidFill>
                  <a:srgbClr val="D9D9D9"/>
                </a:solidFill>
                <a:latin typeface="Trebuchet MS"/>
                <a:cs typeface="Trebuchet MS"/>
              </a:rPr>
              <a:t>process</a:t>
            </a:r>
            <a:endParaRPr sz="1600">
              <a:latin typeface="Trebuchet MS"/>
              <a:cs typeface="Trebuchet MS"/>
            </a:endParaRPr>
          </a:p>
          <a:p>
            <a:pPr marL="327025" marR="368300" indent="-287020">
              <a:lnSpc>
                <a:spcPts val="2880"/>
              </a:lnSpc>
              <a:spcBef>
                <a:spcPts val="30"/>
              </a:spcBef>
              <a:buClr>
                <a:srgbClr val="99D3FF"/>
              </a:buClr>
              <a:buFont typeface="Wingdings"/>
              <a:buChar char=""/>
              <a:tabLst>
                <a:tab pos="327025" algn="l"/>
              </a:tabLst>
            </a:pPr>
            <a:r>
              <a:rPr sz="1600" b="1" spc="-40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r>
              <a:rPr sz="16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40" dirty="0">
                <a:solidFill>
                  <a:srgbClr val="D9D9D9"/>
                </a:solidFill>
                <a:latin typeface="Trebuchet MS"/>
                <a:cs typeface="Trebuchet MS"/>
              </a:rPr>
              <a:t>sharing</a:t>
            </a:r>
            <a:r>
              <a:rPr sz="16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65" dirty="0">
                <a:solidFill>
                  <a:srgbClr val="D9D9D9"/>
                </a:solidFill>
                <a:latin typeface="Trebuchet MS"/>
                <a:cs typeface="Trebuchet MS"/>
              </a:rPr>
              <a:t>without</a:t>
            </a:r>
            <a:r>
              <a:rPr sz="1600" b="1" spc="-70" dirty="0">
                <a:solidFill>
                  <a:srgbClr val="D9D9D9"/>
                </a:solidFill>
                <a:latin typeface="Trebuchet MS"/>
                <a:cs typeface="Trebuchet MS"/>
              </a:rPr>
              <a:t> actual</a:t>
            </a:r>
            <a:r>
              <a:rPr sz="16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85" dirty="0">
                <a:solidFill>
                  <a:srgbClr val="D9D9D9"/>
                </a:solidFill>
                <a:latin typeface="Trebuchet MS"/>
                <a:cs typeface="Trebuchet MS"/>
              </a:rPr>
              <a:t>copy </a:t>
            </a:r>
            <a:r>
              <a:rPr sz="1600" b="1" spc="-45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6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95" dirty="0">
                <a:solidFill>
                  <a:srgbClr val="D9D9D9"/>
                </a:solidFill>
                <a:latin typeface="Trebuchet MS"/>
                <a:cs typeface="Trebuchet MS"/>
              </a:rPr>
              <a:t>the </a:t>
            </a:r>
            <a:r>
              <a:rPr sz="1600" b="1" spc="-55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r>
              <a:rPr sz="16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50" dirty="0">
                <a:solidFill>
                  <a:srgbClr val="D9D9D9"/>
                </a:solidFill>
                <a:latin typeface="Trebuchet MS"/>
                <a:cs typeface="Trebuchet MS"/>
              </a:rPr>
              <a:t>&amp; </a:t>
            </a:r>
            <a:r>
              <a:rPr sz="1600" b="1" spc="-10" dirty="0">
                <a:solidFill>
                  <a:srgbClr val="D9D9D9"/>
                </a:solidFill>
                <a:latin typeface="Trebuchet MS"/>
                <a:cs typeface="Trebuchet MS"/>
              </a:rPr>
              <a:t>uptodate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70"/>
              </a:spcBef>
              <a:buClr>
                <a:srgbClr val="99D3FF"/>
              </a:buClr>
              <a:buFont typeface="Wingdings"/>
              <a:buChar char=""/>
            </a:pPr>
            <a:endParaRPr sz="1600">
              <a:latin typeface="Trebuchet MS"/>
              <a:cs typeface="Trebuchet MS"/>
            </a:endParaRPr>
          </a:p>
          <a:p>
            <a:pPr marL="32702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327025" algn="l"/>
              </a:tabLst>
            </a:pPr>
            <a:r>
              <a:rPr sz="1600" b="1" spc="-65" dirty="0">
                <a:solidFill>
                  <a:srgbClr val="D9D9D9"/>
                </a:solidFill>
                <a:latin typeface="Trebuchet MS"/>
                <a:cs typeface="Trebuchet MS"/>
              </a:rPr>
              <a:t>Shared</a:t>
            </a:r>
            <a:r>
              <a:rPr sz="16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55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r>
              <a:rPr sz="16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85" dirty="0">
                <a:solidFill>
                  <a:srgbClr val="D9D9D9"/>
                </a:solidFill>
                <a:latin typeface="Trebuchet MS"/>
                <a:cs typeface="Trebuchet MS"/>
              </a:rPr>
              <a:t>can</a:t>
            </a:r>
            <a:r>
              <a:rPr sz="16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95" dirty="0">
                <a:solidFill>
                  <a:srgbClr val="D9D9D9"/>
                </a:solidFill>
                <a:latin typeface="Trebuchet MS"/>
                <a:cs typeface="Trebuchet MS"/>
              </a:rPr>
              <a:t>be </a:t>
            </a:r>
            <a:r>
              <a:rPr sz="1600" b="1" spc="-65" dirty="0">
                <a:solidFill>
                  <a:srgbClr val="D9D9D9"/>
                </a:solidFill>
                <a:latin typeface="Trebuchet MS"/>
                <a:cs typeface="Trebuchet MS"/>
              </a:rPr>
              <a:t>consumed</a:t>
            </a:r>
            <a:r>
              <a:rPr sz="16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65" dirty="0">
                <a:solidFill>
                  <a:srgbClr val="D9D9D9"/>
                </a:solidFill>
                <a:latin typeface="Trebuchet MS"/>
                <a:cs typeface="Trebuchet MS"/>
              </a:rPr>
              <a:t>by</a:t>
            </a:r>
            <a:r>
              <a:rPr sz="16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85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6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60" dirty="0">
                <a:solidFill>
                  <a:srgbClr val="D9D9D9"/>
                </a:solidFill>
                <a:latin typeface="Trebuchet MS"/>
                <a:cs typeface="Trebuchet MS"/>
              </a:rPr>
              <a:t>own</a:t>
            </a:r>
            <a:r>
              <a:rPr sz="16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50" dirty="0">
                <a:solidFill>
                  <a:srgbClr val="D9D9D9"/>
                </a:solidFill>
                <a:latin typeface="Trebuchet MS"/>
                <a:cs typeface="Trebuchet MS"/>
              </a:rPr>
              <a:t>compute</a:t>
            </a:r>
            <a:endParaRPr sz="1600">
              <a:latin typeface="Trebuchet MS"/>
              <a:cs typeface="Trebuchet MS"/>
            </a:endParaRPr>
          </a:p>
          <a:p>
            <a:pPr marL="327025">
              <a:lnSpc>
                <a:spcPct val="100000"/>
              </a:lnSpc>
              <a:spcBef>
                <a:spcPts val="965"/>
              </a:spcBef>
            </a:pPr>
            <a:r>
              <a:rPr sz="1600" b="1" spc="-10" dirty="0">
                <a:solidFill>
                  <a:srgbClr val="D9D9D9"/>
                </a:solidFill>
                <a:latin typeface="Trebuchet MS"/>
                <a:cs typeface="Trebuchet MS"/>
              </a:rPr>
              <a:t>resources</a:t>
            </a:r>
            <a:endParaRPr sz="16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44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600" b="1" spc="-10" dirty="0">
                <a:solidFill>
                  <a:srgbClr val="D9D9D9"/>
                </a:solidFill>
                <a:latin typeface="Trebuchet MS"/>
                <a:cs typeface="Trebuchet MS"/>
              </a:rPr>
              <a:t>Non-</a:t>
            </a:r>
            <a:r>
              <a:rPr sz="1600" b="1" spc="-40" dirty="0">
                <a:solidFill>
                  <a:srgbClr val="D9D9D9"/>
                </a:solidFill>
                <a:latin typeface="Trebuchet MS"/>
                <a:cs typeface="Trebuchet MS"/>
              </a:rPr>
              <a:t>Snowflake-</a:t>
            </a:r>
            <a:r>
              <a:rPr sz="1600" b="1" spc="-30" dirty="0">
                <a:solidFill>
                  <a:srgbClr val="D9D9D9"/>
                </a:solidFill>
                <a:latin typeface="Trebuchet MS"/>
                <a:cs typeface="Trebuchet MS"/>
              </a:rPr>
              <a:t>Users</a:t>
            </a:r>
            <a:r>
              <a:rPr sz="1600" b="1" spc="-4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85" dirty="0">
                <a:solidFill>
                  <a:srgbClr val="D9D9D9"/>
                </a:solidFill>
                <a:latin typeface="Trebuchet MS"/>
                <a:cs typeface="Trebuchet MS"/>
              </a:rPr>
              <a:t>can</a:t>
            </a:r>
            <a:r>
              <a:rPr sz="16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30" dirty="0">
                <a:solidFill>
                  <a:srgbClr val="D9D9D9"/>
                </a:solidFill>
                <a:latin typeface="Trebuchet MS"/>
                <a:cs typeface="Trebuchet MS"/>
              </a:rPr>
              <a:t>also</a:t>
            </a:r>
            <a:r>
              <a:rPr sz="16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55" dirty="0">
                <a:solidFill>
                  <a:srgbClr val="D9D9D9"/>
                </a:solidFill>
                <a:latin typeface="Trebuchet MS"/>
                <a:cs typeface="Trebuchet MS"/>
              </a:rPr>
              <a:t>access</a:t>
            </a:r>
            <a:r>
              <a:rPr sz="16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65" dirty="0">
                <a:solidFill>
                  <a:srgbClr val="D9D9D9"/>
                </a:solidFill>
                <a:latin typeface="Trebuchet MS"/>
                <a:cs typeface="Trebuchet MS"/>
              </a:rPr>
              <a:t>through</a:t>
            </a:r>
            <a:r>
              <a:rPr sz="16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50" dirty="0">
                <a:solidFill>
                  <a:srgbClr val="D9D9D9"/>
                </a:solidFill>
                <a:latin typeface="Trebuchet MS"/>
                <a:cs typeface="Trebuchet MS"/>
              </a:rPr>
              <a:t>a</a:t>
            </a:r>
            <a:endParaRPr sz="16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960"/>
              </a:spcBef>
            </a:pPr>
            <a:r>
              <a:rPr sz="1600" b="1" spc="-95" dirty="0">
                <a:solidFill>
                  <a:srgbClr val="D9D9D9"/>
                </a:solidFill>
                <a:latin typeface="Trebuchet MS"/>
                <a:cs typeface="Trebuchet MS"/>
              </a:rPr>
              <a:t>reader</a:t>
            </a:r>
            <a:r>
              <a:rPr sz="16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D9D9D9"/>
                </a:solidFill>
                <a:latin typeface="Trebuchet MS"/>
                <a:cs typeface="Trebuchet MS"/>
              </a:rPr>
              <a:t>account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9639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55" dirty="0"/>
              <a:t> </a:t>
            </a:r>
            <a:r>
              <a:rPr spc="-10" dirty="0"/>
              <a:t>Sharing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7294" y="1210310"/>
            <a:ext cx="3236468" cy="31054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44539" y="1604299"/>
            <a:ext cx="1061720" cy="77978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  <a:p>
            <a:pPr marL="68580">
              <a:lnSpc>
                <a:spcPct val="100000"/>
              </a:lnSpc>
              <a:spcBef>
                <a:spcPts val="570"/>
              </a:spcBef>
            </a:pPr>
            <a:r>
              <a:rPr sz="2000" i="1" spc="-10" dirty="0">
                <a:solidFill>
                  <a:srgbClr val="FFFFFF"/>
                </a:solidFill>
                <a:latin typeface="Calibri"/>
                <a:cs typeface="Calibri"/>
              </a:rPr>
              <a:t>Producer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41089" y="3975608"/>
            <a:ext cx="953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Read-</a:t>
            </a:r>
            <a:r>
              <a:rPr sz="1800" i="1" spc="-20" dirty="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7282" y="3357372"/>
            <a:ext cx="1061085" cy="72453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2000" i="1" spc="-10" dirty="0">
                <a:solidFill>
                  <a:srgbClr val="FFFFFF"/>
                </a:solidFill>
                <a:latin typeface="Calibri"/>
                <a:cs typeface="Calibri"/>
              </a:rPr>
              <a:t>Consumer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9639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55" dirty="0"/>
              <a:t> </a:t>
            </a:r>
            <a:r>
              <a:rPr spc="-10" dirty="0"/>
              <a:t>Sharing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7294" y="1210310"/>
            <a:ext cx="3236468" cy="31054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47282" y="3401314"/>
            <a:ext cx="10610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44539" y="1675587"/>
            <a:ext cx="10617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41089" y="3975608"/>
            <a:ext cx="953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Read-</a:t>
            </a:r>
            <a:r>
              <a:rPr sz="1800" i="1" spc="-20" dirty="0">
                <a:solidFill>
                  <a:srgbClr val="FFFFFF"/>
                </a:solidFill>
                <a:latin typeface="Calibri"/>
                <a:cs typeface="Calibri"/>
              </a:rPr>
              <a:t>only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0117" y="3219704"/>
            <a:ext cx="208978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8577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2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Compute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Resources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9639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55" dirty="0"/>
              <a:t> </a:t>
            </a:r>
            <a:r>
              <a:rPr spc="-10" dirty="0"/>
              <a:t>Sharing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7294" y="1210310"/>
            <a:ext cx="3236468" cy="31054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44539" y="1675587"/>
            <a:ext cx="10617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7673" y="3219704"/>
            <a:ext cx="4211320" cy="1056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775" marR="2698115" indent="-21971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Own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Compute Resources</a:t>
            </a:r>
            <a:endParaRPr sz="2000">
              <a:latin typeface="Calibri"/>
              <a:cs typeface="Calibri"/>
            </a:endParaRPr>
          </a:p>
          <a:p>
            <a:pPr marL="2739390">
              <a:lnSpc>
                <a:spcPct val="100000"/>
              </a:lnSpc>
              <a:spcBef>
                <a:spcPts val="115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Reader</a:t>
            </a:r>
            <a:r>
              <a:rPr sz="1800" i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9639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55" dirty="0"/>
              <a:t> </a:t>
            </a:r>
            <a:r>
              <a:rPr spc="-10" dirty="0"/>
              <a:t>Sharing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7294" y="1210310"/>
            <a:ext cx="3236468" cy="31054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44539" y="1675587"/>
            <a:ext cx="10617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74389" y="3975608"/>
            <a:ext cx="1484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Reader</a:t>
            </a:r>
            <a:r>
              <a:rPr sz="1800" i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0457" y="1549730"/>
            <a:ext cx="1517650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Own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Compute</a:t>
            </a:r>
            <a:endParaRPr sz="2000">
              <a:latin typeface="Calibri"/>
              <a:cs typeface="Calibri"/>
            </a:endParaRPr>
          </a:p>
          <a:p>
            <a:pPr marL="635" algn="ctr">
              <a:lnSpc>
                <a:spcPct val="100000"/>
              </a:lnSpc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Resources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8223" y="418338"/>
            <a:ext cx="3529965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8321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70" dirty="0"/>
              <a:t> </a:t>
            </a:r>
            <a:r>
              <a:rPr dirty="0"/>
              <a:t>Sharing</a:t>
            </a:r>
            <a:r>
              <a:rPr spc="-65" dirty="0"/>
              <a:t> </a:t>
            </a:r>
            <a:r>
              <a:rPr spc="-20" dirty="0"/>
              <a:t>with </a:t>
            </a:r>
            <a:r>
              <a:rPr dirty="0"/>
              <a:t>Non</a:t>
            </a:r>
            <a:r>
              <a:rPr spc="-15" dirty="0"/>
              <a:t> </a:t>
            </a:r>
            <a:r>
              <a:rPr dirty="0"/>
              <a:t>Snowflake</a:t>
            </a:r>
            <a:r>
              <a:rPr spc="-20" dirty="0"/>
              <a:t> </a:t>
            </a:r>
            <a:r>
              <a:rPr spc="-10" dirty="0"/>
              <a:t>Users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7857" y="1736089"/>
            <a:ext cx="3236468" cy="31054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284721" y="2202561"/>
            <a:ext cx="10610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4698" y="4502302"/>
            <a:ext cx="1484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Reader</a:t>
            </a:r>
            <a:r>
              <a:rPr sz="1800" i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10386" y="2076704"/>
            <a:ext cx="151828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775" marR="5080" indent="-21971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Own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Compute Resources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31083" y="262508"/>
            <a:ext cx="348107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96595">
              <a:lnSpc>
                <a:spcPct val="100000"/>
              </a:lnSpc>
              <a:spcBef>
                <a:spcPts val="105"/>
              </a:spcBef>
            </a:pPr>
            <a:r>
              <a:rPr dirty="0"/>
              <a:t>Sharing</a:t>
            </a:r>
            <a:r>
              <a:rPr spc="-85" dirty="0"/>
              <a:t> </a:t>
            </a:r>
            <a:r>
              <a:rPr spc="-20" dirty="0"/>
              <a:t>with </a:t>
            </a:r>
            <a:r>
              <a:rPr dirty="0"/>
              <a:t>Non</a:t>
            </a:r>
            <a:r>
              <a:rPr spc="-45" dirty="0"/>
              <a:t> </a:t>
            </a:r>
            <a:r>
              <a:rPr dirty="0"/>
              <a:t>Snowflake</a:t>
            </a:r>
            <a:r>
              <a:rPr spc="-40" dirty="0"/>
              <a:t> </a:t>
            </a:r>
            <a:r>
              <a:rPr spc="-10" dirty="0"/>
              <a:t>users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98138" y="1575540"/>
            <a:ext cx="2555875" cy="57404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81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Indepentant</a:t>
            </a: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50" dirty="0">
                <a:solidFill>
                  <a:srgbClr val="D9D9D9"/>
                </a:solidFill>
                <a:latin typeface="Trebuchet MS"/>
                <a:cs typeface="Trebuchet MS"/>
              </a:rPr>
              <a:t>instance</a:t>
            </a:r>
            <a:r>
              <a:rPr sz="1200" b="1" spc="-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D9D9D9"/>
                </a:solidFill>
                <a:latin typeface="Trebuchet MS"/>
                <a:cs typeface="Trebuchet MS"/>
              </a:rPr>
              <a:t>with</a:t>
            </a:r>
            <a:endParaRPr sz="12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720"/>
              </a:spcBef>
            </a:pP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own</a:t>
            </a:r>
            <a:r>
              <a:rPr sz="12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url </a:t>
            </a:r>
            <a:r>
              <a:rPr sz="1200" b="1" spc="-10" dirty="0">
                <a:solidFill>
                  <a:srgbClr val="D9D9D9"/>
                </a:solidFill>
                <a:latin typeface="Trebuchet MS"/>
                <a:cs typeface="Trebuchet MS"/>
              </a:rPr>
              <a:t>&amp;</a:t>
            </a:r>
            <a:r>
              <a:rPr sz="12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own</a:t>
            </a:r>
            <a:r>
              <a:rPr sz="12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compute </a:t>
            </a:r>
            <a:r>
              <a:rPr sz="1200" b="1" spc="-30" dirty="0">
                <a:solidFill>
                  <a:srgbClr val="D9D9D9"/>
                </a:solidFill>
                <a:latin typeface="Trebuchet MS"/>
                <a:cs typeface="Trebuchet MS"/>
              </a:rPr>
              <a:t>resources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97863" y="1283208"/>
            <a:ext cx="2727325" cy="1393825"/>
            <a:chOff x="1197863" y="1283208"/>
            <a:chExt cx="2727325" cy="13938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97863" y="1283208"/>
              <a:ext cx="2727325" cy="13934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761" y="1437894"/>
              <a:ext cx="2093976" cy="7619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524761" y="1437894"/>
              <a:ext cx="2094230" cy="762000"/>
            </a:xfrm>
            <a:custGeom>
              <a:avLst/>
              <a:gdLst/>
              <a:ahLst/>
              <a:cxnLst/>
              <a:rect l="l" t="t" r="r" b="b"/>
              <a:pathLst>
                <a:path w="2094229" h="762000">
                  <a:moveTo>
                    <a:pt x="0" y="381000"/>
                  </a:moveTo>
                  <a:lnTo>
                    <a:pt x="190500" y="0"/>
                  </a:lnTo>
                  <a:lnTo>
                    <a:pt x="1903476" y="0"/>
                  </a:lnTo>
                  <a:lnTo>
                    <a:pt x="2093976" y="381000"/>
                  </a:lnTo>
                  <a:lnTo>
                    <a:pt x="1903476" y="761999"/>
                  </a:lnTo>
                  <a:lnTo>
                    <a:pt x="190500" y="761999"/>
                  </a:lnTo>
                  <a:lnTo>
                    <a:pt x="0" y="38100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023998" y="1567053"/>
            <a:ext cx="109410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2405" marR="5080" indent="-180340">
              <a:lnSpc>
                <a:spcPct val="100000"/>
              </a:lnSpc>
              <a:spcBef>
                <a:spcPts val="95"/>
              </a:spcBef>
            </a:pPr>
            <a:r>
              <a:rPr sz="1600" b="1" spc="-40" dirty="0">
                <a:solidFill>
                  <a:srgbClr val="CCEAFF"/>
                </a:solidFill>
                <a:latin typeface="Trebuchet MS"/>
                <a:cs typeface="Trebuchet MS"/>
              </a:rPr>
              <a:t>New</a:t>
            </a:r>
            <a:r>
              <a:rPr sz="1600" b="1" spc="-100" dirty="0">
                <a:solidFill>
                  <a:srgbClr val="CCEAFF"/>
                </a:solidFill>
                <a:latin typeface="Trebuchet MS"/>
                <a:cs typeface="Trebuchet MS"/>
              </a:rPr>
              <a:t> </a:t>
            </a:r>
            <a:r>
              <a:rPr sz="1600" b="1" spc="-75" dirty="0">
                <a:solidFill>
                  <a:srgbClr val="CCEAFF"/>
                </a:solidFill>
                <a:latin typeface="Trebuchet MS"/>
                <a:cs typeface="Trebuchet MS"/>
              </a:rPr>
              <a:t>Reader </a:t>
            </a:r>
            <a:r>
              <a:rPr sz="1600" b="1" spc="-10" dirty="0">
                <a:solidFill>
                  <a:srgbClr val="CCEAFF"/>
                </a:solidFill>
                <a:latin typeface="Trebuchet MS"/>
                <a:cs typeface="Trebuchet MS"/>
              </a:rPr>
              <a:t>Account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43683" y="2264638"/>
            <a:ext cx="2727325" cy="1205230"/>
            <a:chOff x="2043683" y="2264638"/>
            <a:chExt cx="2727325" cy="120523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43683" y="2264638"/>
              <a:ext cx="2727324" cy="120487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0581" y="2419349"/>
              <a:ext cx="2093976" cy="5730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370581" y="2419349"/>
              <a:ext cx="2094230" cy="573405"/>
            </a:xfrm>
            <a:custGeom>
              <a:avLst/>
              <a:gdLst/>
              <a:ahLst/>
              <a:cxnLst/>
              <a:rect l="l" t="t" r="r" b="b"/>
              <a:pathLst>
                <a:path w="2094229" h="573405">
                  <a:moveTo>
                    <a:pt x="0" y="286512"/>
                  </a:moveTo>
                  <a:lnTo>
                    <a:pt x="143256" y="0"/>
                  </a:lnTo>
                  <a:lnTo>
                    <a:pt x="1950720" y="0"/>
                  </a:lnTo>
                  <a:lnTo>
                    <a:pt x="2093976" y="286512"/>
                  </a:lnTo>
                  <a:lnTo>
                    <a:pt x="1950720" y="573024"/>
                  </a:lnTo>
                  <a:lnTo>
                    <a:pt x="143256" y="573024"/>
                  </a:lnTo>
                  <a:lnTo>
                    <a:pt x="0" y="286512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933445" y="2548839"/>
            <a:ext cx="96964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0" dirty="0">
                <a:solidFill>
                  <a:srgbClr val="CCEAFF"/>
                </a:solidFill>
                <a:latin typeface="Trebuchet MS"/>
                <a:cs typeface="Trebuchet MS"/>
              </a:rPr>
              <a:t>Share</a:t>
            </a:r>
            <a:r>
              <a:rPr sz="1600" b="1" spc="-90" dirty="0">
                <a:solidFill>
                  <a:srgbClr val="CCEAFF"/>
                </a:solidFill>
                <a:latin typeface="Trebuchet MS"/>
                <a:cs typeface="Trebuchet MS"/>
              </a:rPr>
              <a:t> </a:t>
            </a:r>
            <a:r>
              <a:rPr sz="1600" b="1" spc="-35" dirty="0">
                <a:solidFill>
                  <a:srgbClr val="CCEAFF"/>
                </a:solidFill>
                <a:latin typeface="Trebuchet MS"/>
                <a:cs typeface="Trebuchet MS"/>
              </a:rPr>
              <a:t>data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69282" y="2620517"/>
            <a:ext cx="18357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Share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D9D9D9"/>
                </a:solidFill>
                <a:latin typeface="Trebuchet MS"/>
                <a:cs typeface="Trebuchet MS"/>
              </a:rPr>
              <a:t>database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D9D9D9"/>
                </a:solidFill>
                <a:latin typeface="Trebuchet MS"/>
                <a:cs typeface="Trebuchet MS"/>
              </a:rPr>
              <a:t>&amp;</a:t>
            </a:r>
            <a:r>
              <a:rPr sz="12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30" dirty="0">
                <a:solidFill>
                  <a:srgbClr val="D9D9D9"/>
                </a:solidFill>
                <a:latin typeface="Trebuchet MS"/>
                <a:cs typeface="Trebuchet MS"/>
              </a:rPr>
              <a:t>table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98616" y="3816197"/>
            <a:ext cx="32962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spc="-30" dirty="0">
                <a:solidFill>
                  <a:srgbClr val="D9D9D9"/>
                </a:solidFill>
                <a:latin typeface="Trebuchet MS"/>
                <a:cs typeface="Trebuchet MS"/>
              </a:rPr>
              <a:t>In</a:t>
            </a:r>
            <a:r>
              <a:rPr sz="12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70" dirty="0">
                <a:solidFill>
                  <a:srgbClr val="D9D9D9"/>
                </a:solidFill>
                <a:latin typeface="Trebuchet MS"/>
                <a:cs typeface="Trebuchet MS"/>
              </a:rPr>
              <a:t>reader</a:t>
            </a:r>
            <a:r>
              <a:rPr sz="12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account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70" dirty="0">
                <a:solidFill>
                  <a:srgbClr val="D9D9D9"/>
                </a:solidFill>
                <a:latin typeface="Trebuchet MS"/>
                <a:cs typeface="Trebuchet MS"/>
              </a:rPr>
              <a:t>create</a:t>
            </a: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40" dirty="0">
                <a:solidFill>
                  <a:srgbClr val="D9D9D9"/>
                </a:solidFill>
                <a:latin typeface="Trebuchet MS"/>
                <a:cs typeface="Trebuchet MS"/>
              </a:rPr>
              <a:t>database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from</a:t>
            </a:r>
            <a:r>
              <a:rPr sz="12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20" dirty="0">
                <a:solidFill>
                  <a:srgbClr val="D9D9D9"/>
                </a:solidFill>
                <a:latin typeface="Trebuchet MS"/>
                <a:cs typeface="Trebuchet MS"/>
              </a:rPr>
              <a:t>share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090672" y="3523488"/>
            <a:ext cx="2727325" cy="1101090"/>
            <a:chOff x="3090672" y="3523488"/>
            <a:chExt cx="2727325" cy="1101090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90672" y="3523488"/>
              <a:ext cx="2727325" cy="110088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417570" y="3678174"/>
              <a:ext cx="2094230" cy="469900"/>
            </a:xfrm>
            <a:custGeom>
              <a:avLst/>
              <a:gdLst/>
              <a:ahLst/>
              <a:cxnLst/>
              <a:rect l="l" t="t" r="r" b="b"/>
              <a:pathLst>
                <a:path w="2094229" h="469900">
                  <a:moveTo>
                    <a:pt x="1976627" y="0"/>
                  </a:moveTo>
                  <a:lnTo>
                    <a:pt x="117347" y="0"/>
                  </a:lnTo>
                  <a:lnTo>
                    <a:pt x="0" y="234695"/>
                  </a:lnTo>
                  <a:lnTo>
                    <a:pt x="117347" y="469391"/>
                  </a:lnTo>
                  <a:lnTo>
                    <a:pt x="1976627" y="469391"/>
                  </a:lnTo>
                  <a:lnTo>
                    <a:pt x="2093976" y="234695"/>
                  </a:lnTo>
                  <a:lnTo>
                    <a:pt x="1976627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17570" y="3678174"/>
              <a:ext cx="2094230" cy="469900"/>
            </a:xfrm>
            <a:custGeom>
              <a:avLst/>
              <a:gdLst/>
              <a:ahLst/>
              <a:cxnLst/>
              <a:rect l="l" t="t" r="r" b="b"/>
              <a:pathLst>
                <a:path w="2094229" h="469900">
                  <a:moveTo>
                    <a:pt x="0" y="234695"/>
                  </a:moveTo>
                  <a:lnTo>
                    <a:pt x="117347" y="0"/>
                  </a:lnTo>
                  <a:lnTo>
                    <a:pt x="1976627" y="0"/>
                  </a:lnTo>
                  <a:lnTo>
                    <a:pt x="2093976" y="234695"/>
                  </a:lnTo>
                  <a:lnTo>
                    <a:pt x="1976627" y="469391"/>
                  </a:lnTo>
                  <a:lnTo>
                    <a:pt x="117347" y="469391"/>
                  </a:lnTo>
                  <a:lnTo>
                    <a:pt x="0" y="234695"/>
                  </a:lnTo>
                  <a:close/>
                </a:path>
              </a:pathLst>
            </a:custGeom>
            <a:ln w="19049">
              <a:solidFill>
                <a:srgbClr val="0060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918330" y="3813454"/>
            <a:ext cx="1091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75" dirty="0">
                <a:solidFill>
                  <a:srgbClr val="434343"/>
                </a:solidFill>
                <a:latin typeface="Trebuchet MS"/>
                <a:cs typeface="Trebuchet MS"/>
              </a:rPr>
              <a:t>Create</a:t>
            </a:r>
            <a:r>
              <a:rPr sz="1200" b="1" spc="-45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434343"/>
                </a:solidFill>
                <a:latin typeface="Trebuchet MS"/>
                <a:cs typeface="Trebuchet MS"/>
              </a:rPr>
              <a:t>database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81040" y="3243198"/>
            <a:ext cx="26962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200" b="1" dirty="0">
                <a:solidFill>
                  <a:srgbClr val="D9D9D9"/>
                </a:solidFill>
                <a:latin typeface="Trebuchet MS"/>
                <a:cs typeface="Trebuchet MS"/>
              </a:rPr>
              <a:t>As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administrator</a:t>
            </a:r>
            <a:r>
              <a:rPr sz="1200" b="1" spc="-3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70" dirty="0">
                <a:solidFill>
                  <a:srgbClr val="D9D9D9"/>
                </a:solidFill>
                <a:latin typeface="Trebuchet MS"/>
                <a:cs typeface="Trebuchet MS"/>
              </a:rPr>
              <a:t>create</a:t>
            </a:r>
            <a:r>
              <a:rPr sz="12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45" dirty="0">
                <a:solidFill>
                  <a:srgbClr val="D9D9D9"/>
                </a:solidFill>
                <a:latin typeface="Trebuchet MS"/>
                <a:cs typeface="Trebuchet MS"/>
              </a:rPr>
              <a:t>user</a:t>
            </a:r>
            <a:r>
              <a:rPr sz="12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25" dirty="0">
                <a:solidFill>
                  <a:srgbClr val="D9D9D9"/>
                </a:solidFill>
                <a:latin typeface="Trebuchet MS"/>
                <a:cs typeface="Trebuchet MS"/>
              </a:rPr>
              <a:t>&amp;</a:t>
            </a:r>
            <a:r>
              <a:rPr sz="12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D9D9D9"/>
                </a:solidFill>
                <a:latin typeface="Trebuchet MS"/>
                <a:cs typeface="Trebuchet MS"/>
              </a:rPr>
              <a:t>roles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673095" y="2951988"/>
            <a:ext cx="2727325" cy="1099820"/>
            <a:chOff x="2673095" y="2951988"/>
            <a:chExt cx="2727325" cy="1099820"/>
          </a:xfrm>
        </p:grpSpPr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73095" y="2951988"/>
              <a:ext cx="2727325" cy="109940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999993" y="3106674"/>
              <a:ext cx="2094230" cy="467995"/>
            </a:xfrm>
            <a:custGeom>
              <a:avLst/>
              <a:gdLst/>
              <a:ahLst/>
              <a:cxnLst/>
              <a:rect l="l" t="t" r="r" b="b"/>
              <a:pathLst>
                <a:path w="2094229" h="467995">
                  <a:moveTo>
                    <a:pt x="1977008" y="0"/>
                  </a:moveTo>
                  <a:lnTo>
                    <a:pt x="116967" y="0"/>
                  </a:lnTo>
                  <a:lnTo>
                    <a:pt x="0" y="233933"/>
                  </a:lnTo>
                  <a:lnTo>
                    <a:pt x="116967" y="467867"/>
                  </a:lnTo>
                  <a:lnTo>
                    <a:pt x="1977008" y="467867"/>
                  </a:lnTo>
                  <a:lnTo>
                    <a:pt x="2093976" y="233933"/>
                  </a:lnTo>
                  <a:lnTo>
                    <a:pt x="1977008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999993" y="3106674"/>
              <a:ext cx="2094230" cy="467995"/>
            </a:xfrm>
            <a:custGeom>
              <a:avLst/>
              <a:gdLst/>
              <a:ahLst/>
              <a:cxnLst/>
              <a:rect l="l" t="t" r="r" b="b"/>
              <a:pathLst>
                <a:path w="2094229" h="467995">
                  <a:moveTo>
                    <a:pt x="0" y="233933"/>
                  </a:moveTo>
                  <a:lnTo>
                    <a:pt x="116967" y="0"/>
                  </a:lnTo>
                  <a:lnTo>
                    <a:pt x="1977008" y="0"/>
                  </a:lnTo>
                  <a:lnTo>
                    <a:pt x="2093976" y="233933"/>
                  </a:lnTo>
                  <a:lnTo>
                    <a:pt x="1977008" y="467867"/>
                  </a:lnTo>
                  <a:lnTo>
                    <a:pt x="116967" y="467867"/>
                  </a:lnTo>
                  <a:lnTo>
                    <a:pt x="0" y="233933"/>
                  </a:lnTo>
                  <a:close/>
                </a:path>
              </a:pathLst>
            </a:custGeom>
            <a:ln w="19050">
              <a:solidFill>
                <a:srgbClr val="0060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615054" y="3240404"/>
            <a:ext cx="8667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70" dirty="0">
                <a:solidFill>
                  <a:srgbClr val="434343"/>
                </a:solidFill>
                <a:latin typeface="Trebuchet MS"/>
                <a:cs typeface="Trebuchet MS"/>
              </a:rPr>
              <a:t>Create</a:t>
            </a:r>
            <a:r>
              <a:rPr sz="1200" b="1" spc="-55" dirty="0">
                <a:solidFill>
                  <a:srgbClr val="434343"/>
                </a:solidFill>
                <a:latin typeface="Trebuchet MS"/>
                <a:cs typeface="Trebuchet MS"/>
              </a:rPr>
              <a:t> </a:t>
            </a:r>
            <a:r>
              <a:rPr sz="1200" b="1" spc="-10" dirty="0">
                <a:solidFill>
                  <a:srgbClr val="434343"/>
                </a:solidFill>
                <a:latin typeface="Trebuchet MS"/>
                <a:cs typeface="Trebuchet MS"/>
              </a:rPr>
              <a:t>Users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69055" y="2339086"/>
            <a:ext cx="240601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55" dirty="0"/>
              <a:t> </a:t>
            </a:r>
            <a:r>
              <a:rPr spc="-10" dirty="0"/>
              <a:t>Sampling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57325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55" dirty="0"/>
              <a:t> </a:t>
            </a:r>
            <a:r>
              <a:rPr spc="-10" dirty="0"/>
              <a:t>Sampling</a:t>
            </a:r>
          </a:p>
        </p:txBody>
      </p:sp>
      <p:sp>
        <p:nvSpPr>
          <p:cNvPr id="3" name="object 3"/>
          <p:cNvSpPr/>
          <p:nvPr/>
        </p:nvSpPr>
        <p:spPr>
          <a:xfrm>
            <a:off x="4366399" y="1437093"/>
            <a:ext cx="821055" cy="1113790"/>
          </a:xfrm>
          <a:custGeom>
            <a:avLst/>
            <a:gdLst/>
            <a:ahLst/>
            <a:cxnLst/>
            <a:rect l="l" t="t" r="r" b="b"/>
            <a:pathLst>
              <a:path w="821054" h="1113789">
                <a:moveTo>
                  <a:pt x="820521" y="761898"/>
                </a:moveTo>
                <a:lnTo>
                  <a:pt x="813892" y="782904"/>
                </a:lnTo>
                <a:lnTo>
                  <a:pt x="794753" y="802690"/>
                </a:lnTo>
                <a:lnTo>
                  <a:pt x="764311" y="820940"/>
                </a:lnTo>
                <a:lnTo>
                  <a:pt x="732612" y="833729"/>
                </a:lnTo>
                <a:lnTo>
                  <a:pt x="732612" y="967041"/>
                </a:lnTo>
                <a:lnTo>
                  <a:pt x="730504" y="979030"/>
                </a:lnTo>
                <a:lnTo>
                  <a:pt x="724560" y="988275"/>
                </a:lnTo>
                <a:lnTo>
                  <a:pt x="715302" y="994232"/>
                </a:lnTo>
                <a:lnTo>
                  <a:pt x="703313" y="996340"/>
                </a:lnTo>
                <a:lnTo>
                  <a:pt x="691311" y="994232"/>
                </a:lnTo>
                <a:lnTo>
                  <a:pt x="682066" y="988275"/>
                </a:lnTo>
                <a:lnTo>
                  <a:pt x="676109" y="979030"/>
                </a:lnTo>
                <a:lnTo>
                  <a:pt x="674001" y="967041"/>
                </a:lnTo>
                <a:lnTo>
                  <a:pt x="676109" y="955040"/>
                </a:lnTo>
                <a:lnTo>
                  <a:pt x="682066" y="945794"/>
                </a:lnTo>
                <a:lnTo>
                  <a:pt x="691311" y="939838"/>
                </a:lnTo>
                <a:lnTo>
                  <a:pt x="703313" y="937729"/>
                </a:lnTo>
                <a:lnTo>
                  <a:pt x="715302" y="939838"/>
                </a:lnTo>
                <a:lnTo>
                  <a:pt x="724560" y="945794"/>
                </a:lnTo>
                <a:lnTo>
                  <a:pt x="730504" y="955040"/>
                </a:lnTo>
                <a:lnTo>
                  <a:pt x="732612" y="967041"/>
                </a:lnTo>
                <a:lnTo>
                  <a:pt x="732612" y="833729"/>
                </a:lnTo>
                <a:lnTo>
                  <a:pt x="674204" y="851458"/>
                </a:lnTo>
                <a:lnTo>
                  <a:pt x="616915" y="863053"/>
                </a:lnTo>
                <a:lnTo>
                  <a:pt x="553034" y="871753"/>
                </a:lnTo>
                <a:lnTo>
                  <a:pt x="483768" y="877227"/>
                </a:lnTo>
                <a:lnTo>
                  <a:pt x="410260" y="879119"/>
                </a:lnTo>
                <a:lnTo>
                  <a:pt x="336765" y="877227"/>
                </a:lnTo>
                <a:lnTo>
                  <a:pt x="267487" y="871753"/>
                </a:lnTo>
                <a:lnTo>
                  <a:pt x="203619" y="863053"/>
                </a:lnTo>
                <a:lnTo>
                  <a:pt x="146316" y="851458"/>
                </a:lnTo>
                <a:lnTo>
                  <a:pt x="96799" y="837311"/>
                </a:lnTo>
                <a:lnTo>
                  <a:pt x="56222" y="820940"/>
                </a:lnTo>
                <a:lnTo>
                  <a:pt x="6642" y="782891"/>
                </a:lnTo>
                <a:lnTo>
                  <a:pt x="0" y="761898"/>
                </a:lnTo>
                <a:lnTo>
                  <a:pt x="0" y="996340"/>
                </a:lnTo>
                <a:lnTo>
                  <a:pt x="25781" y="1037132"/>
                </a:lnTo>
                <a:lnTo>
                  <a:pt x="96799" y="1071753"/>
                </a:lnTo>
                <a:lnTo>
                  <a:pt x="146316" y="1085900"/>
                </a:lnTo>
                <a:lnTo>
                  <a:pt x="203619" y="1097495"/>
                </a:lnTo>
                <a:lnTo>
                  <a:pt x="267487" y="1106195"/>
                </a:lnTo>
                <a:lnTo>
                  <a:pt x="336765" y="1111669"/>
                </a:lnTo>
                <a:lnTo>
                  <a:pt x="410260" y="1113561"/>
                </a:lnTo>
                <a:lnTo>
                  <a:pt x="483768" y="1111669"/>
                </a:lnTo>
                <a:lnTo>
                  <a:pt x="553034" y="1106195"/>
                </a:lnTo>
                <a:lnTo>
                  <a:pt x="616915" y="1097495"/>
                </a:lnTo>
                <a:lnTo>
                  <a:pt x="674204" y="1085900"/>
                </a:lnTo>
                <a:lnTo>
                  <a:pt x="723734" y="1071753"/>
                </a:lnTo>
                <a:lnTo>
                  <a:pt x="764311" y="1055382"/>
                </a:lnTo>
                <a:lnTo>
                  <a:pt x="813892" y="1017346"/>
                </a:lnTo>
                <a:lnTo>
                  <a:pt x="820521" y="996340"/>
                </a:lnTo>
                <a:lnTo>
                  <a:pt x="820521" y="937729"/>
                </a:lnTo>
                <a:lnTo>
                  <a:pt x="820521" y="879119"/>
                </a:lnTo>
                <a:lnTo>
                  <a:pt x="820521" y="761898"/>
                </a:lnTo>
                <a:close/>
              </a:path>
              <a:path w="821054" h="1113789">
                <a:moveTo>
                  <a:pt x="820521" y="468845"/>
                </a:moveTo>
                <a:lnTo>
                  <a:pt x="813892" y="489839"/>
                </a:lnTo>
                <a:lnTo>
                  <a:pt x="794753" y="509638"/>
                </a:lnTo>
                <a:lnTo>
                  <a:pt x="764311" y="527888"/>
                </a:lnTo>
                <a:lnTo>
                  <a:pt x="732612" y="540677"/>
                </a:lnTo>
                <a:lnTo>
                  <a:pt x="732612" y="673976"/>
                </a:lnTo>
                <a:lnTo>
                  <a:pt x="730504" y="685977"/>
                </a:lnTo>
                <a:lnTo>
                  <a:pt x="724560" y="695223"/>
                </a:lnTo>
                <a:lnTo>
                  <a:pt x="715302" y="701179"/>
                </a:lnTo>
                <a:lnTo>
                  <a:pt x="703313" y="703287"/>
                </a:lnTo>
                <a:lnTo>
                  <a:pt x="691311" y="701179"/>
                </a:lnTo>
                <a:lnTo>
                  <a:pt x="682066" y="695223"/>
                </a:lnTo>
                <a:lnTo>
                  <a:pt x="676109" y="685977"/>
                </a:lnTo>
                <a:lnTo>
                  <a:pt x="674001" y="673976"/>
                </a:lnTo>
                <a:lnTo>
                  <a:pt x="676109" y="661987"/>
                </a:lnTo>
                <a:lnTo>
                  <a:pt x="682066" y="652729"/>
                </a:lnTo>
                <a:lnTo>
                  <a:pt x="691311" y="646785"/>
                </a:lnTo>
                <a:lnTo>
                  <a:pt x="703313" y="644677"/>
                </a:lnTo>
                <a:lnTo>
                  <a:pt x="715302" y="646785"/>
                </a:lnTo>
                <a:lnTo>
                  <a:pt x="724560" y="652729"/>
                </a:lnTo>
                <a:lnTo>
                  <a:pt x="730504" y="661987"/>
                </a:lnTo>
                <a:lnTo>
                  <a:pt x="732612" y="673976"/>
                </a:lnTo>
                <a:lnTo>
                  <a:pt x="732612" y="540677"/>
                </a:lnTo>
                <a:lnTo>
                  <a:pt x="674204" y="558406"/>
                </a:lnTo>
                <a:lnTo>
                  <a:pt x="616915" y="570001"/>
                </a:lnTo>
                <a:lnTo>
                  <a:pt x="553034" y="578700"/>
                </a:lnTo>
                <a:lnTo>
                  <a:pt x="483768" y="584161"/>
                </a:lnTo>
                <a:lnTo>
                  <a:pt x="410260" y="586066"/>
                </a:lnTo>
                <a:lnTo>
                  <a:pt x="336765" y="584161"/>
                </a:lnTo>
                <a:lnTo>
                  <a:pt x="267487" y="578700"/>
                </a:lnTo>
                <a:lnTo>
                  <a:pt x="203619" y="570001"/>
                </a:lnTo>
                <a:lnTo>
                  <a:pt x="146316" y="558406"/>
                </a:lnTo>
                <a:lnTo>
                  <a:pt x="96799" y="544258"/>
                </a:lnTo>
                <a:lnTo>
                  <a:pt x="56222" y="527888"/>
                </a:lnTo>
                <a:lnTo>
                  <a:pt x="6642" y="489839"/>
                </a:lnTo>
                <a:lnTo>
                  <a:pt x="0" y="468845"/>
                </a:lnTo>
                <a:lnTo>
                  <a:pt x="0" y="703287"/>
                </a:lnTo>
                <a:lnTo>
                  <a:pt x="25781" y="744080"/>
                </a:lnTo>
                <a:lnTo>
                  <a:pt x="96799" y="778700"/>
                </a:lnTo>
                <a:lnTo>
                  <a:pt x="146316" y="792848"/>
                </a:lnTo>
                <a:lnTo>
                  <a:pt x="203619" y="804443"/>
                </a:lnTo>
                <a:lnTo>
                  <a:pt x="267487" y="813142"/>
                </a:lnTo>
                <a:lnTo>
                  <a:pt x="336765" y="818616"/>
                </a:lnTo>
                <a:lnTo>
                  <a:pt x="410260" y="820508"/>
                </a:lnTo>
                <a:lnTo>
                  <a:pt x="483768" y="818616"/>
                </a:lnTo>
                <a:lnTo>
                  <a:pt x="553034" y="813142"/>
                </a:lnTo>
                <a:lnTo>
                  <a:pt x="616915" y="804443"/>
                </a:lnTo>
                <a:lnTo>
                  <a:pt x="674204" y="792848"/>
                </a:lnTo>
                <a:lnTo>
                  <a:pt x="723734" y="778700"/>
                </a:lnTo>
                <a:lnTo>
                  <a:pt x="764311" y="762330"/>
                </a:lnTo>
                <a:lnTo>
                  <a:pt x="813892" y="724281"/>
                </a:lnTo>
                <a:lnTo>
                  <a:pt x="820521" y="703287"/>
                </a:lnTo>
                <a:lnTo>
                  <a:pt x="820521" y="644677"/>
                </a:lnTo>
                <a:lnTo>
                  <a:pt x="820521" y="586066"/>
                </a:lnTo>
                <a:lnTo>
                  <a:pt x="820521" y="468845"/>
                </a:lnTo>
                <a:close/>
              </a:path>
              <a:path w="821054" h="1113789">
                <a:moveTo>
                  <a:pt x="820521" y="175793"/>
                </a:moveTo>
                <a:lnTo>
                  <a:pt x="813892" y="196786"/>
                </a:lnTo>
                <a:lnTo>
                  <a:pt x="794753" y="216585"/>
                </a:lnTo>
                <a:lnTo>
                  <a:pt x="764311" y="234835"/>
                </a:lnTo>
                <a:lnTo>
                  <a:pt x="732612" y="247624"/>
                </a:lnTo>
                <a:lnTo>
                  <a:pt x="732612" y="380923"/>
                </a:lnTo>
                <a:lnTo>
                  <a:pt x="730504" y="392925"/>
                </a:lnTo>
                <a:lnTo>
                  <a:pt x="724560" y="402170"/>
                </a:lnTo>
                <a:lnTo>
                  <a:pt x="715302" y="408127"/>
                </a:lnTo>
                <a:lnTo>
                  <a:pt x="703313" y="410235"/>
                </a:lnTo>
                <a:lnTo>
                  <a:pt x="691311" y="408127"/>
                </a:lnTo>
                <a:lnTo>
                  <a:pt x="682066" y="402170"/>
                </a:lnTo>
                <a:lnTo>
                  <a:pt x="676109" y="392925"/>
                </a:lnTo>
                <a:lnTo>
                  <a:pt x="674001" y="380923"/>
                </a:lnTo>
                <a:lnTo>
                  <a:pt x="676109" y="368935"/>
                </a:lnTo>
                <a:lnTo>
                  <a:pt x="682066" y="359676"/>
                </a:lnTo>
                <a:lnTo>
                  <a:pt x="691311" y="353733"/>
                </a:lnTo>
                <a:lnTo>
                  <a:pt x="703313" y="351624"/>
                </a:lnTo>
                <a:lnTo>
                  <a:pt x="715302" y="353733"/>
                </a:lnTo>
                <a:lnTo>
                  <a:pt x="724560" y="359676"/>
                </a:lnTo>
                <a:lnTo>
                  <a:pt x="730504" y="368935"/>
                </a:lnTo>
                <a:lnTo>
                  <a:pt x="732612" y="380923"/>
                </a:lnTo>
                <a:lnTo>
                  <a:pt x="732612" y="247624"/>
                </a:lnTo>
                <a:lnTo>
                  <a:pt x="674204" y="265353"/>
                </a:lnTo>
                <a:lnTo>
                  <a:pt x="616915" y="276948"/>
                </a:lnTo>
                <a:lnTo>
                  <a:pt x="553034" y="285648"/>
                </a:lnTo>
                <a:lnTo>
                  <a:pt x="483768" y="291109"/>
                </a:lnTo>
                <a:lnTo>
                  <a:pt x="410260" y="293014"/>
                </a:lnTo>
                <a:lnTo>
                  <a:pt x="336765" y="291109"/>
                </a:lnTo>
                <a:lnTo>
                  <a:pt x="267487" y="285648"/>
                </a:lnTo>
                <a:lnTo>
                  <a:pt x="203619" y="276948"/>
                </a:lnTo>
                <a:lnTo>
                  <a:pt x="146316" y="265353"/>
                </a:lnTo>
                <a:lnTo>
                  <a:pt x="96799" y="251206"/>
                </a:lnTo>
                <a:lnTo>
                  <a:pt x="56222" y="234835"/>
                </a:lnTo>
                <a:lnTo>
                  <a:pt x="6642" y="196786"/>
                </a:lnTo>
                <a:lnTo>
                  <a:pt x="0" y="175793"/>
                </a:lnTo>
                <a:lnTo>
                  <a:pt x="0" y="410235"/>
                </a:lnTo>
                <a:lnTo>
                  <a:pt x="25781" y="451027"/>
                </a:lnTo>
                <a:lnTo>
                  <a:pt x="96799" y="485648"/>
                </a:lnTo>
                <a:lnTo>
                  <a:pt x="146316" y="499795"/>
                </a:lnTo>
                <a:lnTo>
                  <a:pt x="203619" y="511390"/>
                </a:lnTo>
                <a:lnTo>
                  <a:pt x="267487" y="520090"/>
                </a:lnTo>
                <a:lnTo>
                  <a:pt x="336765" y="525551"/>
                </a:lnTo>
                <a:lnTo>
                  <a:pt x="410260" y="527456"/>
                </a:lnTo>
                <a:lnTo>
                  <a:pt x="483768" y="525551"/>
                </a:lnTo>
                <a:lnTo>
                  <a:pt x="553034" y="520090"/>
                </a:lnTo>
                <a:lnTo>
                  <a:pt x="616915" y="511390"/>
                </a:lnTo>
                <a:lnTo>
                  <a:pt x="674204" y="499795"/>
                </a:lnTo>
                <a:lnTo>
                  <a:pt x="723734" y="485648"/>
                </a:lnTo>
                <a:lnTo>
                  <a:pt x="764311" y="469277"/>
                </a:lnTo>
                <a:lnTo>
                  <a:pt x="813892" y="431228"/>
                </a:lnTo>
                <a:lnTo>
                  <a:pt x="820521" y="410235"/>
                </a:lnTo>
                <a:lnTo>
                  <a:pt x="820521" y="351624"/>
                </a:lnTo>
                <a:lnTo>
                  <a:pt x="820521" y="293014"/>
                </a:lnTo>
                <a:lnTo>
                  <a:pt x="820521" y="175793"/>
                </a:lnTo>
                <a:close/>
              </a:path>
              <a:path w="821054" h="1113789">
                <a:moveTo>
                  <a:pt x="820521" y="117182"/>
                </a:moveTo>
                <a:lnTo>
                  <a:pt x="794854" y="76276"/>
                </a:lnTo>
                <a:lnTo>
                  <a:pt x="724039" y="41668"/>
                </a:lnTo>
                <a:lnTo>
                  <a:pt x="674598" y="27559"/>
                </a:lnTo>
                <a:lnTo>
                  <a:pt x="617334" y="16002"/>
                </a:lnTo>
                <a:lnTo>
                  <a:pt x="553415" y="7327"/>
                </a:lnTo>
                <a:lnTo>
                  <a:pt x="484009" y="1892"/>
                </a:lnTo>
                <a:lnTo>
                  <a:pt x="410260" y="0"/>
                </a:lnTo>
                <a:lnTo>
                  <a:pt x="336524" y="1892"/>
                </a:lnTo>
                <a:lnTo>
                  <a:pt x="267119" y="7327"/>
                </a:lnTo>
                <a:lnTo>
                  <a:pt x="203200" y="16002"/>
                </a:lnTo>
                <a:lnTo>
                  <a:pt x="145935" y="27559"/>
                </a:lnTo>
                <a:lnTo>
                  <a:pt x="96494" y="41668"/>
                </a:lnTo>
                <a:lnTo>
                  <a:pt x="56019" y="58026"/>
                </a:lnTo>
                <a:lnTo>
                  <a:pt x="6616" y="96113"/>
                </a:lnTo>
                <a:lnTo>
                  <a:pt x="0" y="117182"/>
                </a:lnTo>
                <a:lnTo>
                  <a:pt x="6616" y="138252"/>
                </a:lnTo>
                <a:lnTo>
                  <a:pt x="56019" y="176339"/>
                </a:lnTo>
                <a:lnTo>
                  <a:pt x="96494" y="192697"/>
                </a:lnTo>
                <a:lnTo>
                  <a:pt x="145935" y="206832"/>
                </a:lnTo>
                <a:lnTo>
                  <a:pt x="203200" y="218401"/>
                </a:lnTo>
                <a:lnTo>
                  <a:pt x="267119" y="227063"/>
                </a:lnTo>
                <a:lnTo>
                  <a:pt x="336524" y="232511"/>
                </a:lnTo>
                <a:lnTo>
                  <a:pt x="410260" y="234403"/>
                </a:lnTo>
                <a:lnTo>
                  <a:pt x="484009" y="232511"/>
                </a:lnTo>
                <a:lnTo>
                  <a:pt x="553415" y="227063"/>
                </a:lnTo>
                <a:lnTo>
                  <a:pt x="617334" y="218401"/>
                </a:lnTo>
                <a:lnTo>
                  <a:pt x="674598" y="206832"/>
                </a:lnTo>
                <a:lnTo>
                  <a:pt x="724039" y="192697"/>
                </a:lnTo>
                <a:lnTo>
                  <a:pt x="764514" y="176339"/>
                </a:lnTo>
                <a:lnTo>
                  <a:pt x="813917" y="138252"/>
                </a:lnTo>
                <a:lnTo>
                  <a:pt x="820521" y="117182"/>
                </a:lnTo>
                <a:close/>
              </a:path>
            </a:pathLst>
          </a:custGeom>
          <a:solidFill>
            <a:srgbClr val="006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60391" y="2703576"/>
            <a:ext cx="228600" cy="476884"/>
          </a:xfrm>
          <a:custGeom>
            <a:avLst/>
            <a:gdLst/>
            <a:ahLst/>
            <a:cxnLst/>
            <a:rect l="l" t="t" r="r" b="b"/>
            <a:pathLst>
              <a:path w="228600" h="476885">
                <a:moveTo>
                  <a:pt x="15240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152400" y="76200"/>
                </a:lnTo>
                <a:lnTo>
                  <a:pt x="152400" y="0"/>
                </a:lnTo>
                <a:close/>
              </a:path>
              <a:path w="228600" h="476885">
                <a:moveTo>
                  <a:pt x="152400" y="152400"/>
                </a:moveTo>
                <a:lnTo>
                  <a:pt x="76200" y="152400"/>
                </a:lnTo>
                <a:lnTo>
                  <a:pt x="76200" y="228600"/>
                </a:lnTo>
                <a:lnTo>
                  <a:pt x="152400" y="228600"/>
                </a:lnTo>
                <a:lnTo>
                  <a:pt x="152400" y="152400"/>
                </a:lnTo>
                <a:close/>
              </a:path>
              <a:path w="228600" h="476885">
                <a:moveTo>
                  <a:pt x="228600" y="248285"/>
                </a:moveTo>
                <a:lnTo>
                  <a:pt x="0" y="248285"/>
                </a:lnTo>
                <a:lnTo>
                  <a:pt x="114300" y="476885"/>
                </a:lnTo>
                <a:lnTo>
                  <a:pt x="228600" y="248285"/>
                </a:lnTo>
                <a:close/>
              </a:path>
            </a:pathLst>
          </a:custGeom>
          <a:solidFill>
            <a:srgbClr val="00C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810000" y="3310640"/>
            <a:ext cx="1139190" cy="468630"/>
            <a:chOff x="3810000" y="3310640"/>
            <a:chExt cx="1139190" cy="468630"/>
          </a:xfrm>
        </p:grpSpPr>
        <p:sp>
          <p:nvSpPr>
            <p:cNvPr id="6" name="object 6"/>
            <p:cNvSpPr/>
            <p:nvPr/>
          </p:nvSpPr>
          <p:spPr>
            <a:xfrm>
              <a:off x="4602454" y="3310648"/>
              <a:ext cx="346710" cy="468630"/>
            </a:xfrm>
            <a:custGeom>
              <a:avLst/>
              <a:gdLst/>
              <a:ahLst/>
              <a:cxnLst/>
              <a:rect l="l" t="t" r="r" b="b"/>
              <a:pathLst>
                <a:path w="346710" h="468629">
                  <a:moveTo>
                    <a:pt x="346125" y="320573"/>
                  </a:moveTo>
                  <a:lnTo>
                    <a:pt x="332473" y="339725"/>
                  </a:lnTo>
                  <a:lnTo>
                    <a:pt x="309041" y="349618"/>
                  </a:lnTo>
                  <a:lnTo>
                    <a:pt x="309041" y="399491"/>
                  </a:lnTo>
                  <a:lnTo>
                    <a:pt x="309041" y="414286"/>
                  </a:lnTo>
                  <a:lnTo>
                    <a:pt x="304088" y="419214"/>
                  </a:lnTo>
                  <a:lnTo>
                    <a:pt x="289255" y="419214"/>
                  </a:lnTo>
                  <a:lnTo>
                    <a:pt x="284314" y="414286"/>
                  </a:lnTo>
                  <a:lnTo>
                    <a:pt x="284314" y="399491"/>
                  </a:lnTo>
                  <a:lnTo>
                    <a:pt x="289255" y="394550"/>
                  </a:lnTo>
                  <a:lnTo>
                    <a:pt x="304088" y="394550"/>
                  </a:lnTo>
                  <a:lnTo>
                    <a:pt x="309041" y="399491"/>
                  </a:lnTo>
                  <a:lnTo>
                    <a:pt x="309041" y="349618"/>
                  </a:lnTo>
                  <a:lnTo>
                    <a:pt x="295287" y="355409"/>
                  </a:lnTo>
                  <a:lnTo>
                    <a:pt x="240258" y="366001"/>
                  </a:lnTo>
                  <a:lnTo>
                    <a:pt x="173062" y="369900"/>
                  </a:lnTo>
                  <a:lnTo>
                    <a:pt x="105867" y="366001"/>
                  </a:lnTo>
                  <a:lnTo>
                    <a:pt x="50838" y="355409"/>
                  </a:lnTo>
                  <a:lnTo>
                    <a:pt x="13652" y="339725"/>
                  </a:lnTo>
                  <a:lnTo>
                    <a:pt x="0" y="320573"/>
                  </a:lnTo>
                  <a:lnTo>
                    <a:pt x="0" y="419214"/>
                  </a:lnTo>
                  <a:lnTo>
                    <a:pt x="13652" y="438365"/>
                  </a:lnTo>
                  <a:lnTo>
                    <a:pt x="50838" y="454050"/>
                  </a:lnTo>
                  <a:lnTo>
                    <a:pt x="105867" y="464654"/>
                  </a:lnTo>
                  <a:lnTo>
                    <a:pt x="173062" y="468541"/>
                  </a:lnTo>
                  <a:lnTo>
                    <a:pt x="240258" y="464654"/>
                  </a:lnTo>
                  <a:lnTo>
                    <a:pt x="295287" y="454050"/>
                  </a:lnTo>
                  <a:lnTo>
                    <a:pt x="332473" y="438365"/>
                  </a:lnTo>
                  <a:lnTo>
                    <a:pt x="346125" y="419214"/>
                  </a:lnTo>
                  <a:lnTo>
                    <a:pt x="346125" y="394550"/>
                  </a:lnTo>
                  <a:lnTo>
                    <a:pt x="346125" y="369900"/>
                  </a:lnTo>
                  <a:lnTo>
                    <a:pt x="346125" y="320573"/>
                  </a:lnTo>
                  <a:close/>
                </a:path>
                <a:path w="346710" h="468629">
                  <a:moveTo>
                    <a:pt x="346125" y="197269"/>
                  </a:moveTo>
                  <a:lnTo>
                    <a:pt x="332473" y="216420"/>
                  </a:lnTo>
                  <a:lnTo>
                    <a:pt x="309041" y="226314"/>
                  </a:lnTo>
                  <a:lnTo>
                    <a:pt x="309041" y="276186"/>
                  </a:lnTo>
                  <a:lnTo>
                    <a:pt x="309041" y="290982"/>
                  </a:lnTo>
                  <a:lnTo>
                    <a:pt x="304088" y="295910"/>
                  </a:lnTo>
                  <a:lnTo>
                    <a:pt x="289255" y="295910"/>
                  </a:lnTo>
                  <a:lnTo>
                    <a:pt x="284314" y="290982"/>
                  </a:lnTo>
                  <a:lnTo>
                    <a:pt x="284314" y="276186"/>
                  </a:lnTo>
                  <a:lnTo>
                    <a:pt x="289255" y="271246"/>
                  </a:lnTo>
                  <a:lnTo>
                    <a:pt x="304088" y="271246"/>
                  </a:lnTo>
                  <a:lnTo>
                    <a:pt x="309041" y="276186"/>
                  </a:lnTo>
                  <a:lnTo>
                    <a:pt x="309041" y="226314"/>
                  </a:lnTo>
                  <a:lnTo>
                    <a:pt x="295287" y="232105"/>
                  </a:lnTo>
                  <a:lnTo>
                    <a:pt x="240258" y="242697"/>
                  </a:lnTo>
                  <a:lnTo>
                    <a:pt x="173062" y="246583"/>
                  </a:lnTo>
                  <a:lnTo>
                    <a:pt x="105867" y="242697"/>
                  </a:lnTo>
                  <a:lnTo>
                    <a:pt x="50838" y="232105"/>
                  </a:lnTo>
                  <a:lnTo>
                    <a:pt x="13652" y="216420"/>
                  </a:lnTo>
                  <a:lnTo>
                    <a:pt x="0" y="197269"/>
                  </a:lnTo>
                  <a:lnTo>
                    <a:pt x="0" y="295910"/>
                  </a:lnTo>
                  <a:lnTo>
                    <a:pt x="13652" y="315061"/>
                  </a:lnTo>
                  <a:lnTo>
                    <a:pt x="50838" y="330746"/>
                  </a:lnTo>
                  <a:lnTo>
                    <a:pt x="105867" y="341337"/>
                  </a:lnTo>
                  <a:lnTo>
                    <a:pt x="173062" y="345236"/>
                  </a:lnTo>
                  <a:lnTo>
                    <a:pt x="240258" y="341337"/>
                  </a:lnTo>
                  <a:lnTo>
                    <a:pt x="295287" y="330746"/>
                  </a:lnTo>
                  <a:lnTo>
                    <a:pt x="332473" y="315061"/>
                  </a:lnTo>
                  <a:lnTo>
                    <a:pt x="346125" y="295910"/>
                  </a:lnTo>
                  <a:lnTo>
                    <a:pt x="346125" y="271246"/>
                  </a:lnTo>
                  <a:lnTo>
                    <a:pt x="346125" y="246583"/>
                  </a:lnTo>
                  <a:lnTo>
                    <a:pt x="346125" y="197269"/>
                  </a:lnTo>
                  <a:close/>
                </a:path>
                <a:path w="346710" h="468629">
                  <a:moveTo>
                    <a:pt x="346125" y="73964"/>
                  </a:moveTo>
                  <a:lnTo>
                    <a:pt x="332473" y="93116"/>
                  </a:lnTo>
                  <a:lnTo>
                    <a:pt x="309041" y="103009"/>
                  </a:lnTo>
                  <a:lnTo>
                    <a:pt x="309041" y="152882"/>
                  </a:lnTo>
                  <a:lnTo>
                    <a:pt x="309041" y="167678"/>
                  </a:lnTo>
                  <a:lnTo>
                    <a:pt x="304088" y="172605"/>
                  </a:lnTo>
                  <a:lnTo>
                    <a:pt x="289255" y="172605"/>
                  </a:lnTo>
                  <a:lnTo>
                    <a:pt x="284314" y="167678"/>
                  </a:lnTo>
                  <a:lnTo>
                    <a:pt x="284314" y="152882"/>
                  </a:lnTo>
                  <a:lnTo>
                    <a:pt x="289255" y="147942"/>
                  </a:lnTo>
                  <a:lnTo>
                    <a:pt x="304088" y="147942"/>
                  </a:lnTo>
                  <a:lnTo>
                    <a:pt x="309041" y="152882"/>
                  </a:lnTo>
                  <a:lnTo>
                    <a:pt x="309041" y="103009"/>
                  </a:lnTo>
                  <a:lnTo>
                    <a:pt x="295287" y="108800"/>
                  </a:lnTo>
                  <a:lnTo>
                    <a:pt x="240258" y="119392"/>
                  </a:lnTo>
                  <a:lnTo>
                    <a:pt x="173062" y="123278"/>
                  </a:lnTo>
                  <a:lnTo>
                    <a:pt x="105867" y="119392"/>
                  </a:lnTo>
                  <a:lnTo>
                    <a:pt x="50838" y="108800"/>
                  </a:lnTo>
                  <a:lnTo>
                    <a:pt x="13652" y="93116"/>
                  </a:lnTo>
                  <a:lnTo>
                    <a:pt x="0" y="73964"/>
                  </a:lnTo>
                  <a:lnTo>
                    <a:pt x="0" y="172605"/>
                  </a:lnTo>
                  <a:lnTo>
                    <a:pt x="13652" y="191757"/>
                  </a:lnTo>
                  <a:lnTo>
                    <a:pt x="50838" y="207441"/>
                  </a:lnTo>
                  <a:lnTo>
                    <a:pt x="105867" y="218033"/>
                  </a:lnTo>
                  <a:lnTo>
                    <a:pt x="173062" y="221932"/>
                  </a:lnTo>
                  <a:lnTo>
                    <a:pt x="240258" y="218033"/>
                  </a:lnTo>
                  <a:lnTo>
                    <a:pt x="295287" y="207441"/>
                  </a:lnTo>
                  <a:lnTo>
                    <a:pt x="332473" y="191757"/>
                  </a:lnTo>
                  <a:lnTo>
                    <a:pt x="346125" y="172605"/>
                  </a:lnTo>
                  <a:lnTo>
                    <a:pt x="346125" y="147942"/>
                  </a:lnTo>
                  <a:lnTo>
                    <a:pt x="346125" y="123278"/>
                  </a:lnTo>
                  <a:lnTo>
                    <a:pt x="346125" y="73964"/>
                  </a:lnTo>
                  <a:close/>
                </a:path>
                <a:path w="346710" h="468629">
                  <a:moveTo>
                    <a:pt x="346125" y="49301"/>
                  </a:moveTo>
                  <a:lnTo>
                    <a:pt x="332524" y="30099"/>
                  </a:lnTo>
                  <a:lnTo>
                    <a:pt x="295440" y="14427"/>
                  </a:lnTo>
                  <a:lnTo>
                    <a:pt x="240423" y="3873"/>
                  </a:lnTo>
                  <a:lnTo>
                    <a:pt x="173062" y="0"/>
                  </a:lnTo>
                  <a:lnTo>
                    <a:pt x="105702" y="3873"/>
                  </a:lnTo>
                  <a:lnTo>
                    <a:pt x="50685" y="14427"/>
                  </a:lnTo>
                  <a:lnTo>
                    <a:pt x="13601" y="30099"/>
                  </a:lnTo>
                  <a:lnTo>
                    <a:pt x="0" y="49301"/>
                  </a:lnTo>
                  <a:lnTo>
                    <a:pt x="13601" y="68503"/>
                  </a:lnTo>
                  <a:lnTo>
                    <a:pt x="50685" y="84175"/>
                  </a:lnTo>
                  <a:lnTo>
                    <a:pt x="105702" y="94742"/>
                  </a:lnTo>
                  <a:lnTo>
                    <a:pt x="173062" y="98628"/>
                  </a:lnTo>
                  <a:lnTo>
                    <a:pt x="240423" y="94742"/>
                  </a:lnTo>
                  <a:lnTo>
                    <a:pt x="295440" y="84175"/>
                  </a:lnTo>
                  <a:lnTo>
                    <a:pt x="332524" y="68503"/>
                  </a:lnTo>
                  <a:lnTo>
                    <a:pt x="346125" y="49301"/>
                  </a:lnTo>
                  <a:close/>
                </a:path>
              </a:pathLst>
            </a:custGeom>
            <a:solidFill>
              <a:srgbClr val="99E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10000" y="3448812"/>
              <a:ext cx="762000" cy="228600"/>
            </a:xfrm>
            <a:custGeom>
              <a:avLst/>
              <a:gdLst/>
              <a:ahLst/>
              <a:cxnLst/>
              <a:rect l="l" t="t" r="r" b="b"/>
              <a:pathLst>
                <a:path w="762000" h="228600">
                  <a:moveTo>
                    <a:pt x="762000" y="76200"/>
                  </a:moveTo>
                  <a:lnTo>
                    <a:pt x="685800" y="76200"/>
                  </a:lnTo>
                  <a:lnTo>
                    <a:pt x="685800" y="152400"/>
                  </a:lnTo>
                  <a:lnTo>
                    <a:pt x="762000" y="152400"/>
                  </a:lnTo>
                  <a:lnTo>
                    <a:pt x="762000" y="76200"/>
                  </a:lnTo>
                  <a:close/>
                </a:path>
                <a:path w="762000" h="228600">
                  <a:moveTo>
                    <a:pt x="609600" y="76200"/>
                  </a:moveTo>
                  <a:lnTo>
                    <a:pt x="533400" y="76200"/>
                  </a:lnTo>
                  <a:lnTo>
                    <a:pt x="533400" y="152400"/>
                  </a:lnTo>
                  <a:lnTo>
                    <a:pt x="609600" y="152400"/>
                  </a:lnTo>
                  <a:lnTo>
                    <a:pt x="609600" y="76200"/>
                  </a:lnTo>
                  <a:close/>
                </a:path>
                <a:path w="762000" h="228600">
                  <a:moveTo>
                    <a:pt x="457200" y="76200"/>
                  </a:moveTo>
                  <a:lnTo>
                    <a:pt x="381000" y="76200"/>
                  </a:lnTo>
                  <a:lnTo>
                    <a:pt x="381000" y="152400"/>
                  </a:lnTo>
                  <a:lnTo>
                    <a:pt x="457200" y="152400"/>
                  </a:lnTo>
                  <a:lnTo>
                    <a:pt x="457200" y="76200"/>
                  </a:lnTo>
                  <a:close/>
                </a:path>
                <a:path w="762000" h="228600">
                  <a:moveTo>
                    <a:pt x="228600" y="0"/>
                  </a:moveTo>
                  <a:lnTo>
                    <a:pt x="0" y="114300"/>
                  </a:lnTo>
                  <a:lnTo>
                    <a:pt x="228600" y="228600"/>
                  </a:lnTo>
                  <a:lnTo>
                    <a:pt x="228600" y="0"/>
                  </a:lnTo>
                  <a:close/>
                </a:path>
                <a:path w="762000" h="228600">
                  <a:moveTo>
                    <a:pt x="304800" y="76200"/>
                  </a:moveTo>
                  <a:lnTo>
                    <a:pt x="228600" y="76200"/>
                  </a:lnTo>
                  <a:lnTo>
                    <a:pt x="228600" y="152400"/>
                  </a:lnTo>
                  <a:lnTo>
                    <a:pt x="304800" y="152400"/>
                  </a:lnTo>
                  <a:lnTo>
                    <a:pt x="304800" y="762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305425" y="1824990"/>
            <a:ext cx="6019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TB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24354" y="1903552"/>
            <a:ext cx="16205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Why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Sampling?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66105" y="2689986"/>
            <a:ext cx="782320" cy="1021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SAMPLE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80"/>
              </a:spcBef>
            </a:pPr>
            <a:endParaRPr sz="1800">
              <a:latin typeface="Calibri"/>
              <a:cs typeface="Calibri"/>
            </a:endParaRPr>
          </a:p>
          <a:p>
            <a:pPr marL="1905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500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GB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30321" y="3254501"/>
            <a:ext cx="753110" cy="528320"/>
          </a:xfrm>
          <a:custGeom>
            <a:avLst/>
            <a:gdLst/>
            <a:ahLst/>
            <a:cxnLst/>
            <a:rect l="l" t="t" r="r" b="b"/>
            <a:pathLst>
              <a:path w="753110" h="528320">
                <a:moveTo>
                  <a:pt x="752983" y="0"/>
                </a:moveTo>
                <a:lnTo>
                  <a:pt x="0" y="0"/>
                </a:lnTo>
                <a:lnTo>
                  <a:pt x="0" y="57150"/>
                </a:lnTo>
                <a:lnTo>
                  <a:pt x="0" y="170180"/>
                </a:lnTo>
                <a:lnTo>
                  <a:pt x="0" y="528320"/>
                </a:lnTo>
                <a:lnTo>
                  <a:pt x="752983" y="528320"/>
                </a:lnTo>
                <a:lnTo>
                  <a:pt x="752983" y="471258"/>
                </a:lnTo>
                <a:lnTo>
                  <a:pt x="752983" y="358305"/>
                </a:lnTo>
                <a:lnTo>
                  <a:pt x="696506" y="358305"/>
                </a:lnTo>
                <a:lnTo>
                  <a:pt x="696506" y="471170"/>
                </a:lnTo>
                <a:lnTo>
                  <a:pt x="508266" y="471170"/>
                </a:lnTo>
                <a:lnTo>
                  <a:pt x="508266" y="358305"/>
                </a:lnTo>
                <a:lnTo>
                  <a:pt x="470611" y="358305"/>
                </a:lnTo>
                <a:lnTo>
                  <a:pt x="470611" y="471170"/>
                </a:lnTo>
                <a:lnTo>
                  <a:pt x="282359" y="471170"/>
                </a:lnTo>
                <a:lnTo>
                  <a:pt x="282359" y="358305"/>
                </a:lnTo>
                <a:lnTo>
                  <a:pt x="244716" y="358305"/>
                </a:lnTo>
                <a:lnTo>
                  <a:pt x="244716" y="471170"/>
                </a:lnTo>
                <a:lnTo>
                  <a:pt x="56464" y="471170"/>
                </a:lnTo>
                <a:lnTo>
                  <a:pt x="56464" y="358140"/>
                </a:lnTo>
                <a:lnTo>
                  <a:pt x="752983" y="358140"/>
                </a:lnTo>
                <a:lnTo>
                  <a:pt x="752983" y="320649"/>
                </a:lnTo>
                <a:lnTo>
                  <a:pt x="752983" y="320040"/>
                </a:lnTo>
                <a:lnTo>
                  <a:pt x="752983" y="208280"/>
                </a:lnTo>
                <a:lnTo>
                  <a:pt x="752983" y="207695"/>
                </a:lnTo>
                <a:lnTo>
                  <a:pt x="752983" y="170180"/>
                </a:lnTo>
                <a:lnTo>
                  <a:pt x="696506" y="170180"/>
                </a:lnTo>
                <a:lnTo>
                  <a:pt x="696506" y="208280"/>
                </a:lnTo>
                <a:lnTo>
                  <a:pt x="696506" y="320040"/>
                </a:lnTo>
                <a:lnTo>
                  <a:pt x="508266" y="320040"/>
                </a:lnTo>
                <a:lnTo>
                  <a:pt x="508266" y="208280"/>
                </a:lnTo>
                <a:lnTo>
                  <a:pt x="696506" y="208280"/>
                </a:lnTo>
                <a:lnTo>
                  <a:pt x="696506" y="170180"/>
                </a:lnTo>
                <a:lnTo>
                  <a:pt x="470611" y="170180"/>
                </a:lnTo>
                <a:lnTo>
                  <a:pt x="470611" y="208280"/>
                </a:lnTo>
                <a:lnTo>
                  <a:pt x="470611" y="320040"/>
                </a:lnTo>
                <a:lnTo>
                  <a:pt x="282359" y="320040"/>
                </a:lnTo>
                <a:lnTo>
                  <a:pt x="282359" y="208280"/>
                </a:lnTo>
                <a:lnTo>
                  <a:pt x="470611" y="208280"/>
                </a:lnTo>
                <a:lnTo>
                  <a:pt x="470611" y="170180"/>
                </a:lnTo>
                <a:lnTo>
                  <a:pt x="244716" y="170180"/>
                </a:lnTo>
                <a:lnTo>
                  <a:pt x="244716" y="208280"/>
                </a:lnTo>
                <a:lnTo>
                  <a:pt x="244716" y="320040"/>
                </a:lnTo>
                <a:lnTo>
                  <a:pt x="56464" y="320040"/>
                </a:lnTo>
                <a:lnTo>
                  <a:pt x="56464" y="208280"/>
                </a:lnTo>
                <a:lnTo>
                  <a:pt x="244716" y="208280"/>
                </a:lnTo>
                <a:lnTo>
                  <a:pt x="244716" y="170180"/>
                </a:lnTo>
                <a:lnTo>
                  <a:pt x="56464" y="170180"/>
                </a:lnTo>
                <a:lnTo>
                  <a:pt x="56464" y="57150"/>
                </a:lnTo>
                <a:lnTo>
                  <a:pt x="244716" y="57150"/>
                </a:lnTo>
                <a:lnTo>
                  <a:pt x="244716" y="170053"/>
                </a:lnTo>
                <a:lnTo>
                  <a:pt x="282359" y="170053"/>
                </a:lnTo>
                <a:lnTo>
                  <a:pt x="282359" y="57150"/>
                </a:lnTo>
                <a:lnTo>
                  <a:pt x="470611" y="57150"/>
                </a:lnTo>
                <a:lnTo>
                  <a:pt x="470611" y="170053"/>
                </a:lnTo>
                <a:lnTo>
                  <a:pt x="508266" y="170053"/>
                </a:lnTo>
                <a:lnTo>
                  <a:pt x="508266" y="57150"/>
                </a:lnTo>
                <a:lnTo>
                  <a:pt x="696506" y="57150"/>
                </a:lnTo>
                <a:lnTo>
                  <a:pt x="696506" y="170053"/>
                </a:lnTo>
                <a:lnTo>
                  <a:pt x="752983" y="170053"/>
                </a:lnTo>
                <a:lnTo>
                  <a:pt x="752983" y="57150"/>
                </a:lnTo>
                <a:lnTo>
                  <a:pt x="752983" y="0"/>
                </a:lnTo>
                <a:close/>
              </a:path>
            </a:pathLst>
          </a:custGeom>
          <a:solidFill>
            <a:srgbClr val="AEAEA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57325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55" dirty="0"/>
              <a:t> </a:t>
            </a:r>
            <a:r>
              <a:rPr spc="-10" dirty="0"/>
              <a:t>Sampling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3548" y="1903552"/>
            <a:ext cx="5705475" cy="14770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7343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Why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Sampling?</a:t>
            </a:r>
            <a:endParaRPr sz="2000">
              <a:latin typeface="Calibri"/>
              <a:cs typeface="Calibri"/>
            </a:endParaRPr>
          </a:p>
          <a:p>
            <a:pPr marL="147320" indent="-134620">
              <a:lnSpc>
                <a:spcPct val="100000"/>
              </a:lnSpc>
              <a:spcBef>
                <a:spcPts val="2095"/>
              </a:spcBef>
              <a:buChar char="-"/>
              <a:tabLst>
                <a:tab pos="147320" algn="l"/>
              </a:tabLst>
            </a:pP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Use-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cases: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Query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development,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  <a:p>
            <a:pPr marL="172720" indent="-134620">
              <a:lnSpc>
                <a:spcPct val="100000"/>
              </a:lnSpc>
              <a:spcBef>
                <a:spcPts val="2125"/>
              </a:spcBef>
              <a:buChar char="-"/>
              <a:tabLst>
                <a:tab pos="172720" algn="l"/>
              </a:tabLst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Faster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cost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efficient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(less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compute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resources)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57325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55" dirty="0"/>
              <a:t> </a:t>
            </a:r>
            <a:r>
              <a:rPr spc="-10" dirty="0"/>
              <a:t>Sampling</a:t>
            </a:r>
          </a:p>
        </p:txBody>
      </p:sp>
      <p:sp>
        <p:nvSpPr>
          <p:cNvPr id="3" name="object 3"/>
          <p:cNvSpPr/>
          <p:nvPr/>
        </p:nvSpPr>
        <p:spPr>
          <a:xfrm>
            <a:off x="4366399" y="1437093"/>
            <a:ext cx="821055" cy="1113790"/>
          </a:xfrm>
          <a:custGeom>
            <a:avLst/>
            <a:gdLst/>
            <a:ahLst/>
            <a:cxnLst/>
            <a:rect l="l" t="t" r="r" b="b"/>
            <a:pathLst>
              <a:path w="821054" h="1113789">
                <a:moveTo>
                  <a:pt x="820521" y="761898"/>
                </a:moveTo>
                <a:lnTo>
                  <a:pt x="813892" y="782904"/>
                </a:lnTo>
                <a:lnTo>
                  <a:pt x="794753" y="802690"/>
                </a:lnTo>
                <a:lnTo>
                  <a:pt x="764311" y="820940"/>
                </a:lnTo>
                <a:lnTo>
                  <a:pt x="732612" y="833729"/>
                </a:lnTo>
                <a:lnTo>
                  <a:pt x="732612" y="967041"/>
                </a:lnTo>
                <a:lnTo>
                  <a:pt x="730504" y="979030"/>
                </a:lnTo>
                <a:lnTo>
                  <a:pt x="724560" y="988275"/>
                </a:lnTo>
                <a:lnTo>
                  <a:pt x="715302" y="994232"/>
                </a:lnTo>
                <a:lnTo>
                  <a:pt x="703313" y="996340"/>
                </a:lnTo>
                <a:lnTo>
                  <a:pt x="691311" y="994232"/>
                </a:lnTo>
                <a:lnTo>
                  <a:pt x="682066" y="988275"/>
                </a:lnTo>
                <a:lnTo>
                  <a:pt x="676109" y="979030"/>
                </a:lnTo>
                <a:lnTo>
                  <a:pt x="674001" y="967041"/>
                </a:lnTo>
                <a:lnTo>
                  <a:pt x="676109" y="955040"/>
                </a:lnTo>
                <a:lnTo>
                  <a:pt x="682066" y="945794"/>
                </a:lnTo>
                <a:lnTo>
                  <a:pt x="691311" y="939838"/>
                </a:lnTo>
                <a:lnTo>
                  <a:pt x="703313" y="937729"/>
                </a:lnTo>
                <a:lnTo>
                  <a:pt x="715302" y="939838"/>
                </a:lnTo>
                <a:lnTo>
                  <a:pt x="724560" y="945794"/>
                </a:lnTo>
                <a:lnTo>
                  <a:pt x="730504" y="955040"/>
                </a:lnTo>
                <a:lnTo>
                  <a:pt x="732612" y="967041"/>
                </a:lnTo>
                <a:lnTo>
                  <a:pt x="732612" y="833729"/>
                </a:lnTo>
                <a:lnTo>
                  <a:pt x="674204" y="851458"/>
                </a:lnTo>
                <a:lnTo>
                  <a:pt x="616915" y="863053"/>
                </a:lnTo>
                <a:lnTo>
                  <a:pt x="553034" y="871753"/>
                </a:lnTo>
                <a:lnTo>
                  <a:pt x="483768" y="877227"/>
                </a:lnTo>
                <a:lnTo>
                  <a:pt x="410260" y="879119"/>
                </a:lnTo>
                <a:lnTo>
                  <a:pt x="336765" y="877227"/>
                </a:lnTo>
                <a:lnTo>
                  <a:pt x="267487" y="871753"/>
                </a:lnTo>
                <a:lnTo>
                  <a:pt x="203619" y="863053"/>
                </a:lnTo>
                <a:lnTo>
                  <a:pt x="146316" y="851458"/>
                </a:lnTo>
                <a:lnTo>
                  <a:pt x="96799" y="837311"/>
                </a:lnTo>
                <a:lnTo>
                  <a:pt x="56222" y="820940"/>
                </a:lnTo>
                <a:lnTo>
                  <a:pt x="6642" y="782891"/>
                </a:lnTo>
                <a:lnTo>
                  <a:pt x="0" y="761898"/>
                </a:lnTo>
                <a:lnTo>
                  <a:pt x="0" y="996340"/>
                </a:lnTo>
                <a:lnTo>
                  <a:pt x="25781" y="1037132"/>
                </a:lnTo>
                <a:lnTo>
                  <a:pt x="96799" y="1071753"/>
                </a:lnTo>
                <a:lnTo>
                  <a:pt x="146316" y="1085900"/>
                </a:lnTo>
                <a:lnTo>
                  <a:pt x="203619" y="1097495"/>
                </a:lnTo>
                <a:lnTo>
                  <a:pt x="267487" y="1106195"/>
                </a:lnTo>
                <a:lnTo>
                  <a:pt x="336765" y="1111669"/>
                </a:lnTo>
                <a:lnTo>
                  <a:pt x="410260" y="1113561"/>
                </a:lnTo>
                <a:lnTo>
                  <a:pt x="483768" y="1111669"/>
                </a:lnTo>
                <a:lnTo>
                  <a:pt x="553034" y="1106195"/>
                </a:lnTo>
                <a:lnTo>
                  <a:pt x="616915" y="1097495"/>
                </a:lnTo>
                <a:lnTo>
                  <a:pt x="674204" y="1085900"/>
                </a:lnTo>
                <a:lnTo>
                  <a:pt x="723734" y="1071753"/>
                </a:lnTo>
                <a:lnTo>
                  <a:pt x="764311" y="1055382"/>
                </a:lnTo>
                <a:lnTo>
                  <a:pt x="813892" y="1017346"/>
                </a:lnTo>
                <a:lnTo>
                  <a:pt x="820521" y="996340"/>
                </a:lnTo>
                <a:lnTo>
                  <a:pt x="820521" y="937729"/>
                </a:lnTo>
                <a:lnTo>
                  <a:pt x="820521" y="879119"/>
                </a:lnTo>
                <a:lnTo>
                  <a:pt x="820521" y="761898"/>
                </a:lnTo>
                <a:close/>
              </a:path>
              <a:path w="821054" h="1113789">
                <a:moveTo>
                  <a:pt x="820521" y="468845"/>
                </a:moveTo>
                <a:lnTo>
                  <a:pt x="813892" y="489839"/>
                </a:lnTo>
                <a:lnTo>
                  <a:pt x="794753" y="509638"/>
                </a:lnTo>
                <a:lnTo>
                  <a:pt x="764311" y="527888"/>
                </a:lnTo>
                <a:lnTo>
                  <a:pt x="732612" y="540677"/>
                </a:lnTo>
                <a:lnTo>
                  <a:pt x="732612" y="673976"/>
                </a:lnTo>
                <a:lnTo>
                  <a:pt x="730504" y="685977"/>
                </a:lnTo>
                <a:lnTo>
                  <a:pt x="724560" y="695223"/>
                </a:lnTo>
                <a:lnTo>
                  <a:pt x="715302" y="701179"/>
                </a:lnTo>
                <a:lnTo>
                  <a:pt x="703313" y="703287"/>
                </a:lnTo>
                <a:lnTo>
                  <a:pt x="691311" y="701179"/>
                </a:lnTo>
                <a:lnTo>
                  <a:pt x="682066" y="695223"/>
                </a:lnTo>
                <a:lnTo>
                  <a:pt x="676109" y="685977"/>
                </a:lnTo>
                <a:lnTo>
                  <a:pt x="674001" y="673976"/>
                </a:lnTo>
                <a:lnTo>
                  <a:pt x="676109" y="661987"/>
                </a:lnTo>
                <a:lnTo>
                  <a:pt x="682066" y="652729"/>
                </a:lnTo>
                <a:lnTo>
                  <a:pt x="691311" y="646785"/>
                </a:lnTo>
                <a:lnTo>
                  <a:pt x="703313" y="644677"/>
                </a:lnTo>
                <a:lnTo>
                  <a:pt x="715302" y="646785"/>
                </a:lnTo>
                <a:lnTo>
                  <a:pt x="724560" y="652729"/>
                </a:lnTo>
                <a:lnTo>
                  <a:pt x="730504" y="661987"/>
                </a:lnTo>
                <a:lnTo>
                  <a:pt x="732612" y="673976"/>
                </a:lnTo>
                <a:lnTo>
                  <a:pt x="732612" y="540677"/>
                </a:lnTo>
                <a:lnTo>
                  <a:pt x="674204" y="558406"/>
                </a:lnTo>
                <a:lnTo>
                  <a:pt x="616915" y="570001"/>
                </a:lnTo>
                <a:lnTo>
                  <a:pt x="553034" y="578700"/>
                </a:lnTo>
                <a:lnTo>
                  <a:pt x="483768" y="584161"/>
                </a:lnTo>
                <a:lnTo>
                  <a:pt x="410260" y="586066"/>
                </a:lnTo>
                <a:lnTo>
                  <a:pt x="336765" y="584161"/>
                </a:lnTo>
                <a:lnTo>
                  <a:pt x="267487" y="578700"/>
                </a:lnTo>
                <a:lnTo>
                  <a:pt x="203619" y="570001"/>
                </a:lnTo>
                <a:lnTo>
                  <a:pt x="146316" y="558406"/>
                </a:lnTo>
                <a:lnTo>
                  <a:pt x="96799" y="544258"/>
                </a:lnTo>
                <a:lnTo>
                  <a:pt x="56222" y="527888"/>
                </a:lnTo>
                <a:lnTo>
                  <a:pt x="6642" y="489839"/>
                </a:lnTo>
                <a:lnTo>
                  <a:pt x="0" y="468845"/>
                </a:lnTo>
                <a:lnTo>
                  <a:pt x="0" y="703287"/>
                </a:lnTo>
                <a:lnTo>
                  <a:pt x="25781" y="744080"/>
                </a:lnTo>
                <a:lnTo>
                  <a:pt x="96799" y="778700"/>
                </a:lnTo>
                <a:lnTo>
                  <a:pt x="146316" y="792848"/>
                </a:lnTo>
                <a:lnTo>
                  <a:pt x="203619" y="804443"/>
                </a:lnTo>
                <a:lnTo>
                  <a:pt x="267487" y="813142"/>
                </a:lnTo>
                <a:lnTo>
                  <a:pt x="336765" y="818616"/>
                </a:lnTo>
                <a:lnTo>
                  <a:pt x="410260" y="820508"/>
                </a:lnTo>
                <a:lnTo>
                  <a:pt x="483768" y="818616"/>
                </a:lnTo>
                <a:lnTo>
                  <a:pt x="553034" y="813142"/>
                </a:lnTo>
                <a:lnTo>
                  <a:pt x="616915" y="804443"/>
                </a:lnTo>
                <a:lnTo>
                  <a:pt x="674204" y="792848"/>
                </a:lnTo>
                <a:lnTo>
                  <a:pt x="723734" y="778700"/>
                </a:lnTo>
                <a:lnTo>
                  <a:pt x="764311" y="762330"/>
                </a:lnTo>
                <a:lnTo>
                  <a:pt x="813892" y="724281"/>
                </a:lnTo>
                <a:lnTo>
                  <a:pt x="820521" y="703287"/>
                </a:lnTo>
                <a:lnTo>
                  <a:pt x="820521" y="644677"/>
                </a:lnTo>
                <a:lnTo>
                  <a:pt x="820521" y="586066"/>
                </a:lnTo>
                <a:lnTo>
                  <a:pt x="820521" y="468845"/>
                </a:lnTo>
                <a:close/>
              </a:path>
              <a:path w="821054" h="1113789">
                <a:moveTo>
                  <a:pt x="820521" y="175793"/>
                </a:moveTo>
                <a:lnTo>
                  <a:pt x="813892" y="196786"/>
                </a:lnTo>
                <a:lnTo>
                  <a:pt x="794753" y="216585"/>
                </a:lnTo>
                <a:lnTo>
                  <a:pt x="764311" y="234835"/>
                </a:lnTo>
                <a:lnTo>
                  <a:pt x="732612" y="247624"/>
                </a:lnTo>
                <a:lnTo>
                  <a:pt x="732612" y="380923"/>
                </a:lnTo>
                <a:lnTo>
                  <a:pt x="730504" y="392925"/>
                </a:lnTo>
                <a:lnTo>
                  <a:pt x="724560" y="402170"/>
                </a:lnTo>
                <a:lnTo>
                  <a:pt x="715302" y="408127"/>
                </a:lnTo>
                <a:lnTo>
                  <a:pt x="703313" y="410235"/>
                </a:lnTo>
                <a:lnTo>
                  <a:pt x="691311" y="408127"/>
                </a:lnTo>
                <a:lnTo>
                  <a:pt x="682066" y="402170"/>
                </a:lnTo>
                <a:lnTo>
                  <a:pt x="676109" y="392925"/>
                </a:lnTo>
                <a:lnTo>
                  <a:pt x="674001" y="380923"/>
                </a:lnTo>
                <a:lnTo>
                  <a:pt x="676109" y="368935"/>
                </a:lnTo>
                <a:lnTo>
                  <a:pt x="682066" y="359676"/>
                </a:lnTo>
                <a:lnTo>
                  <a:pt x="691311" y="353733"/>
                </a:lnTo>
                <a:lnTo>
                  <a:pt x="703313" y="351624"/>
                </a:lnTo>
                <a:lnTo>
                  <a:pt x="715302" y="353733"/>
                </a:lnTo>
                <a:lnTo>
                  <a:pt x="724560" y="359676"/>
                </a:lnTo>
                <a:lnTo>
                  <a:pt x="730504" y="368935"/>
                </a:lnTo>
                <a:lnTo>
                  <a:pt x="732612" y="380923"/>
                </a:lnTo>
                <a:lnTo>
                  <a:pt x="732612" y="247624"/>
                </a:lnTo>
                <a:lnTo>
                  <a:pt x="674204" y="265353"/>
                </a:lnTo>
                <a:lnTo>
                  <a:pt x="616915" y="276948"/>
                </a:lnTo>
                <a:lnTo>
                  <a:pt x="553034" y="285648"/>
                </a:lnTo>
                <a:lnTo>
                  <a:pt x="483768" y="291109"/>
                </a:lnTo>
                <a:lnTo>
                  <a:pt x="410260" y="293014"/>
                </a:lnTo>
                <a:lnTo>
                  <a:pt x="336765" y="291109"/>
                </a:lnTo>
                <a:lnTo>
                  <a:pt x="267487" y="285648"/>
                </a:lnTo>
                <a:lnTo>
                  <a:pt x="203619" y="276948"/>
                </a:lnTo>
                <a:lnTo>
                  <a:pt x="146316" y="265353"/>
                </a:lnTo>
                <a:lnTo>
                  <a:pt x="96799" y="251206"/>
                </a:lnTo>
                <a:lnTo>
                  <a:pt x="56222" y="234835"/>
                </a:lnTo>
                <a:lnTo>
                  <a:pt x="6642" y="196786"/>
                </a:lnTo>
                <a:lnTo>
                  <a:pt x="0" y="175793"/>
                </a:lnTo>
                <a:lnTo>
                  <a:pt x="0" y="410235"/>
                </a:lnTo>
                <a:lnTo>
                  <a:pt x="25781" y="451027"/>
                </a:lnTo>
                <a:lnTo>
                  <a:pt x="96799" y="485648"/>
                </a:lnTo>
                <a:lnTo>
                  <a:pt x="146316" y="499795"/>
                </a:lnTo>
                <a:lnTo>
                  <a:pt x="203619" y="511390"/>
                </a:lnTo>
                <a:lnTo>
                  <a:pt x="267487" y="520090"/>
                </a:lnTo>
                <a:lnTo>
                  <a:pt x="336765" y="525551"/>
                </a:lnTo>
                <a:lnTo>
                  <a:pt x="410260" y="527456"/>
                </a:lnTo>
                <a:lnTo>
                  <a:pt x="483768" y="525551"/>
                </a:lnTo>
                <a:lnTo>
                  <a:pt x="553034" y="520090"/>
                </a:lnTo>
                <a:lnTo>
                  <a:pt x="616915" y="511390"/>
                </a:lnTo>
                <a:lnTo>
                  <a:pt x="674204" y="499795"/>
                </a:lnTo>
                <a:lnTo>
                  <a:pt x="723734" y="485648"/>
                </a:lnTo>
                <a:lnTo>
                  <a:pt x="764311" y="469277"/>
                </a:lnTo>
                <a:lnTo>
                  <a:pt x="813892" y="431228"/>
                </a:lnTo>
                <a:lnTo>
                  <a:pt x="820521" y="410235"/>
                </a:lnTo>
                <a:lnTo>
                  <a:pt x="820521" y="351624"/>
                </a:lnTo>
                <a:lnTo>
                  <a:pt x="820521" y="293014"/>
                </a:lnTo>
                <a:lnTo>
                  <a:pt x="820521" y="175793"/>
                </a:lnTo>
                <a:close/>
              </a:path>
              <a:path w="821054" h="1113789">
                <a:moveTo>
                  <a:pt x="820521" y="117182"/>
                </a:moveTo>
                <a:lnTo>
                  <a:pt x="794854" y="76276"/>
                </a:lnTo>
                <a:lnTo>
                  <a:pt x="724039" y="41668"/>
                </a:lnTo>
                <a:lnTo>
                  <a:pt x="674598" y="27559"/>
                </a:lnTo>
                <a:lnTo>
                  <a:pt x="617334" y="16002"/>
                </a:lnTo>
                <a:lnTo>
                  <a:pt x="553415" y="7327"/>
                </a:lnTo>
                <a:lnTo>
                  <a:pt x="484009" y="1892"/>
                </a:lnTo>
                <a:lnTo>
                  <a:pt x="410260" y="0"/>
                </a:lnTo>
                <a:lnTo>
                  <a:pt x="336524" y="1892"/>
                </a:lnTo>
                <a:lnTo>
                  <a:pt x="267119" y="7327"/>
                </a:lnTo>
                <a:lnTo>
                  <a:pt x="203200" y="16002"/>
                </a:lnTo>
                <a:lnTo>
                  <a:pt x="145935" y="27559"/>
                </a:lnTo>
                <a:lnTo>
                  <a:pt x="96494" y="41668"/>
                </a:lnTo>
                <a:lnTo>
                  <a:pt x="56019" y="58026"/>
                </a:lnTo>
                <a:lnTo>
                  <a:pt x="6616" y="96113"/>
                </a:lnTo>
                <a:lnTo>
                  <a:pt x="0" y="117182"/>
                </a:lnTo>
                <a:lnTo>
                  <a:pt x="6616" y="138252"/>
                </a:lnTo>
                <a:lnTo>
                  <a:pt x="56019" y="176339"/>
                </a:lnTo>
                <a:lnTo>
                  <a:pt x="96494" y="192697"/>
                </a:lnTo>
                <a:lnTo>
                  <a:pt x="145935" y="206832"/>
                </a:lnTo>
                <a:lnTo>
                  <a:pt x="203200" y="218401"/>
                </a:lnTo>
                <a:lnTo>
                  <a:pt x="267119" y="227063"/>
                </a:lnTo>
                <a:lnTo>
                  <a:pt x="336524" y="232511"/>
                </a:lnTo>
                <a:lnTo>
                  <a:pt x="410260" y="234403"/>
                </a:lnTo>
                <a:lnTo>
                  <a:pt x="484009" y="232511"/>
                </a:lnTo>
                <a:lnTo>
                  <a:pt x="553415" y="227063"/>
                </a:lnTo>
                <a:lnTo>
                  <a:pt x="617334" y="218401"/>
                </a:lnTo>
                <a:lnTo>
                  <a:pt x="674598" y="206832"/>
                </a:lnTo>
                <a:lnTo>
                  <a:pt x="724039" y="192697"/>
                </a:lnTo>
                <a:lnTo>
                  <a:pt x="764514" y="176339"/>
                </a:lnTo>
                <a:lnTo>
                  <a:pt x="813917" y="138252"/>
                </a:lnTo>
                <a:lnTo>
                  <a:pt x="820521" y="117182"/>
                </a:lnTo>
                <a:close/>
              </a:path>
            </a:pathLst>
          </a:custGeom>
          <a:solidFill>
            <a:srgbClr val="006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602454" y="3310648"/>
            <a:ext cx="346710" cy="468630"/>
          </a:xfrm>
          <a:custGeom>
            <a:avLst/>
            <a:gdLst/>
            <a:ahLst/>
            <a:cxnLst/>
            <a:rect l="l" t="t" r="r" b="b"/>
            <a:pathLst>
              <a:path w="346710" h="468629">
                <a:moveTo>
                  <a:pt x="346125" y="320573"/>
                </a:moveTo>
                <a:lnTo>
                  <a:pt x="332473" y="339725"/>
                </a:lnTo>
                <a:lnTo>
                  <a:pt x="309041" y="349618"/>
                </a:lnTo>
                <a:lnTo>
                  <a:pt x="309041" y="399491"/>
                </a:lnTo>
                <a:lnTo>
                  <a:pt x="309041" y="414286"/>
                </a:lnTo>
                <a:lnTo>
                  <a:pt x="304088" y="419214"/>
                </a:lnTo>
                <a:lnTo>
                  <a:pt x="289255" y="419214"/>
                </a:lnTo>
                <a:lnTo>
                  <a:pt x="284314" y="414286"/>
                </a:lnTo>
                <a:lnTo>
                  <a:pt x="284314" y="399491"/>
                </a:lnTo>
                <a:lnTo>
                  <a:pt x="289255" y="394550"/>
                </a:lnTo>
                <a:lnTo>
                  <a:pt x="304088" y="394550"/>
                </a:lnTo>
                <a:lnTo>
                  <a:pt x="309041" y="399491"/>
                </a:lnTo>
                <a:lnTo>
                  <a:pt x="309041" y="349618"/>
                </a:lnTo>
                <a:lnTo>
                  <a:pt x="295287" y="355409"/>
                </a:lnTo>
                <a:lnTo>
                  <a:pt x="240258" y="366001"/>
                </a:lnTo>
                <a:lnTo>
                  <a:pt x="173062" y="369900"/>
                </a:lnTo>
                <a:lnTo>
                  <a:pt x="105867" y="366001"/>
                </a:lnTo>
                <a:lnTo>
                  <a:pt x="50838" y="355409"/>
                </a:lnTo>
                <a:lnTo>
                  <a:pt x="13652" y="339725"/>
                </a:lnTo>
                <a:lnTo>
                  <a:pt x="0" y="320573"/>
                </a:lnTo>
                <a:lnTo>
                  <a:pt x="0" y="419214"/>
                </a:lnTo>
                <a:lnTo>
                  <a:pt x="13652" y="438365"/>
                </a:lnTo>
                <a:lnTo>
                  <a:pt x="50838" y="454050"/>
                </a:lnTo>
                <a:lnTo>
                  <a:pt x="105867" y="464654"/>
                </a:lnTo>
                <a:lnTo>
                  <a:pt x="173062" y="468541"/>
                </a:lnTo>
                <a:lnTo>
                  <a:pt x="240258" y="464654"/>
                </a:lnTo>
                <a:lnTo>
                  <a:pt x="295287" y="454050"/>
                </a:lnTo>
                <a:lnTo>
                  <a:pt x="332473" y="438365"/>
                </a:lnTo>
                <a:lnTo>
                  <a:pt x="346125" y="419214"/>
                </a:lnTo>
                <a:lnTo>
                  <a:pt x="346125" y="394550"/>
                </a:lnTo>
                <a:lnTo>
                  <a:pt x="346125" y="369900"/>
                </a:lnTo>
                <a:lnTo>
                  <a:pt x="346125" y="320573"/>
                </a:lnTo>
                <a:close/>
              </a:path>
              <a:path w="346710" h="468629">
                <a:moveTo>
                  <a:pt x="346125" y="197269"/>
                </a:moveTo>
                <a:lnTo>
                  <a:pt x="332473" y="216420"/>
                </a:lnTo>
                <a:lnTo>
                  <a:pt x="309041" y="226314"/>
                </a:lnTo>
                <a:lnTo>
                  <a:pt x="309041" y="276186"/>
                </a:lnTo>
                <a:lnTo>
                  <a:pt x="309041" y="290982"/>
                </a:lnTo>
                <a:lnTo>
                  <a:pt x="304088" y="295910"/>
                </a:lnTo>
                <a:lnTo>
                  <a:pt x="289255" y="295910"/>
                </a:lnTo>
                <a:lnTo>
                  <a:pt x="284314" y="290982"/>
                </a:lnTo>
                <a:lnTo>
                  <a:pt x="284314" y="276186"/>
                </a:lnTo>
                <a:lnTo>
                  <a:pt x="289255" y="271246"/>
                </a:lnTo>
                <a:lnTo>
                  <a:pt x="304088" y="271246"/>
                </a:lnTo>
                <a:lnTo>
                  <a:pt x="309041" y="276186"/>
                </a:lnTo>
                <a:lnTo>
                  <a:pt x="309041" y="226314"/>
                </a:lnTo>
                <a:lnTo>
                  <a:pt x="295287" y="232105"/>
                </a:lnTo>
                <a:lnTo>
                  <a:pt x="240258" y="242697"/>
                </a:lnTo>
                <a:lnTo>
                  <a:pt x="173062" y="246583"/>
                </a:lnTo>
                <a:lnTo>
                  <a:pt x="105867" y="242697"/>
                </a:lnTo>
                <a:lnTo>
                  <a:pt x="50838" y="232105"/>
                </a:lnTo>
                <a:lnTo>
                  <a:pt x="13652" y="216420"/>
                </a:lnTo>
                <a:lnTo>
                  <a:pt x="0" y="197269"/>
                </a:lnTo>
                <a:lnTo>
                  <a:pt x="0" y="295910"/>
                </a:lnTo>
                <a:lnTo>
                  <a:pt x="13652" y="315061"/>
                </a:lnTo>
                <a:lnTo>
                  <a:pt x="50838" y="330746"/>
                </a:lnTo>
                <a:lnTo>
                  <a:pt x="105867" y="341337"/>
                </a:lnTo>
                <a:lnTo>
                  <a:pt x="173062" y="345236"/>
                </a:lnTo>
                <a:lnTo>
                  <a:pt x="240258" y="341337"/>
                </a:lnTo>
                <a:lnTo>
                  <a:pt x="295287" y="330746"/>
                </a:lnTo>
                <a:lnTo>
                  <a:pt x="332473" y="315061"/>
                </a:lnTo>
                <a:lnTo>
                  <a:pt x="346125" y="295910"/>
                </a:lnTo>
                <a:lnTo>
                  <a:pt x="346125" y="271246"/>
                </a:lnTo>
                <a:lnTo>
                  <a:pt x="346125" y="246583"/>
                </a:lnTo>
                <a:lnTo>
                  <a:pt x="346125" y="197269"/>
                </a:lnTo>
                <a:close/>
              </a:path>
              <a:path w="346710" h="468629">
                <a:moveTo>
                  <a:pt x="346125" y="73964"/>
                </a:moveTo>
                <a:lnTo>
                  <a:pt x="332473" y="93116"/>
                </a:lnTo>
                <a:lnTo>
                  <a:pt x="309041" y="103009"/>
                </a:lnTo>
                <a:lnTo>
                  <a:pt x="309041" y="152882"/>
                </a:lnTo>
                <a:lnTo>
                  <a:pt x="309041" y="167678"/>
                </a:lnTo>
                <a:lnTo>
                  <a:pt x="304088" y="172605"/>
                </a:lnTo>
                <a:lnTo>
                  <a:pt x="289255" y="172605"/>
                </a:lnTo>
                <a:lnTo>
                  <a:pt x="284314" y="167678"/>
                </a:lnTo>
                <a:lnTo>
                  <a:pt x="284314" y="152882"/>
                </a:lnTo>
                <a:lnTo>
                  <a:pt x="289255" y="147942"/>
                </a:lnTo>
                <a:lnTo>
                  <a:pt x="304088" y="147942"/>
                </a:lnTo>
                <a:lnTo>
                  <a:pt x="309041" y="152882"/>
                </a:lnTo>
                <a:lnTo>
                  <a:pt x="309041" y="103009"/>
                </a:lnTo>
                <a:lnTo>
                  <a:pt x="295287" y="108800"/>
                </a:lnTo>
                <a:lnTo>
                  <a:pt x="240258" y="119392"/>
                </a:lnTo>
                <a:lnTo>
                  <a:pt x="173062" y="123278"/>
                </a:lnTo>
                <a:lnTo>
                  <a:pt x="105867" y="119392"/>
                </a:lnTo>
                <a:lnTo>
                  <a:pt x="50838" y="108800"/>
                </a:lnTo>
                <a:lnTo>
                  <a:pt x="13652" y="93116"/>
                </a:lnTo>
                <a:lnTo>
                  <a:pt x="0" y="73964"/>
                </a:lnTo>
                <a:lnTo>
                  <a:pt x="0" y="172605"/>
                </a:lnTo>
                <a:lnTo>
                  <a:pt x="13652" y="191757"/>
                </a:lnTo>
                <a:lnTo>
                  <a:pt x="50838" y="207441"/>
                </a:lnTo>
                <a:lnTo>
                  <a:pt x="105867" y="218033"/>
                </a:lnTo>
                <a:lnTo>
                  <a:pt x="173062" y="221932"/>
                </a:lnTo>
                <a:lnTo>
                  <a:pt x="240258" y="218033"/>
                </a:lnTo>
                <a:lnTo>
                  <a:pt x="295287" y="207441"/>
                </a:lnTo>
                <a:lnTo>
                  <a:pt x="332473" y="191757"/>
                </a:lnTo>
                <a:lnTo>
                  <a:pt x="346125" y="172605"/>
                </a:lnTo>
                <a:lnTo>
                  <a:pt x="346125" y="147942"/>
                </a:lnTo>
                <a:lnTo>
                  <a:pt x="346125" y="123278"/>
                </a:lnTo>
                <a:lnTo>
                  <a:pt x="346125" y="73964"/>
                </a:lnTo>
                <a:close/>
              </a:path>
              <a:path w="346710" h="468629">
                <a:moveTo>
                  <a:pt x="346125" y="49301"/>
                </a:moveTo>
                <a:lnTo>
                  <a:pt x="332524" y="30099"/>
                </a:lnTo>
                <a:lnTo>
                  <a:pt x="295440" y="14427"/>
                </a:lnTo>
                <a:lnTo>
                  <a:pt x="240423" y="3873"/>
                </a:lnTo>
                <a:lnTo>
                  <a:pt x="173062" y="0"/>
                </a:lnTo>
                <a:lnTo>
                  <a:pt x="105702" y="3873"/>
                </a:lnTo>
                <a:lnTo>
                  <a:pt x="50685" y="14427"/>
                </a:lnTo>
                <a:lnTo>
                  <a:pt x="13601" y="30099"/>
                </a:lnTo>
                <a:lnTo>
                  <a:pt x="0" y="49301"/>
                </a:lnTo>
                <a:lnTo>
                  <a:pt x="13601" y="68503"/>
                </a:lnTo>
                <a:lnTo>
                  <a:pt x="50685" y="84175"/>
                </a:lnTo>
                <a:lnTo>
                  <a:pt x="105702" y="94742"/>
                </a:lnTo>
                <a:lnTo>
                  <a:pt x="173062" y="98628"/>
                </a:lnTo>
                <a:lnTo>
                  <a:pt x="240423" y="94742"/>
                </a:lnTo>
                <a:lnTo>
                  <a:pt x="295440" y="84175"/>
                </a:lnTo>
                <a:lnTo>
                  <a:pt x="332524" y="68503"/>
                </a:lnTo>
                <a:lnTo>
                  <a:pt x="346125" y="49301"/>
                </a:lnTo>
                <a:close/>
              </a:path>
            </a:pathLst>
          </a:custGeom>
          <a:solidFill>
            <a:srgbClr val="99E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60391" y="2703576"/>
            <a:ext cx="228600" cy="476884"/>
          </a:xfrm>
          <a:custGeom>
            <a:avLst/>
            <a:gdLst/>
            <a:ahLst/>
            <a:cxnLst/>
            <a:rect l="l" t="t" r="r" b="b"/>
            <a:pathLst>
              <a:path w="228600" h="476885">
                <a:moveTo>
                  <a:pt x="15240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152400" y="76200"/>
                </a:lnTo>
                <a:lnTo>
                  <a:pt x="152400" y="0"/>
                </a:lnTo>
                <a:close/>
              </a:path>
              <a:path w="228600" h="476885">
                <a:moveTo>
                  <a:pt x="152400" y="152400"/>
                </a:moveTo>
                <a:lnTo>
                  <a:pt x="76200" y="152400"/>
                </a:lnTo>
                <a:lnTo>
                  <a:pt x="76200" y="228600"/>
                </a:lnTo>
                <a:lnTo>
                  <a:pt x="152400" y="228600"/>
                </a:lnTo>
                <a:lnTo>
                  <a:pt x="152400" y="152400"/>
                </a:lnTo>
                <a:close/>
              </a:path>
              <a:path w="228600" h="476885">
                <a:moveTo>
                  <a:pt x="228600" y="248285"/>
                </a:moveTo>
                <a:lnTo>
                  <a:pt x="0" y="248285"/>
                </a:lnTo>
                <a:lnTo>
                  <a:pt x="114300" y="476885"/>
                </a:lnTo>
                <a:lnTo>
                  <a:pt x="228600" y="248285"/>
                </a:lnTo>
                <a:close/>
              </a:path>
            </a:pathLst>
          </a:custGeom>
          <a:solidFill>
            <a:srgbClr val="00C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05425" y="1824990"/>
            <a:ext cx="60198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TB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24354" y="1903552"/>
            <a:ext cx="162052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Why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Sampling?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72836" y="2703957"/>
            <a:ext cx="805815" cy="1007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100"/>
              </a:spcBef>
            </a:pPr>
            <a:r>
              <a:rPr sz="1800" i="1" u="sng" spc="-1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  <a:cs typeface="Calibri"/>
              </a:rPr>
              <a:t>SAMPLE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9"/>
              </a:spcBef>
            </a:pP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500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GB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66115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105" dirty="0"/>
              <a:t> </a:t>
            </a:r>
            <a:r>
              <a:rPr dirty="0"/>
              <a:t>Sampling</a:t>
            </a:r>
            <a:r>
              <a:rPr spc="-85" dirty="0"/>
              <a:t> </a:t>
            </a:r>
            <a:r>
              <a:rPr spc="-10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21863" y="1738630"/>
            <a:ext cx="29381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66BEFF"/>
                </a:solidFill>
                <a:latin typeface="Calibri"/>
                <a:cs typeface="Calibri"/>
              </a:rPr>
              <a:t>ROW</a:t>
            </a:r>
            <a:r>
              <a:rPr sz="2000" spc="-45" dirty="0">
                <a:solidFill>
                  <a:srgbClr val="66BE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66BEFF"/>
                </a:solidFill>
                <a:latin typeface="Calibri"/>
                <a:cs typeface="Calibri"/>
              </a:rPr>
              <a:t>or BERNOULLI</a:t>
            </a:r>
            <a:r>
              <a:rPr sz="2000" spc="-50" dirty="0">
                <a:solidFill>
                  <a:srgbClr val="66BE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66BEFF"/>
                </a:solidFill>
                <a:latin typeface="Calibri"/>
                <a:cs typeface="Calibri"/>
              </a:rPr>
              <a:t>method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36467" y="2938983"/>
            <a:ext cx="274066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BLOCK</a:t>
            </a:r>
            <a:r>
              <a:rPr sz="2000" spc="-5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or</a:t>
            </a:r>
            <a:r>
              <a:rPr sz="2000" spc="-2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SYSTEM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method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66115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105" dirty="0"/>
              <a:t> </a:t>
            </a:r>
            <a:r>
              <a:rPr dirty="0"/>
              <a:t>Sampling</a:t>
            </a:r>
            <a:r>
              <a:rPr spc="-85" dirty="0"/>
              <a:t> </a:t>
            </a:r>
            <a:r>
              <a:rPr spc="-10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9332" y="1342085"/>
            <a:ext cx="71837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455160" algn="l"/>
              </a:tabLst>
            </a:pPr>
            <a:r>
              <a:rPr sz="3000" baseline="1388" dirty="0">
                <a:solidFill>
                  <a:srgbClr val="66BEFF"/>
                </a:solidFill>
                <a:latin typeface="Calibri"/>
                <a:cs typeface="Calibri"/>
              </a:rPr>
              <a:t>ROW</a:t>
            </a:r>
            <a:r>
              <a:rPr sz="3000" spc="-67" baseline="1388" dirty="0">
                <a:solidFill>
                  <a:srgbClr val="66BEFF"/>
                </a:solidFill>
                <a:latin typeface="Calibri"/>
                <a:cs typeface="Calibri"/>
              </a:rPr>
              <a:t> </a:t>
            </a:r>
            <a:r>
              <a:rPr sz="3000" baseline="1388" dirty="0">
                <a:solidFill>
                  <a:srgbClr val="66BEFF"/>
                </a:solidFill>
                <a:latin typeface="Calibri"/>
                <a:cs typeface="Calibri"/>
              </a:rPr>
              <a:t>or BERNOULLI</a:t>
            </a:r>
            <a:r>
              <a:rPr sz="3000" spc="-75" baseline="1388" dirty="0">
                <a:solidFill>
                  <a:srgbClr val="66BEFF"/>
                </a:solidFill>
                <a:latin typeface="Calibri"/>
                <a:cs typeface="Calibri"/>
              </a:rPr>
              <a:t> </a:t>
            </a:r>
            <a:r>
              <a:rPr sz="3000" spc="-15" baseline="1388" dirty="0">
                <a:solidFill>
                  <a:srgbClr val="66BEFF"/>
                </a:solidFill>
                <a:latin typeface="Calibri"/>
                <a:cs typeface="Calibri"/>
              </a:rPr>
              <a:t>method</a:t>
            </a:r>
            <a:r>
              <a:rPr sz="3000" baseline="1388" dirty="0">
                <a:solidFill>
                  <a:srgbClr val="66BEFF"/>
                </a:solidFill>
                <a:latin typeface="Calibri"/>
                <a:cs typeface="Calibri"/>
              </a:rPr>
              <a:t>	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BLOCK</a:t>
            </a:r>
            <a:r>
              <a:rPr sz="2000" spc="-5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or</a:t>
            </a:r>
            <a:r>
              <a:rPr sz="2000" spc="-2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SYSTEM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method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5800" y="1277111"/>
            <a:ext cx="7772400" cy="3733800"/>
          </a:xfrm>
          <a:custGeom>
            <a:avLst/>
            <a:gdLst/>
            <a:ahLst/>
            <a:cxnLst/>
            <a:rect l="l" t="t" r="r" b="b"/>
            <a:pathLst>
              <a:path w="7772400" h="3733800">
                <a:moveTo>
                  <a:pt x="3886200" y="0"/>
                </a:moveTo>
                <a:lnTo>
                  <a:pt x="3886200" y="3733800"/>
                </a:lnTo>
              </a:path>
              <a:path w="7772400" h="3733800">
                <a:moveTo>
                  <a:pt x="0" y="533400"/>
                </a:moveTo>
                <a:lnTo>
                  <a:pt x="7772400" y="553085"/>
                </a:lnTo>
              </a:path>
            </a:pathLst>
          </a:custGeom>
          <a:ln w="9525">
            <a:solidFill>
              <a:srgbClr val="00C2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17244" y="2251913"/>
            <a:ext cx="30619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D6D6D6"/>
                </a:solidFill>
                <a:latin typeface="Arial MT"/>
                <a:cs typeface="Arial MT"/>
              </a:rPr>
              <a:t>Every</a:t>
            </a:r>
            <a:r>
              <a:rPr sz="1400" spc="-25" dirty="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D6D6D6"/>
                </a:solidFill>
                <a:latin typeface="Arial MT"/>
                <a:cs typeface="Arial MT"/>
              </a:rPr>
              <a:t>row</a:t>
            </a:r>
            <a:r>
              <a:rPr sz="1400" spc="-40" dirty="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D6D6D6"/>
                </a:solidFill>
                <a:latin typeface="Arial MT"/>
                <a:cs typeface="Arial MT"/>
              </a:rPr>
              <a:t>is</a:t>
            </a:r>
            <a:r>
              <a:rPr sz="1400" spc="-25" dirty="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D6D6D6"/>
                </a:solidFill>
                <a:latin typeface="Arial MT"/>
                <a:cs typeface="Arial MT"/>
              </a:rPr>
              <a:t>chosen</a:t>
            </a:r>
            <a:r>
              <a:rPr sz="1400" spc="-60" dirty="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D6D6D6"/>
                </a:solidFill>
                <a:latin typeface="Arial MT"/>
                <a:cs typeface="Arial MT"/>
              </a:rPr>
              <a:t>with</a:t>
            </a:r>
            <a:r>
              <a:rPr sz="1400" spc="-20" dirty="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D6D6D6"/>
                </a:solidFill>
                <a:latin typeface="Arial MT"/>
                <a:cs typeface="Arial MT"/>
              </a:rPr>
              <a:t>percentage</a:t>
            </a:r>
            <a:r>
              <a:rPr sz="1400" spc="-55" dirty="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sz="1400" i="1" spc="-50" dirty="0">
                <a:solidFill>
                  <a:srgbClr val="D6D6D6"/>
                </a:solidFill>
                <a:latin typeface="Arial"/>
                <a:cs typeface="Arial"/>
              </a:rPr>
              <a:t>p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04028" y="2291588"/>
            <a:ext cx="31902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D6D6D6"/>
                </a:solidFill>
                <a:latin typeface="Arial MT"/>
                <a:cs typeface="Arial MT"/>
              </a:rPr>
              <a:t>Every</a:t>
            </a:r>
            <a:r>
              <a:rPr sz="1400" spc="-20" dirty="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D6D6D6"/>
                </a:solidFill>
                <a:latin typeface="Arial MT"/>
                <a:cs typeface="Arial MT"/>
              </a:rPr>
              <a:t>block</a:t>
            </a:r>
            <a:r>
              <a:rPr sz="1400" spc="-40" dirty="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D6D6D6"/>
                </a:solidFill>
                <a:latin typeface="Arial MT"/>
                <a:cs typeface="Arial MT"/>
              </a:rPr>
              <a:t>is</a:t>
            </a:r>
            <a:r>
              <a:rPr sz="1400" spc="-15" dirty="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D6D6D6"/>
                </a:solidFill>
                <a:latin typeface="Arial MT"/>
                <a:cs typeface="Arial MT"/>
              </a:rPr>
              <a:t>chosen</a:t>
            </a:r>
            <a:r>
              <a:rPr sz="1400" spc="-55" dirty="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D6D6D6"/>
                </a:solidFill>
                <a:latin typeface="Arial MT"/>
                <a:cs typeface="Arial MT"/>
              </a:rPr>
              <a:t>with</a:t>
            </a:r>
            <a:r>
              <a:rPr sz="1400" spc="-5" dirty="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D6D6D6"/>
                </a:solidFill>
                <a:latin typeface="Arial MT"/>
                <a:cs typeface="Arial MT"/>
              </a:rPr>
              <a:t>percentage</a:t>
            </a:r>
            <a:r>
              <a:rPr sz="1400" spc="-55" dirty="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sz="1400" i="1" spc="-50" dirty="0">
                <a:solidFill>
                  <a:srgbClr val="D6D6D6"/>
                </a:solidFill>
                <a:latin typeface="Arial"/>
                <a:cs typeface="Arial"/>
              </a:rPr>
              <a:t>p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0158" y="2856433"/>
            <a:ext cx="204914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D6D6D6"/>
                </a:solidFill>
                <a:latin typeface="Arial MT"/>
                <a:cs typeface="Arial MT"/>
              </a:rPr>
              <a:t>More</a:t>
            </a:r>
            <a:r>
              <a:rPr sz="1400" spc="-45" dirty="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D6D6D6"/>
                </a:solidFill>
                <a:latin typeface="Arial MT"/>
                <a:cs typeface="Arial MT"/>
              </a:rPr>
              <a:t>effective</a:t>
            </a:r>
            <a:r>
              <a:rPr sz="1400" spc="-50" dirty="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D6D6D6"/>
                </a:solidFill>
                <a:latin typeface="Arial MT"/>
                <a:cs typeface="Arial MT"/>
              </a:rPr>
              <a:t>processing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7244" y="2863342"/>
            <a:ext cx="15836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D6D6D6"/>
                </a:solidFill>
                <a:latin typeface="Arial MT"/>
                <a:cs typeface="Arial MT"/>
              </a:rPr>
              <a:t>More</a:t>
            </a:r>
            <a:r>
              <a:rPr sz="1400" spc="-40" dirty="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D6D6D6"/>
                </a:solidFill>
                <a:latin typeface="Arial MT"/>
                <a:cs typeface="Arial MT"/>
              </a:rPr>
              <a:t>"randomness"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5896" y="3474211"/>
            <a:ext cx="11531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D6D6D6"/>
                </a:solidFill>
                <a:latin typeface="Arial MT"/>
                <a:cs typeface="Arial MT"/>
              </a:rPr>
              <a:t>Smaller</a:t>
            </a:r>
            <a:r>
              <a:rPr sz="1400" spc="-30" dirty="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D6D6D6"/>
                </a:solidFill>
                <a:latin typeface="Arial MT"/>
                <a:cs typeface="Arial MT"/>
              </a:rPr>
              <a:t>tables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04028" y="3474211"/>
            <a:ext cx="106299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D6D6D6"/>
                </a:solidFill>
                <a:latin typeface="Arial MT"/>
                <a:cs typeface="Arial MT"/>
              </a:rPr>
              <a:t>Larger</a:t>
            </a:r>
            <a:r>
              <a:rPr sz="1400" spc="-35" dirty="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D6D6D6"/>
                </a:solidFill>
                <a:latin typeface="Arial MT"/>
                <a:cs typeface="Arial MT"/>
              </a:rPr>
              <a:t>tables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57325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55" dirty="0"/>
              <a:t> </a:t>
            </a:r>
            <a:r>
              <a:rPr spc="-10" dirty="0"/>
              <a:t>Sampling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7857" y="1736089"/>
            <a:ext cx="3236468" cy="310540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284721" y="2202561"/>
            <a:ext cx="10610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4698" y="4502302"/>
            <a:ext cx="14846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FFFFFF"/>
                </a:solidFill>
                <a:latin typeface="Calibri"/>
                <a:cs typeface="Calibri"/>
              </a:rPr>
              <a:t>Reader</a:t>
            </a:r>
            <a:r>
              <a:rPr sz="1800" i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10" dirty="0">
                <a:solidFill>
                  <a:srgbClr val="FFFFFF"/>
                </a:solidFill>
                <a:latin typeface="Calibri"/>
                <a:cs typeface="Calibri"/>
              </a:rPr>
              <a:t>Account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10386" y="2076704"/>
            <a:ext cx="151828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775" marR="5080" indent="-21971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Own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Compute Resources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07511" y="2339086"/>
            <a:ext cx="273050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Tasks</a:t>
            </a:r>
            <a:r>
              <a:rPr spc="-20" dirty="0"/>
              <a:t> </a:t>
            </a:r>
            <a:r>
              <a:rPr dirty="0"/>
              <a:t>&amp;</a:t>
            </a:r>
            <a:r>
              <a:rPr spc="-10" dirty="0"/>
              <a:t> Streams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56030">
              <a:lnSpc>
                <a:spcPct val="100000"/>
              </a:lnSpc>
              <a:spcBef>
                <a:spcPts val="105"/>
              </a:spcBef>
            </a:pPr>
            <a:r>
              <a:rPr dirty="0"/>
              <a:t>Scheduling</a:t>
            </a:r>
            <a:r>
              <a:rPr spc="-125" dirty="0"/>
              <a:t> </a:t>
            </a:r>
            <a:r>
              <a:rPr spc="-10" dirty="0"/>
              <a:t>Tasks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69794" y="1523238"/>
            <a:ext cx="3888740" cy="9220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30" dirty="0">
                <a:solidFill>
                  <a:srgbClr val="D9D9D9"/>
                </a:solidFill>
                <a:latin typeface="Trebuchet MS"/>
                <a:cs typeface="Trebuchet MS"/>
              </a:rPr>
              <a:t>Tasks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can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be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used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schedule</a:t>
            </a:r>
            <a:r>
              <a:rPr sz="14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SQL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statements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34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301625" indent="-287020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301625" algn="l"/>
              </a:tabLst>
            </a:pP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Standalone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tasks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and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trees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tasks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88263" y="2830067"/>
            <a:ext cx="4937125" cy="1205230"/>
            <a:chOff x="588263" y="2830067"/>
            <a:chExt cx="4937125" cy="12052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8263" y="2830067"/>
              <a:ext cx="2727325" cy="12048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5161" y="2984753"/>
              <a:ext cx="2093976" cy="57302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15161" y="2984753"/>
              <a:ext cx="2094230" cy="573405"/>
            </a:xfrm>
            <a:custGeom>
              <a:avLst/>
              <a:gdLst/>
              <a:ahLst/>
              <a:cxnLst/>
              <a:rect l="l" t="t" r="r" b="b"/>
              <a:pathLst>
                <a:path w="2094230" h="573404">
                  <a:moveTo>
                    <a:pt x="0" y="286512"/>
                  </a:moveTo>
                  <a:lnTo>
                    <a:pt x="143256" y="0"/>
                  </a:lnTo>
                  <a:lnTo>
                    <a:pt x="1950720" y="0"/>
                  </a:lnTo>
                  <a:lnTo>
                    <a:pt x="2093976" y="286512"/>
                  </a:lnTo>
                  <a:lnTo>
                    <a:pt x="1950720" y="573023"/>
                  </a:lnTo>
                  <a:lnTo>
                    <a:pt x="143256" y="573023"/>
                  </a:lnTo>
                  <a:lnTo>
                    <a:pt x="0" y="286512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98063" y="2830067"/>
              <a:ext cx="2727325" cy="12048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24962" y="2984753"/>
              <a:ext cx="2093976" cy="57302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124962" y="2984753"/>
              <a:ext cx="2094230" cy="573405"/>
            </a:xfrm>
            <a:custGeom>
              <a:avLst/>
              <a:gdLst/>
              <a:ahLst/>
              <a:cxnLst/>
              <a:rect l="l" t="t" r="r" b="b"/>
              <a:pathLst>
                <a:path w="2094229" h="573404">
                  <a:moveTo>
                    <a:pt x="0" y="286512"/>
                  </a:moveTo>
                  <a:lnTo>
                    <a:pt x="143255" y="0"/>
                  </a:lnTo>
                  <a:lnTo>
                    <a:pt x="1950720" y="0"/>
                  </a:lnTo>
                  <a:lnTo>
                    <a:pt x="2093976" y="286512"/>
                  </a:lnTo>
                  <a:lnTo>
                    <a:pt x="1950720" y="573023"/>
                  </a:lnTo>
                  <a:lnTo>
                    <a:pt x="143255" y="573023"/>
                  </a:lnTo>
                  <a:lnTo>
                    <a:pt x="0" y="286512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615054" y="3113989"/>
            <a:ext cx="11163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0" dirty="0">
                <a:solidFill>
                  <a:srgbClr val="CCEAFF"/>
                </a:solidFill>
                <a:latin typeface="Trebuchet MS"/>
                <a:cs typeface="Trebuchet MS"/>
              </a:rPr>
              <a:t>Create</a:t>
            </a:r>
            <a:r>
              <a:rPr sz="1600" b="1" spc="-75" dirty="0">
                <a:solidFill>
                  <a:srgbClr val="CCEAFF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CCEAFF"/>
                </a:solidFill>
                <a:latin typeface="Trebuchet MS"/>
                <a:cs typeface="Trebuchet MS"/>
              </a:rPr>
              <a:t>tasks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007864" y="2830067"/>
            <a:ext cx="2727325" cy="1205230"/>
            <a:chOff x="5007864" y="2830067"/>
            <a:chExt cx="2727325" cy="120523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07864" y="2830067"/>
              <a:ext cx="2727324" cy="120487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762" y="2984753"/>
              <a:ext cx="2093976" cy="57302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334762" y="2984753"/>
              <a:ext cx="2094230" cy="573405"/>
            </a:xfrm>
            <a:custGeom>
              <a:avLst/>
              <a:gdLst/>
              <a:ahLst/>
              <a:cxnLst/>
              <a:rect l="l" t="t" r="r" b="b"/>
              <a:pathLst>
                <a:path w="2094229" h="573404">
                  <a:moveTo>
                    <a:pt x="0" y="286512"/>
                  </a:moveTo>
                  <a:lnTo>
                    <a:pt x="143255" y="0"/>
                  </a:lnTo>
                  <a:lnTo>
                    <a:pt x="1950719" y="0"/>
                  </a:lnTo>
                  <a:lnTo>
                    <a:pt x="2093976" y="286512"/>
                  </a:lnTo>
                  <a:lnTo>
                    <a:pt x="1950719" y="573023"/>
                  </a:lnTo>
                  <a:lnTo>
                    <a:pt x="143255" y="573023"/>
                  </a:lnTo>
                  <a:lnTo>
                    <a:pt x="0" y="286512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711190" y="3113989"/>
            <a:ext cx="13417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75" dirty="0">
                <a:solidFill>
                  <a:srgbClr val="CCEAFF"/>
                </a:solidFill>
                <a:latin typeface="Trebuchet MS"/>
                <a:cs typeface="Trebuchet MS"/>
              </a:rPr>
              <a:t>Schedule </a:t>
            </a:r>
            <a:r>
              <a:rPr sz="1600" b="1" spc="-20" dirty="0">
                <a:solidFill>
                  <a:srgbClr val="CCEAFF"/>
                </a:solidFill>
                <a:latin typeface="Trebuchet MS"/>
                <a:cs typeface="Trebuchet MS"/>
              </a:rPr>
              <a:t>tasks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618488" y="3610355"/>
            <a:ext cx="2727325" cy="1205230"/>
            <a:chOff x="1618488" y="3610355"/>
            <a:chExt cx="2727325" cy="120523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18488" y="3610355"/>
              <a:ext cx="2727325" cy="120487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5386" y="3765041"/>
              <a:ext cx="2093976" cy="57302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945386" y="3765041"/>
              <a:ext cx="2094230" cy="573405"/>
            </a:xfrm>
            <a:custGeom>
              <a:avLst/>
              <a:gdLst/>
              <a:ahLst/>
              <a:cxnLst/>
              <a:rect l="l" t="t" r="r" b="b"/>
              <a:pathLst>
                <a:path w="2094229" h="573404">
                  <a:moveTo>
                    <a:pt x="0" y="286512"/>
                  </a:moveTo>
                  <a:lnTo>
                    <a:pt x="143256" y="0"/>
                  </a:lnTo>
                  <a:lnTo>
                    <a:pt x="1950719" y="0"/>
                  </a:lnTo>
                  <a:lnTo>
                    <a:pt x="2093976" y="286512"/>
                  </a:lnTo>
                  <a:lnTo>
                    <a:pt x="1950719" y="573024"/>
                  </a:lnTo>
                  <a:lnTo>
                    <a:pt x="143256" y="573024"/>
                  </a:lnTo>
                  <a:lnTo>
                    <a:pt x="0" y="286512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432305" y="3113989"/>
            <a:ext cx="2138680" cy="1050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070610" algn="ctr">
              <a:lnSpc>
                <a:spcPct val="100000"/>
              </a:lnSpc>
              <a:spcBef>
                <a:spcPts val="95"/>
              </a:spcBef>
            </a:pPr>
            <a:r>
              <a:rPr sz="1600" b="1" spc="-40" dirty="0">
                <a:solidFill>
                  <a:srgbClr val="CCEAFF"/>
                </a:solidFill>
                <a:latin typeface="Trebuchet MS"/>
                <a:cs typeface="Trebuchet MS"/>
              </a:rPr>
              <a:t>Understand</a:t>
            </a:r>
            <a:endParaRPr sz="1600">
              <a:latin typeface="Trebuchet MS"/>
              <a:cs typeface="Trebuchet MS"/>
            </a:endParaRPr>
          </a:p>
          <a:p>
            <a:pPr marR="1070610" algn="ctr">
              <a:lnSpc>
                <a:spcPct val="100000"/>
              </a:lnSpc>
              <a:spcBef>
                <a:spcPts val="5"/>
              </a:spcBef>
            </a:pPr>
            <a:r>
              <a:rPr sz="1600" b="1" spc="-10" dirty="0">
                <a:solidFill>
                  <a:srgbClr val="CCEAFF"/>
                </a:solidFill>
                <a:latin typeface="Trebuchet MS"/>
                <a:cs typeface="Trebuchet MS"/>
              </a:rPr>
              <a:t>tasks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45"/>
              </a:spcBef>
            </a:pPr>
            <a:endParaRPr sz="1600">
              <a:latin typeface="Trebuchet MS"/>
              <a:cs typeface="Trebuchet MS"/>
            </a:endParaRPr>
          </a:p>
          <a:p>
            <a:pPr marL="994410">
              <a:lnSpc>
                <a:spcPct val="100000"/>
              </a:lnSpc>
            </a:pPr>
            <a:r>
              <a:rPr sz="1600" b="1" spc="-125" dirty="0">
                <a:solidFill>
                  <a:srgbClr val="CCEAFF"/>
                </a:solidFill>
                <a:latin typeface="Trebuchet MS"/>
                <a:cs typeface="Trebuchet MS"/>
              </a:rPr>
              <a:t>Tree</a:t>
            </a:r>
            <a:r>
              <a:rPr sz="1600" b="1" spc="-120" dirty="0">
                <a:solidFill>
                  <a:srgbClr val="CCEAFF"/>
                </a:solidFill>
                <a:latin typeface="Trebuchet MS"/>
                <a:cs typeface="Trebuchet MS"/>
              </a:rPr>
              <a:t> </a:t>
            </a:r>
            <a:r>
              <a:rPr sz="1600" b="1" spc="-45" dirty="0">
                <a:solidFill>
                  <a:srgbClr val="CCEAFF"/>
                </a:solidFill>
                <a:latin typeface="Trebuchet MS"/>
                <a:cs typeface="Trebuchet MS"/>
              </a:rPr>
              <a:t>of</a:t>
            </a:r>
            <a:r>
              <a:rPr sz="1600" b="1" spc="-110" dirty="0">
                <a:solidFill>
                  <a:srgbClr val="CCEAFF"/>
                </a:solidFill>
                <a:latin typeface="Trebuchet MS"/>
                <a:cs typeface="Trebuchet MS"/>
              </a:rPr>
              <a:t> </a:t>
            </a:r>
            <a:r>
              <a:rPr sz="1600" b="1" spc="-10" dirty="0">
                <a:solidFill>
                  <a:srgbClr val="CCEAFF"/>
                </a:solidFill>
                <a:latin typeface="Trebuchet MS"/>
                <a:cs typeface="Trebuchet MS"/>
              </a:rPr>
              <a:t>tasks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960876" y="3607308"/>
            <a:ext cx="2727325" cy="1205230"/>
            <a:chOff x="3960876" y="3607308"/>
            <a:chExt cx="2727325" cy="1205230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960876" y="3607308"/>
              <a:ext cx="2727325" cy="120487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87774" y="3761994"/>
              <a:ext cx="2093976" cy="57302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287774" y="3761994"/>
              <a:ext cx="2094230" cy="573405"/>
            </a:xfrm>
            <a:custGeom>
              <a:avLst/>
              <a:gdLst/>
              <a:ahLst/>
              <a:cxnLst/>
              <a:rect l="l" t="t" r="r" b="b"/>
              <a:pathLst>
                <a:path w="2094229" h="573404">
                  <a:moveTo>
                    <a:pt x="0" y="286511"/>
                  </a:moveTo>
                  <a:lnTo>
                    <a:pt x="143255" y="0"/>
                  </a:lnTo>
                  <a:lnTo>
                    <a:pt x="1950720" y="0"/>
                  </a:lnTo>
                  <a:lnTo>
                    <a:pt x="2093976" y="286511"/>
                  </a:lnTo>
                  <a:lnTo>
                    <a:pt x="1950720" y="573023"/>
                  </a:lnTo>
                  <a:lnTo>
                    <a:pt x="143255" y="573023"/>
                  </a:lnTo>
                  <a:lnTo>
                    <a:pt x="0" y="28651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883911" y="3891788"/>
            <a:ext cx="96901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05" dirty="0">
                <a:solidFill>
                  <a:srgbClr val="CCEAFF"/>
                </a:solidFill>
                <a:latin typeface="Trebuchet MS"/>
                <a:cs typeface="Trebuchet MS"/>
              </a:rPr>
              <a:t>Check</a:t>
            </a:r>
            <a:r>
              <a:rPr sz="1600" b="1" spc="-85" dirty="0">
                <a:solidFill>
                  <a:srgbClr val="CCEAFF"/>
                </a:solidFill>
                <a:latin typeface="Trebuchet MS"/>
                <a:cs typeface="Trebuchet MS"/>
              </a:rPr>
              <a:t> </a:t>
            </a:r>
            <a:r>
              <a:rPr sz="1600" b="1" spc="-20" dirty="0">
                <a:solidFill>
                  <a:srgbClr val="CCEAFF"/>
                </a:solidFill>
                <a:latin typeface="Trebuchet MS"/>
                <a:cs typeface="Trebuchet MS"/>
              </a:rPr>
              <a:t>task</a:t>
            </a:r>
            <a:endParaRPr sz="1600">
              <a:latin typeface="Trebuchet MS"/>
              <a:cs typeface="Trebuchet MS"/>
            </a:endParaRPr>
          </a:p>
          <a:p>
            <a:pPr marL="635" algn="ctr">
              <a:lnSpc>
                <a:spcPct val="100000"/>
              </a:lnSpc>
            </a:pPr>
            <a:r>
              <a:rPr sz="1600" b="1" spc="-10" dirty="0">
                <a:solidFill>
                  <a:srgbClr val="CCEAFF"/>
                </a:solidFill>
                <a:latin typeface="Trebuchet MS"/>
                <a:cs typeface="Trebuchet MS"/>
              </a:rPr>
              <a:t>history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68450">
              <a:lnSpc>
                <a:spcPct val="100000"/>
              </a:lnSpc>
              <a:spcBef>
                <a:spcPts val="105"/>
              </a:spcBef>
            </a:pPr>
            <a:r>
              <a:rPr dirty="0"/>
              <a:t>Tree</a:t>
            </a:r>
            <a:r>
              <a:rPr spc="-25" dirty="0"/>
              <a:t> </a:t>
            </a:r>
            <a:r>
              <a:rPr dirty="0"/>
              <a:t>of </a:t>
            </a:r>
            <a:r>
              <a:rPr spc="-10" dirty="0"/>
              <a:t>Tasks</a:t>
            </a:r>
          </a:p>
        </p:txBody>
      </p:sp>
      <p:sp>
        <p:nvSpPr>
          <p:cNvPr id="3" name="object 3"/>
          <p:cNvSpPr/>
          <p:nvPr/>
        </p:nvSpPr>
        <p:spPr>
          <a:xfrm>
            <a:off x="4229100" y="1645920"/>
            <a:ext cx="352425" cy="352425"/>
          </a:xfrm>
          <a:custGeom>
            <a:avLst/>
            <a:gdLst/>
            <a:ahLst/>
            <a:cxnLst/>
            <a:rect l="l" t="t" r="r" b="b"/>
            <a:pathLst>
              <a:path w="352425" h="352425">
                <a:moveTo>
                  <a:pt x="352044" y="176021"/>
                </a:moveTo>
                <a:lnTo>
                  <a:pt x="345753" y="129293"/>
                </a:lnTo>
                <a:lnTo>
                  <a:pt x="328008" y="87263"/>
                </a:lnTo>
                <a:lnTo>
                  <a:pt x="300497" y="51625"/>
                </a:lnTo>
                <a:lnTo>
                  <a:pt x="264912" y="24073"/>
                </a:lnTo>
                <a:lnTo>
                  <a:pt x="222942" y="6300"/>
                </a:lnTo>
                <a:lnTo>
                  <a:pt x="176275" y="0"/>
                </a:lnTo>
                <a:lnTo>
                  <a:pt x="129395" y="6300"/>
                </a:lnTo>
                <a:lnTo>
                  <a:pt x="87281" y="24073"/>
                </a:lnTo>
                <a:lnTo>
                  <a:pt x="51609" y="51625"/>
                </a:lnTo>
                <a:lnTo>
                  <a:pt x="24054" y="87263"/>
                </a:lnTo>
                <a:lnTo>
                  <a:pt x="6292" y="129293"/>
                </a:lnTo>
                <a:lnTo>
                  <a:pt x="0" y="176021"/>
                </a:lnTo>
                <a:lnTo>
                  <a:pt x="6292" y="222750"/>
                </a:lnTo>
                <a:lnTo>
                  <a:pt x="24054" y="264780"/>
                </a:lnTo>
                <a:lnTo>
                  <a:pt x="51609" y="300418"/>
                </a:lnTo>
                <a:lnTo>
                  <a:pt x="87281" y="327970"/>
                </a:lnTo>
                <a:lnTo>
                  <a:pt x="129395" y="345743"/>
                </a:lnTo>
                <a:lnTo>
                  <a:pt x="176275" y="352043"/>
                </a:lnTo>
                <a:lnTo>
                  <a:pt x="222942" y="345743"/>
                </a:lnTo>
                <a:lnTo>
                  <a:pt x="264912" y="327970"/>
                </a:lnTo>
                <a:lnTo>
                  <a:pt x="300497" y="300418"/>
                </a:lnTo>
                <a:lnTo>
                  <a:pt x="328008" y="264780"/>
                </a:lnTo>
                <a:lnTo>
                  <a:pt x="345753" y="222750"/>
                </a:lnTo>
                <a:lnTo>
                  <a:pt x="352044" y="176021"/>
                </a:lnTo>
                <a:close/>
              </a:path>
            </a:pathLst>
          </a:custGeom>
          <a:ln w="9525">
            <a:solidFill>
              <a:srgbClr val="859F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649979" y="2119883"/>
            <a:ext cx="1511935" cy="509270"/>
            <a:chOff x="3649979" y="2119883"/>
            <a:chExt cx="1511935" cy="509270"/>
          </a:xfrm>
        </p:grpSpPr>
        <p:sp>
          <p:nvSpPr>
            <p:cNvPr id="5" name="object 5"/>
            <p:cNvSpPr/>
            <p:nvPr/>
          </p:nvSpPr>
          <p:spPr>
            <a:xfrm>
              <a:off x="3698747" y="2148839"/>
              <a:ext cx="1412875" cy="441959"/>
            </a:xfrm>
            <a:custGeom>
              <a:avLst/>
              <a:gdLst/>
              <a:ahLst/>
              <a:cxnLst/>
              <a:rect l="l" t="t" r="r" b="b"/>
              <a:pathLst>
                <a:path w="1412875" h="441960">
                  <a:moveTo>
                    <a:pt x="0" y="441960"/>
                  </a:moveTo>
                  <a:lnTo>
                    <a:pt x="19097" y="376370"/>
                  </a:lnTo>
                  <a:lnTo>
                    <a:pt x="72625" y="318303"/>
                  </a:lnTo>
                  <a:lnTo>
                    <a:pt x="110537" y="292971"/>
                  </a:lnTo>
                  <a:lnTo>
                    <a:pt x="154939" y="270575"/>
                  </a:lnTo>
                  <a:lnTo>
                    <a:pt x="205128" y="251470"/>
                  </a:lnTo>
                  <a:lnTo>
                    <a:pt x="260397" y="236006"/>
                  </a:lnTo>
                  <a:lnTo>
                    <a:pt x="320039" y="224536"/>
                  </a:lnTo>
                  <a:lnTo>
                    <a:pt x="316484" y="225044"/>
                  </a:lnTo>
                  <a:lnTo>
                    <a:pt x="390039" y="212107"/>
                  </a:lnTo>
                  <a:lnTo>
                    <a:pt x="456062" y="197128"/>
                  </a:lnTo>
                  <a:lnTo>
                    <a:pt x="514503" y="180074"/>
                  </a:lnTo>
                  <a:lnTo>
                    <a:pt x="565312" y="160916"/>
                  </a:lnTo>
                  <a:lnTo>
                    <a:pt x="608441" y="139620"/>
                  </a:lnTo>
                  <a:lnTo>
                    <a:pt x="643839" y="116157"/>
                  </a:lnTo>
                  <a:lnTo>
                    <a:pt x="691245" y="62601"/>
                  </a:lnTo>
                  <a:lnTo>
                    <a:pt x="707136" y="0"/>
                  </a:lnTo>
                </a:path>
                <a:path w="1412875" h="441960">
                  <a:moveTo>
                    <a:pt x="1412748" y="441960"/>
                  </a:moveTo>
                  <a:lnTo>
                    <a:pt x="1393724" y="376370"/>
                  </a:lnTo>
                  <a:lnTo>
                    <a:pt x="1340331" y="318303"/>
                  </a:lnTo>
                  <a:lnTo>
                    <a:pt x="1302472" y="292971"/>
                  </a:lnTo>
                  <a:lnTo>
                    <a:pt x="1258090" y="270575"/>
                  </a:lnTo>
                  <a:lnTo>
                    <a:pt x="1207875" y="251470"/>
                  </a:lnTo>
                  <a:lnTo>
                    <a:pt x="1152518" y="236006"/>
                  </a:lnTo>
                  <a:lnTo>
                    <a:pt x="1092707" y="224536"/>
                  </a:lnTo>
                  <a:lnTo>
                    <a:pt x="1096264" y="225044"/>
                  </a:lnTo>
                  <a:lnTo>
                    <a:pt x="1022708" y="212107"/>
                  </a:lnTo>
                  <a:lnTo>
                    <a:pt x="956685" y="197128"/>
                  </a:lnTo>
                  <a:lnTo>
                    <a:pt x="898244" y="180074"/>
                  </a:lnTo>
                  <a:lnTo>
                    <a:pt x="847435" y="160916"/>
                  </a:lnTo>
                  <a:lnTo>
                    <a:pt x="804306" y="139620"/>
                  </a:lnTo>
                  <a:lnTo>
                    <a:pt x="768908" y="116157"/>
                  </a:lnTo>
                  <a:lnTo>
                    <a:pt x="721502" y="62601"/>
                  </a:lnTo>
                  <a:lnTo>
                    <a:pt x="705612" y="0"/>
                  </a:lnTo>
                </a:path>
              </a:pathLst>
            </a:custGeom>
            <a:ln w="9525">
              <a:solidFill>
                <a:srgbClr val="435D7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52543" y="2119883"/>
              <a:ext cx="106679" cy="1082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49979" y="2554223"/>
              <a:ext cx="100584" cy="746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61203" y="2554223"/>
              <a:ext cx="100584" cy="74675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3560064" y="2683764"/>
            <a:ext cx="279400" cy="280670"/>
          </a:xfrm>
          <a:custGeom>
            <a:avLst/>
            <a:gdLst/>
            <a:ahLst/>
            <a:cxnLst/>
            <a:rect l="l" t="t" r="r" b="b"/>
            <a:pathLst>
              <a:path w="279400" h="280669">
                <a:moveTo>
                  <a:pt x="278891" y="140208"/>
                </a:moveTo>
                <a:lnTo>
                  <a:pt x="271779" y="95926"/>
                </a:lnTo>
                <a:lnTo>
                  <a:pt x="251988" y="57442"/>
                </a:lnTo>
                <a:lnTo>
                  <a:pt x="221833" y="27078"/>
                </a:lnTo>
                <a:lnTo>
                  <a:pt x="183631" y="7156"/>
                </a:lnTo>
                <a:lnTo>
                  <a:pt x="139700" y="0"/>
                </a:lnTo>
                <a:lnTo>
                  <a:pt x="95520" y="7156"/>
                </a:lnTo>
                <a:lnTo>
                  <a:pt x="57168" y="27078"/>
                </a:lnTo>
                <a:lnTo>
                  <a:pt x="26936" y="57442"/>
                </a:lnTo>
                <a:lnTo>
                  <a:pt x="7116" y="95926"/>
                </a:lnTo>
                <a:lnTo>
                  <a:pt x="0" y="140208"/>
                </a:lnTo>
                <a:lnTo>
                  <a:pt x="7116" y="184489"/>
                </a:lnTo>
                <a:lnTo>
                  <a:pt x="26936" y="222973"/>
                </a:lnTo>
                <a:lnTo>
                  <a:pt x="57168" y="253337"/>
                </a:lnTo>
                <a:lnTo>
                  <a:pt x="95520" y="273259"/>
                </a:lnTo>
                <a:lnTo>
                  <a:pt x="139700" y="280416"/>
                </a:lnTo>
                <a:lnTo>
                  <a:pt x="183631" y="273259"/>
                </a:lnTo>
                <a:lnTo>
                  <a:pt x="221833" y="253337"/>
                </a:lnTo>
                <a:lnTo>
                  <a:pt x="251988" y="222973"/>
                </a:lnTo>
                <a:lnTo>
                  <a:pt x="271779" y="184489"/>
                </a:lnTo>
                <a:lnTo>
                  <a:pt x="278891" y="140208"/>
                </a:lnTo>
                <a:close/>
              </a:path>
            </a:pathLst>
          </a:custGeom>
          <a:ln w="9525">
            <a:solidFill>
              <a:srgbClr val="E2E9E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3294888" y="3296920"/>
            <a:ext cx="809625" cy="493395"/>
            <a:chOff x="3294888" y="3296920"/>
            <a:chExt cx="809625" cy="493395"/>
          </a:xfrm>
        </p:grpSpPr>
        <p:sp>
          <p:nvSpPr>
            <p:cNvPr id="11" name="object 11"/>
            <p:cNvSpPr/>
            <p:nvPr/>
          </p:nvSpPr>
          <p:spPr>
            <a:xfrm>
              <a:off x="3345180" y="3310128"/>
              <a:ext cx="708660" cy="441959"/>
            </a:xfrm>
            <a:custGeom>
              <a:avLst/>
              <a:gdLst/>
              <a:ahLst/>
              <a:cxnLst/>
              <a:rect l="l" t="t" r="r" b="b"/>
              <a:pathLst>
                <a:path w="708660" h="441960">
                  <a:moveTo>
                    <a:pt x="353568" y="0"/>
                  </a:moveTo>
                  <a:lnTo>
                    <a:pt x="349526" y="45400"/>
                  </a:lnTo>
                  <a:lnTo>
                    <a:pt x="337443" y="86190"/>
                  </a:lnTo>
                  <a:lnTo>
                    <a:pt x="317378" y="122457"/>
                  </a:lnTo>
                  <a:lnTo>
                    <a:pt x="289391" y="154288"/>
                  </a:lnTo>
                  <a:lnTo>
                    <a:pt x="253541" y="181769"/>
                  </a:lnTo>
                  <a:lnTo>
                    <a:pt x="209889" y="204986"/>
                  </a:lnTo>
                  <a:lnTo>
                    <a:pt x="158496" y="224028"/>
                  </a:lnTo>
                </a:path>
                <a:path w="708660" h="441960">
                  <a:moveTo>
                    <a:pt x="548640" y="224028"/>
                  </a:moveTo>
                  <a:lnTo>
                    <a:pt x="592596" y="243046"/>
                  </a:lnTo>
                  <a:lnTo>
                    <a:pt x="631218" y="270510"/>
                  </a:lnTo>
                  <a:lnTo>
                    <a:pt x="663321" y="305276"/>
                  </a:lnTo>
                  <a:lnTo>
                    <a:pt x="687719" y="346202"/>
                  </a:lnTo>
                  <a:lnTo>
                    <a:pt x="703227" y="392144"/>
                  </a:lnTo>
                  <a:lnTo>
                    <a:pt x="708660" y="441960"/>
                  </a:lnTo>
                </a:path>
                <a:path w="708660" h="441960">
                  <a:moveTo>
                    <a:pt x="160020" y="224028"/>
                  </a:moveTo>
                  <a:lnTo>
                    <a:pt x="116019" y="243046"/>
                  </a:lnTo>
                  <a:lnTo>
                    <a:pt x="77385" y="270510"/>
                  </a:lnTo>
                  <a:lnTo>
                    <a:pt x="45291" y="305276"/>
                  </a:lnTo>
                  <a:lnTo>
                    <a:pt x="20912" y="346202"/>
                  </a:lnTo>
                  <a:lnTo>
                    <a:pt x="5423" y="392144"/>
                  </a:lnTo>
                  <a:lnTo>
                    <a:pt x="0" y="441960"/>
                  </a:lnTo>
                </a:path>
                <a:path w="708660" h="441960">
                  <a:moveTo>
                    <a:pt x="353568" y="0"/>
                  </a:moveTo>
                  <a:lnTo>
                    <a:pt x="357900" y="46073"/>
                  </a:lnTo>
                  <a:lnTo>
                    <a:pt x="370683" y="86645"/>
                  </a:lnTo>
                  <a:lnTo>
                    <a:pt x="391596" y="122204"/>
                  </a:lnTo>
                  <a:lnTo>
                    <a:pt x="420321" y="153235"/>
                  </a:lnTo>
                  <a:lnTo>
                    <a:pt x="456537" y="180225"/>
                  </a:lnTo>
                  <a:lnTo>
                    <a:pt x="499925" y="203660"/>
                  </a:lnTo>
                  <a:lnTo>
                    <a:pt x="550164" y="224028"/>
                  </a:lnTo>
                </a:path>
              </a:pathLst>
            </a:custGeom>
            <a:ln w="9525">
              <a:solidFill>
                <a:srgbClr val="5F7C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94888" y="3296919"/>
              <a:ext cx="809625" cy="493395"/>
            </a:xfrm>
            <a:custGeom>
              <a:avLst/>
              <a:gdLst/>
              <a:ahLst/>
              <a:cxnLst/>
              <a:rect l="l" t="t" r="r" b="b"/>
              <a:pathLst>
                <a:path w="809625" h="493395">
                  <a:moveTo>
                    <a:pt x="100584" y="421386"/>
                  </a:moveTo>
                  <a:lnTo>
                    <a:pt x="97028" y="417068"/>
                  </a:lnTo>
                  <a:lnTo>
                    <a:pt x="3937" y="417068"/>
                  </a:lnTo>
                  <a:lnTo>
                    <a:pt x="0" y="421259"/>
                  </a:lnTo>
                  <a:lnTo>
                    <a:pt x="0" y="427482"/>
                  </a:lnTo>
                  <a:lnTo>
                    <a:pt x="508" y="429133"/>
                  </a:lnTo>
                  <a:lnTo>
                    <a:pt x="41529" y="488569"/>
                  </a:lnTo>
                  <a:lnTo>
                    <a:pt x="45085" y="493268"/>
                  </a:lnTo>
                  <a:lnTo>
                    <a:pt x="51943" y="493268"/>
                  </a:lnTo>
                  <a:lnTo>
                    <a:pt x="100076" y="429641"/>
                  </a:lnTo>
                  <a:lnTo>
                    <a:pt x="100584" y="427863"/>
                  </a:lnTo>
                  <a:lnTo>
                    <a:pt x="100584" y="426085"/>
                  </a:lnTo>
                  <a:lnTo>
                    <a:pt x="100584" y="421386"/>
                  </a:lnTo>
                  <a:close/>
                </a:path>
                <a:path w="809625" h="493395">
                  <a:moveTo>
                    <a:pt x="458724" y="53975"/>
                  </a:moveTo>
                  <a:lnTo>
                    <a:pt x="438429" y="11023"/>
                  </a:lnTo>
                  <a:lnTo>
                    <a:pt x="399288" y="0"/>
                  </a:lnTo>
                  <a:lnTo>
                    <a:pt x="380428" y="6032"/>
                  </a:lnTo>
                  <a:lnTo>
                    <a:pt x="365467" y="18084"/>
                  </a:lnTo>
                  <a:lnTo>
                    <a:pt x="355600" y="34594"/>
                  </a:lnTo>
                  <a:lnTo>
                    <a:pt x="352044" y="53975"/>
                  </a:lnTo>
                  <a:lnTo>
                    <a:pt x="352171" y="58293"/>
                  </a:lnTo>
                  <a:lnTo>
                    <a:pt x="372643" y="96253"/>
                  </a:lnTo>
                  <a:lnTo>
                    <a:pt x="412115" y="107188"/>
                  </a:lnTo>
                  <a:lnTo>
                    <a:pt x="430809" y="101257"/>
                  </a:lnTo>
                  <a:lnTo>
                    <a:pt x="445554" y="89395"/>
                  </a:lnTo>
                  <a:lnTo>
                    <a:pt x="455244" y="73139"/>
                  </a:lnTo>
                  <a:lnTo>
                    <a:pt x="458724" y="53975"/>
                  </a:lnTo>
                  <a:close/>
                </a:path>
                <a:path w="809625" h="493395">
                  <a:moveTo>
                    <a:pt x="809244" y="421386"/>
                  </a:moveTo>
                  <a:lnTo>
                    <a:pt x="805688" y="417068"/>
                  </a:lnTo>
                  <a:lnTo>
                    <a:pt x="712343" y="417068"/>
                  </a:lnTo>
                  <a:lnTo>
                    <a:pt x="708660" y="421132"/>
                  </a:lnTo>
                  <a:lnTo>
                    <a:pt x="708660" y="427355"/>
                  </a:lnTo>
                  <a:lnTo>
                    <a:pt x="709168" y="429006"/>
                  </a:lnTo>
                  <a:lnTo>
                    <a:pt x="750189" y="488569"/>
                  </a:lnTo>
                  <a:lnTo>
                    <a:pt x="753745" y="493268"/>
                  </a:lnTo>
                  <a:lnTo>
                    <a:pt x="760730" y="493268"/>
                  </a:lnTo>
                  <a:lnTo>
                    <a:pt x="808736" y="429641"/>
                  </a:lnTo>
                  <a:lnTo>
                    <a:pt x="809244" y="427863"/>
                  </a:lnTo>
                  <a:lnTo>
                    <a:pt x="809244" y="426085"/>
                  </a:lnTo>
                  <a:lnTo>
                    <a:pt x="809244" y="4213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32213" y="3886009"/>
            <a:ext cx="225933" cy="22592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36301" y="3886009"/>
            <a:ext cx="225933" cy="225920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4971288" y="2683764"/>
            <a:ext cx="279400" cy="280670"/>
          </a:xfrm>
          <a:custGeom>
            <a:avLst/>
            <a:gdLst/>
            <a:ahLst/>
            <a:cxnLst/>
            <a:rect l="l" t="t" r="r" b="b"/>
            <a:pathLst>
              <a:path w="279400" h="280669">
                <a:moveTo>
                  <a:pt x="278891" y="140208"/>
                </a:moveTo>
                <a:lnTo>
                  <a:pt x="271779" y="95926"/>
                </a:lnTo>
                <a:lnTo>
                  <a:pt x="251988" y="57442"/>
                </a:lnTo>
                <a:lnTo>
                  <a:pt x="221833" y="27078"/>
                </a:lnTo>
                <a:lnTo>
                  <a:pt x="183631" y="7156"/>
                </a:lnTo>
                <a:lnTo>
                  <a:pt x="139700" y="0"/>
                </a:lnTo>
                <a:lnTo>
                  <a:pt x="95520" y="7156"/>
                </a:lnTo>
                <a:lnTo>
                  <a:pt x="57168" y="27078"/>
                </a:lnTo>
                <a:lnTo>
                  <a:pt x="26936" y="57442"/>
                </a:lnTo>
                <a:lnTo>
                  <a:pt x="7116" y="95926"/>
                </a:lnTo>
                <a:lnTo>
                  <a:pt x="0" y="140208"/>
                </a:lnTo>
                <a:lnTo>
                  <a:pt x="7116" y="184489"/>
                </a:lnTo>
                <a:lnTo>
                  <a:pt x="26936" y="222973"/>
                </a:lnTo>
                <a:lnTo>
                  <a:pt x="57168" y="253337"/>
                </a:lnTo>
                <a:lnTo>
                  <a:pt x="95520" y="273259"/>
                </a:lnTo>
                <a:lnTo>
                  <a:pt x="139700" y="280416"/>
                </a:lnTo>
                <a:lnTo>
                  <a:pt x="183631" y="273259"/>
                </a:lnTo>
                <a:lnTo>
                  <a:pt x="221833" y="253337"/>
                </a:lnTo>
                <a:lnTo>
                  <a:pt x="251988" y="222973"/>
                </a:lnTo>
                <a:lnTo>
                  <a:pt x="271779" y="184489"/>
                </a:lnTo>
                <a:lnTo>
                  <a:pt x="278891" y="140208"/>
                </a:lnTo>
                <a:close/>
              </a:path>
            </a:pathLst>
          </a:custGeom>
          <a:ln w="9525">
            <a:solidFill>
              <a:srgbClr val="E2E9E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4706111" y="3296920"/>
            <a:ext cx="809625" cy="493395"/>
            <a:chOff x="4706111" y="3296920"/>
            <a:chExt cx="809625" cy="493395"/>
          </a:xfrm>
        </p:grpSpPr>
        <p:sp>
          <p:nvSpPr>
            <p:cNvPr id="17" name="object 17"/>
            <p:cNvSpPr/>
            <p:nvPr/>
          </p:nvSpPr>
          <p:spPr>
            <a:xfrm>
              <a:off x="4756403" y="3310128"/>
              <a:ext cx="710565" cy="441959"/>
            </a:xfrm>
            <a:custGeom>
              <a:avLst/>
              <a:gdLst/>
              <a:ahLst/>
              <a:cxnLst/>
              <a:rect l="l" t="t" r="r" b="b"/>
              <a:pathLst>
                <a:path w="710564" h="441960">
                  <a:moveTo>
                    <a:pt x="355092" y="0"/>
                  </a:moveTo>
                  <a:lnTo>
                    <a:pt x="351019" y="45400"/>
                  </a:lnTo>
                  <a:lnTo>
                    <a:pt x="338843" y="86190"/>
                  </a:lnTo>
                  <a:lnTo>
                    <a:pt x="318622" y="122457"/>
                  </a:lnTo>
                  <a:lnTo>
                    <a:pt x="290417" y="154288"/>
                  </a:lnTo>
                  <a:lnTo>
                    <a:pt x="254288" y="181769"/>
                  </a:lnTo>
                  <a:lnTo>
                    <a:pt x="210294" y="204986"/>
                  </a:lnTo>
                  <a:lnTo>
                    <a:pt x="158496" y="224028"/>
                  </a:lnTo>
                </a:path>
                <a:path w="710564" h="441960">
                  <a:moveTo>
                    <a:pt x="548640" y="224028"/>
                  </a:moveTo>
                  <a:lnTo>
                    <a:pt x="593105" y="243046"/>
                  </a:lnTo>
                  <a:lnTo>
                    <a:pt x="632121" y="270510"/>
                  </a:lnTo>
                  <a:lnTo>
                    <a:pt x="664511" y="305276"/>
                  </a:lnTo>
                  <a:lnTo>
                    <a:pt x="689101" y="346202"/>
                  </a:lnTo>
                  <a:lnTo>
                    <a:pt x="704717" y="392144"/>
                  </a:lnTo>
                  <a:lnTo>
                    <a:pt x="710184" y="441960"/>
                  </a:lnTo>
                </a:path>
                <a:path w="710564" h="441960">
                  <a:moveTo>
                    <a:pt x="161544" y="224028"/>
                  </a:moveTo>
                  <a:lnTo>
                    <a:pt x="117166" y="243046"/>
                  </a:lnTo>
                  <a:lnTo>
                    <a:pt x="78175" y="270510"/>
                  </a:lnTo>
                  <a:lnTo>
                    <a:pt x="45767" y="305276"/>
                  </a:lnTo>
                  <a:lnTo>
                    <a:pt x="21138" y="346202"/>
                  </a:lnTo>
                  <a:lnTo>
                    <a:pt x="5483" y="392144"/>
                  </a:lnTo>
                  <a:lnTo>
                    <a:pt x="0" y="441960"/>
                  </a:lnTo>
                </a:path>
                <a:path w="710564" h="441960">
                  <a:moveTo>
                    <a:pt x="353568" y="0"/>
                  </a:moveTo>
                  <a:lnTo>
                    <a:pt x="357842" y="46073"/>
                  </a:lnTo>
                  <a:lnTo>
                    <a:pt x="370469" y="86645"/>
                  </a:lnTo>
                  <a:lnTo>
                    <a:pt x="391157" y="122204"/>
                  </a:lnTo>
                  <a:lnTo>
                    <a:pt x="419610" y="153235"/>
                  </a:lnTo>
                  <a:lnTo>
                    <a:pt x="455538" y="180225"/>
                  </a:lnTo>
                  <a:lnTo>
                    <a:pt x="498645" y="203660"/>
                  </a:lnTo>
                  <a:lnTo>
                    <a:pt x="548640" y="224028"/>
                  </a:lnTo>
                </a:path>
              </a:pathLst>
            </a:custGeom>
            <a:ln w="9525">
              <a:solidFill>
                <a:srgbClr val="5F7C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706112" y="3296919"/>
              <a:ext cx="809625" cy="493395"/>
            </a:xfrm>
            <a:custGeom>
              <a:avLst/>
              <a:gdLst/>
              <a:ahLst/>
              <a:cxnLst/>
              <a:rect l="l" t="t" r="r" b="b"/>
              <a:pathLst>
                <a:path w="809625" h="493395">
                  <a:moveTo>
                    <a:pt x="100584" y="421259"/>
                  </a:moveTo>
                  <a:lnTo>
                    <a:pt x="97028" y="417068"/>
                  </a:lnTo>
                  <a:lnTo>
                    <a:pt x="3556" y="417068"/>
                  </a:lnTo>
                  <a:lnTo>
                    <a:pt x="0" y="421132"/>
                  </a:lnTo>
                  <a:lnTo>
                    <a:pt x="0" y="427228"/>
                  </a:lnTo>
                  <a:lnTo>
                    <a:pt x="508" y="429006"/>
                  </a:lnTo>
                  <a:lnTo>
                    <a:pt x="41656" y="488569"/>
                  </a:lnTo>
                  <a:lnTo>
                    <a:pt x="45212" y="493268"/>
                  </a:lnTo>
                  <a:lnTo>
                    <a:pt x="52197" y="493268"/>
                  </a:lnTo>
                  <a:lnTo>
                    <a:pt x="99949" y="429514"/>
                  </a:lnTo>
                  <a:lnTo>
                    <a:pt x="100584" y="427609"/>
                  </a:lnTo>
                  <a:lnTo>
                    <a:pt x="100584" y="425704"/>
                  </a:lnTo>
                  <a:lnTo>
                    <a:pt x="100584" y="421259"/>
                  </a:lnTo>
                  <a:close/>
                </a:path>
                <a:path w="809625" h="493395">
                  <a:moveTo>
                    <a:pt x="458724" y="53213"/>
                  </a:moveTo>
                  <a:lnTo>
                    <a:pt x="438061" y="10947"/>
                  </a:lnTo>
                  <a:lnTo>
                    <a:pt x="399034" y="0"/>
                  </a:lnTo>
                  <a:lnTo>
                    <a:pt x="380276" y="6032"/>
                  </a:lnTo>
                  <a:lnTo>
                    <a:pt x="365391" y="18084"/>
                  </a:lnTo>
                  <a:lnTo>
                    <a:pt x="355574" y="34594"/>
                  </a:lnTo>
                  <a:lnTo>
                    <a:pt x="352044" y="53975"/>
                  </a:lnTo>
                  <a:lnTo>
                    <a:pt x="352171" y="58293"/>
                  </a:lnTo>
                  <a:lnTo>
                    <a:pt x="372694" y="96253"/>
                  </a:lnTo>
                  <a:lnTo>
                    <a:pt x="411734" y="107188"/>
                  </a:lnTo>
                  <a:lnTo>
                    <a:pt x="430479" y="101168"/>
                  </a:lnTo>
                  <a:lnTo>
                    <a:pt x="445363" y="89115"/>
                  </a:lnTo>
                  <a:lnTo>
                    <a:pt x="455180" y="72605"/>
                  </a:lnTo>
                  <a:lnTo>
                    <a:pt x="458724" y="53213"/>
                  </a:lnTo>
                  <a:close/>
                </a:path>
                <a:path w="809625" h="493395">
                  <a:moveTo>
                    <a:pt x="809244" y="421386"/>
                  </a:moveTo>
                  <a:lnTo>
                    <a:pt x="805688" y="417068"/>
                  </a:lnTo>
                  <a:lnTo>
                    <a:pt x="712216" y="417068"/>
                  </a:lnTo>
                  <a:lnTo>
                    <a:pt x="708660" y="421132"/>
                  </a:lnTo>
                  <a:lnTo>
                    <a:pt x="708660" y="427228"/>
                  </a:lnTo>
                  <a:lnTo>
                    <a:pt x="709168" y="429006"/>
                  </a:lnTo>
                  <a:lnTo>
                    <a:pt x="749935" y="488569"/>
                  </a:lnTo>
                  <a:lnTo>
                    <a:pt x="753364" y="493268"/>
                  </a:lnTo>
                  <a:lnTo>
                    <a:pt x="760349" y="493268"/>
                  </a:lnTo>
                  <a:lnTo>
                    <a:pt x="764540" y="488569"/>
                  </a:lnTo>
                  <a:lnTo>
                    <a:pt x="808736" y="429641"/>
                  </a:lnTo>
                  <a:lnTo>
                    <a:pt x="809244" y="427863"/>
                  </a:lnTo>
                  <a:lnTo>
                    <a:pt x="809244" y="426085"/>
                  </a:lnTo>
                  <a:lnTo>
                    <a:pt x="809244" y="4213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46485" y="3886009"/>
            <a:ext cx="225932" cy="22592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50573" y="3886009"/>
            <a:ext cx="225933" cy="22592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384296" y="2929585"/>
            <a:ext cx="6927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99E7FF"/>
                </a:solidFill>
                <a:latin typeface="Calibri"/>
                <a:cs typeface="Calibri"/>
              </a:rPr>
              <a:t>Task</a:t>
            </a:r>
            <a:r>
              <a:rPr sz="2000" spc="-20" dirty="0">
                <a:solidFill>
                  <a:srgbClr val="99E7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99E7FF"/>
                </a:solidFill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85486" y="2929585"/>
            <a:ext cx="68389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99E7FF"/>
                </a:solidFill>
                <a:latin typeface="Calibri"/>
                <a:cs typeface="Calibri"/>
              </a:rPr>
              <a:t>Task</a:t>
            </a:r>
            <a:r>
              <a:rPr sz="2000" spc="-20" dirty="0">
                <a:solidFill>
                  <a:srgbClr val="99E7FF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99E7FF"/>
                </a:solidFill>
                <a:latin typeface="Calibri"/>
                <a:cs typeface="Calibri"/>
              </a:rPr>
              <a:t>B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96514" y="4114901"/>
            <a:ext cx="4851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99E7FF"/>
                </a:solidFill>
                <a:latin typeface="Calibri"/>
                <a:cs typeface="Calibri"/>
              </a:rPr>
              <a:t>Task</a:t>
            </a:r>
            <a:r>
              <a:rPr sz="1400" spc="-25" dirty="0">
                <a:solidFill>
                  <a:srgbClr val="99E7FF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99E7FF"/>
                </a:solidFill>
                <a:latin typeface="Calibri"/>
                <a:cs typeface="Calibri"/>
              </a:rPr>
              <a:t>C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813428" y="4114901"/>
            <a:ext cx="4997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99E7FF"/>
                </a:solidFill>
                <a:latin typeface="Calibri"/>
                <a:cs typeface="Calibri"/>
              </a:rPr>
              <a:t>Task</a:t>
            </a:r>
            <a:r>
              <a:rPr sz="1400" spc="-25" dirty="0">
                <a:solidFill>
                  <a:srgbClr val="99E7FF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99E7FF"/>
                </a:solidFill>
                <a:latin typeface="Calibri"/>
                <a:cs typeface="Calibri"/>
              </a:rPr>
              <a:t>D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507484" y="4110939"/>
            <a:ext cx="47815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99E7FF"/>
                </a:solidFill>
                <a:latin typeface="Calibri"/>
                <a:cs typeface="Calibri"/>
              </a:rPr>
              <a:t>Task</a:t>
            </a:r>
            <a:r>
              <a:rPr sz="1400" spc="-25" dirty="0">
                <a:solidFill>
                  <a:srgbClr val="99E7FF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99E7FF"/>
                </a:solidFill>
                <a:latin typeface="Calibri"/>
                <a:cs typeface="Calibri"/>
              </a:rPr>
              <a:t>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214873" y="4110939"/>
            <a:ext cx="47180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99E7FF"/>
                </a:solidFill>
                <a:latin typeface="Calibri"/>
                <a:cs typeface="Calibri"/>
              </a:rPr>
              <a:t>Task</a:t>
            </a:r>
            <a:r>
              <a:rPr sz="1400" spc="-30" dirty="0">
                <a:solidFill>
                  <a:srgbClr val="99E7FF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99E7FF"/>
                </a:solidFill>
                <a:latin typeface="Calibri"/>
                <a:cs typeface="Calibri"/>
              </a:rPr>
              <a:t>F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01185" y="1256538"/>
            <a:ext cx="4486910" cy="10013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99E7FF"/>
                </a:solidFill>
                <a:latin typeface="Calibri"/>
                <a:cs typeface="Calibri"/>
              </a:rPr>
              <a:t>Root</a:t>
            </a:r>
            <a:r>
              <a:rPr sz="2000" spc="-20" dirty="0">
                <a:solidFill>
                  <a:srgbClr val="99E7FF"/>
                </a:solidFill>
                <a:latin typeface="Calibri"/>
                <a:cs typeface="Calibri"/>
              </a:rPr>
              <a:t> task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2000">
              <a:latin typeface="Calibri"/>
              <a:cs typeface="Calibri"/>
            </a:endParaRPr>
          </a:p>
          <a:p>
            <a:pPr marL="1812925" indent="-34226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1812925" algn="l"/>
              </a:tabLst>
            </a:pPr>
            <a:r>
              <a:rPr sz="2000" dirty="0">
                <a:solidFill>
                  <a:srgbClr val="B3B3B3"/>
                </a:solidFill>
                <a:latin typeface="Calibri"/>
                <a:cs typeface="Calibri"/>
              </a:rPr>
              <a:t>Every</a:t>
            </a:r>
            <a:r>
              <a:rPr sz="2000" spc="-45" dirty="0">
                <a:solidFill>
                  <a:srgbClr val="B3B3B3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B3B3B3"/>
                </a:solidFill>
                <a:latin typeface="Calibri"/>
                <a:cs typeface="Calibri"/>
              </a:rPr>
              <a:t>task</a:t>
            </a:r>
            <a:r>
              <a:rPr sz="2000" spc="-15" dirty="0">
                <a:solidFill>
                  <a:srgbClr val="B3B3B3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B3B3B3"/>
                </a:solidFill>
                <a:latin typeface="Calibri"/>
                <a:cs typeface="Calibri"/>
              </a:rPr>
              <a:t>has</a:t>
            </a:r>
            <a:r>
              <a:rPr sz="2000" spc="-20" dirty="0">
                <a:solidFill>
                  <a:srgbClr val="B3B3B3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B3B3B3"/>
                </a:solidFill>
                <a:latin typeface="Calibri"/>
                <a:cs typeface="Calibri"/>
              </a:rPr>
              <a:t>one</a:t>
            </a:r>
            <a:r>
              <a:rPr sz="2000" spc="-35" dirty="0">
                <a:solidFill>
                  <a:srgbClr val="B3B3B3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B3B3B3"/>
                </a:solidFill>
                <a:latin typeface="Calibri"/>
                <a:cs typeface="Calibri"/>
              </a:rPr>
              <a:t>parent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68450">
              <a:lnSpc>
                <a:spcPct val="100000"/>
              </a:lnSpc>
              <a:spcBef>
                <a:spcPts val="105"/>
              </a:spcBef>
            </a:pPr>
            <a:r>
              <a:rPr dirty="0"/>
              <a:t>Tree</a:t>
            </a:r>
            <a:r>
              <a:rPr spc="-25" dirty="0"/>
              <a:t> </a:t>
            </a:r>
            <a:r>
              <a:rPr dirty="0"/>
              <a:t>of </a:t>
            </a:r>
            <a:r>
              <a:rPr spc="-10" dirty="0"/>
              <a:t>Tasks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9800" y="2881883"/>
            <a:ext cx="4953000" cy="1010919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996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85"/>
              </a:spcBef>
            </a:pPr>
            <a:endParaRPr sz="1400">
              <a:latin typeface="Times New Roman"/>
              <a:cs typeface="Times New Roman"/>
            </a:endParaRPr>
          </a:p>
          <a:p>
            <a:pPr marL="745490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ALTER</a:t>
            </a:r>
            <a:r>
              <a:rPr sz="1400" spc="-6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TASK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25" dirty="0">
                <a:latin typeface="Courier New"/>
                <a:cs typeface="Courier New"/>
              </a:rPr>
              <a:t>...</a:t>
            </a:r>
            <a:endParaRPr sz="14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  <a:tabLst>
                <a:tab pos="2085339" algn="l"/>
              </a:tabLst>
            </a:pPr>
            <a:r>
              <a:rPr sz="1400" dirty="0">
                <a:latin typeface="Courier New"/>
                <a:cs typeface="Courier New"/>
              </a:rPr>
              <a:t>ADD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AFTER</a:t>
            </a:r>
            <a:r>
              <a:rPr sz="1400" dirty="0">
                <a:latin typeface="Courier New"/>
                <a:cs typeface="Courier New"/>
              </a:rPr>
              <a:t>	</a:t>
            </a:r>
            <a:r>
              <a:rPr sz="1400" i="1" dirty="0">
                <a:solidFill>
                  <a:srgbClr val="009999"/>
                </a:solidFill>
                <a:latin typeface="Courier New"/>
                <a:cs typeface="Courier New"/>
              </a:rPr>
              <a:t>&lt;parent</a:t>
            </a:r>
            <a:r>
              <a:rPr sz="1400" i="1" spc="-70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400" i="1" spc="-10" dirty="0">
                <a:solidFill>
                  <a:srgbClr val="009999"/>
                </a:solidFill>
                <a:latin typeface="Courier New"/>
                <a:cs typeface="Courier New"/>
              </a:rPr>
              <a:t>task&gt;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09800" y="1549908"/>
            <a:ext cx="4953000" cy="122555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1003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0"/>
              </a:spcBef>
            </a:pPr>
            <a:endParaRPr sz="1400">
              <a:latin typeface="Times New Roman"/>
              <a:cs typeface="Times New Roman"/>
            </a:endParaRPr>
          </a:p>
          <a:p>
            <a:pPr marL="745490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CREATE</a:t>
            </a:r>
            <a:r>
              <a:rPr sz="1400" spc="-5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TASK</a:t>
            </a:r>
            <a:r>
              <a:rPr sz="1400" spc="-40" dirty="0">
                <a:latin typeface="Courier New"/>
                <a:cs typeface="Courier New"/>
              </a:rPr>
              <a:t> </a:t>
            </a:r>
            <a:r>
              <a:rPr sz="1400" spc="-25" dirty="0">
                <a:latin typeface="Courier New"/>
                <a:cs typeface="Courier New"/>
              </a:rPr>
              <a:t>...</a:t>
            </a:r>
            <a:endParaRPr sz="14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  <a:tabLst>
                <a:tab pos="1659889" algn="l"/>
              </a:tabLst>
            </a:pPr>
            <a:r>
              <a:rPr sz="1400" spc="-10" dirty="0">
                <a:latin typeface="Courier New"/>
                <a:cs typeface="Courier New"/>
              </a:rPr>
              <a:t>AFTER</a:t>
            </a:r>
            <a:r>
              <a:rPr sz="1400" dirty="0">
                <a:latin typeface="Courier New"/>
                <a:cs typeface="Courier New"/>
              </a:rPr>
              <a:t>	</a:t>
            </a:r>
            <a:r>
              <a:rPr sz="1400" i="1" dirty="0">
                <a:solidFill>
                  <a:srgbClr val="009999"/>
                </a:solidFill>
                <a:latin typeface="Courier New"/>
                <a:cs typeface="Courier New"/>
              </a:rPr>
              <a:t>&lt;parent</a:t>
            </a:r>
            <a:r>
              <a:rPr sz="1400" i="1" spc="-70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400" i="1" spc="-10" dirty="0">
                <a:solidFill>
                  <a:srgbClr val="009999"/>
                </a:solidFill>
                <a:latin typeface="Courier New"/>
                <a:cs typeface="Courier New"/>
              </a:rPr>
              <a:t>task&gt;</a:t>
            </a:r>
            <a:endParaRPr sz="14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  <a:spcBef>
                <a:spcPts val="5"/>
              </a:spcBef>
            </a:pPr>
            <a:r>
              <a:rPr sz="1400" i="1" dirty="0">
                <a:solidFill>
                  <a:srgbClr val="009999"/>
                </a:solidFill>
                <a:latin typeface="Courier New"/>
                <a:cs typeface="Courier New"/>
              </a:rPr>
              <a:t>AS</a:t>
            </a:r>
            <a:r>
              <a:rPr sz="1400" i="1" spc="-25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400" i="1" spc="-50" dirty="0">
                <a:solidFill>
                  <a:srgbClr val="009999"/>
                </a:solidFill>
                <a:latin typeface="Courier New"/>
                <a:cs typeface="Courier New"/>
              </a:rPr>
              <a:t>…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7548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Streams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17064" y="1426463"/>
            <a:ext cx="2689225" cy="1379855"/>
            <a:chOff x="2417064" y="1426463"/>
            <a:chExt cx="2689225" cy="13798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06240" y="1426463"/>
              <a:ext cx="899922" cy="56464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390999" y="2022855"/>
              <a:ext cx="577850" cy="783590"/>
            </a:xfrm>
            <a:custGeom>
              <a:avLst/>
              <a:gdLst/>
              <a:ahLst/>
              <a:cxnLst/>
              <a:rect l="l" t="t" r="r" b="b"/>
              <a:pathLst>
                <a:path w="577850" h="783589">
                  <a:moveTo>
                    <a:pt x="216484" y="652691"/>
                  </a:moveTo>
                  <a:lnTo>
                    <a:pt x="187617" y="652691"/>
                  </a:lnTo>
                  <a:lnTo>
                    <a:pt x="187617" y="739470"/>
                  </a:lnTo>
                  <a:lnTo>
                    <a:pt x="216484" y="739470"/>
                  </a:lnTo>
                  <a:lnTo>
                    <a:pt x="216484" y="652691"/>
                  </a:lnTo>
                  <a:close/>
                </a:path>
                <a:path w="577850" h="783589">
                  <a:moveTo>
                    <a:pt x="216484" y="536968"/>
                  </a:moveTo>
                  <a:lnTo>
                    <a:pt x="187617" y="536968"/>
                  </a:lnTo>
                  <a:lnTo>
                    <a:pt x="187617" y="623760"/>
                  </a:lnTo>
                  <a:lnTo>
                    <a:pt x="216484" y="623760"/>
                  </a:lnTo>
                  <a:lnTo>
                    <a:pt x="216484" y="536968"/>
                  </a:lnTo>
                  <a:close/>
                </a:path>
                <a:path w="577850" h="783589">
                  <a:moveTo>
                    <a:pt x="216484" y="421259"/>
                  </a:moveTo>
                  <a:lnTo>
                    <a:pt x="187617" y="421259"/>
                  </a:lnTo>
                  <a:lnTo>
                    <a:pt x="187617" y="508050"/>
                  </a:lnTo>
                  <a:lnTo>
                    <a:pt x="216484" y="508050"/>
                  </a:lnTo>
                  <a:lnTo>
                    <a:pt x="216484" y="421259"/>
                  </a:lnTo>
                  <a:close/>
                </a:path>
                <a:path w="577850" h="783589">
                  <a:moveTo>
                    <a:pt x="389674" y="652691"/>
                  </a:moveTo>
                  <a:lnTo>
                    <a:pt x="360807" y="652691"/>
                  </a:lnTo>
                  <a:lnTo>
                    <a:pt x="360807" y="739470"/>
                  </a:lnTo>
                  <a:lnTo>
                    <a:pt x="389674" y="739470"/>
                  </a:lnTo>
                  <a:lnTo>
                    <a:pt x="389674" y="652691"/>
                  </a:lnTo>
                  <a:close/>
                </a:path>
                <a:path w="577850" h="783589">
                  <a:moveTo>
                    <a:pt x="389674" y="536968"/>
                  </a:moveTo>
                  <a:lnTo>
                    <a:pt x="360807" y="536968"/>
                  </a:lnTo>
                  <a:lnTo>
                    <a:pt x="360807" y="623760"/>
                  </a:lnTo>
                  <a:lnTo>
                    <a:pt x="389674" y="623760"/>
                  </a:lnTo>
                  <a:lnTo>
                    <a:pt x="389674" y="536968"/>
                  </a:lnTo>
                  <a:close/>
                </a:path>
                <a:path w="577850" h="783589">
                  <a:moveTo>
                    <a:pt x="389674" y="421259"/>
                  </a:moveTo>
                  <a:lnTo>
                    <a:pt x="360807" y="421259"/>
                  </a:lnTo>
                  <a:lnTo>
                    <a:pt x="360807" y="508050"/>
                  </a:lnTo>
                  <a:lnTo>
                    <a:pt x="389674" y="508050"/>
                  </a:lnTo>
                  <a:lnTo>
                    <a:pt x="389674" y="421259"/>
                  </a:lnTo>
                  <a:close/>
                </a:path>
                <a:path w="577850" h="783589">
                  <a:moveTo>
                    <a:pt x="577291" y="652691"/>
                  </a:moveTo>
                  <a:lnTo>
                    <a:pt x="533996" y="652691"/>
                  </a:lnTo>
                  <a:lnTo>
                    <a:pt x="533996" y="739470"/>
                  </a:lnTo>
                  <a:lnTo>
                    <a:pt x="577291" y="739470"/>
                  </a:lnTo>
                  <a:lnTo>
                    <a:pt x="577291" y="652691"/>
                  </a:lnTo>
                  <a:close/>
                </a:path>
                <a:path w="577850" h="783589">
                  <a:moveTo>
                    <a:pt x="577291" y="536968"/>
                  </a:moveTo>
                  <a:lnTo>
                    <a:pt x="533996" y="536968"/>
                  </a:lnTo>
                  <a:lnTo>
                    <a:pt x="533996" y="623760"/>
                  </a:lnTo>
                  <a:lnTo>
                    <a:pt x="577291" y="623760"/>
                  </a:lnTo>
                  <a:lnTo>
                    <a:pt x="577291" y="536968"/>
                  </a:lnTo>
                  <a:close/>
                </a:path>
                <a:path w="577850" h="783589">
                  <a:moveTo>
                    <a:pt x="577291" y="421259"/>
                  </a:moveTo>
                  <a:lnTo>
                    <a:pt x="533996" y="421259"/>
                  </a:lnTo>
                  <a:lnTo>
                    <a:pt x="533996" y="508050"/>
                  </a:lnTo>
                  <a:lnTo>
                    <a:pt x="577291" y="508050"/>
                  </a:lnTo>
                  <a:lnTo>
                    <a:pt x="577291" y="421259"/>
                  </a:lnTo>
                  <a:close/>
                </a:path>
                <a:path w="577850" h="783589">
                  <a:moveTo>
                    <a:pt x="577291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0" y="129540"/>
                  </a:lnTo>
                  <a:lnTo>
                    <a:pt x="0" y="783183"/>
                  </a:lnTo>
                  <a:lnTo>
                    <a:pt x="577291" y="783183"/>
                  </a:lnTo>
                  <a:lnTo>
                    <a:pt x="577291" y="739952"/>
                  </a:lnTo>
                  <a:lnTo>
                    <a:pt x="43294" y="739952"/>
                  </a:lnTo>
                  <a:lnTo>
                    <a:pt x="43294" y="652221"/>
                  </a:lnTo>
                  <a:lnTo>
                    <a:pt x="577291" y="652221"/>
                  </a:lnTo>
                  <a:lnTo>
                    <a:pt x="577291" y="624255"/>
                  </a:lnTo>
                  <a:lnTo>
                    <a:pt x="43294" y="624255"/>
                  </a:lnTo>
                  <a:lnTo>
                    <a:pt x="43294" y="536524"/>
                  </a:lnTo>
                  <a:lnTo>
                    <a:pt x="577291" y="536524"/>
                  </a:lnTo>
                  <a:lnTo>
                    <a:pt x="577291" y="508558"/>
                  </a:lnTo>
                  <a:lnTo>
                    <a:pt x="43294" y="508558"/>
                  </a:lnTo>
                  <a:lnTo>
                    <a:pt x="43294" y="420827"/>
                  </a:lnTo>
                  <a:lnTo>
                    <a:pt x="577291" y="420827"/>
                  </a:lnTo>
                  <a:lnTo>
                    <a:pt x="577291" y="403860"/>
                  </a:lnTo>
                  <a:lnTo>
                    <a:pt x="577291" y="377609"/>
                  </a:lnTo>
                  <a:lnTo>
                    <a:pt x="577291" y="360680"/>
                  </a:lnTo>
                  <a:lnTo>
                    <a:pt x="43294" y="360680"/>
                  </a:lnTo>
                  <a:lnTo>
                    <a:pt x="43294" y="274320"/>
                  </a:lnTo>
                  <a:lnTo>
                    <a:pt x="187617" y="274320"/>
                  </a:lnTo>
                  <a:lnTo>
                    <a:pt x="187617" y="360413"/>
                  </a:lnTo>
                  <a:lnTo>
                    <a:pt x="216484" y="360413"/>
                  </a:lnTo>
                  <a:lnTo>
                    <a:pt x="216484" y="274320"/>
                  </a:lnTo>
                  <a:lnTo>
                    <a:pt x="360807" y="274320"/>
                  </a:lnTo>
                  <a:lnTo>
                    <a:pt x="360807" y="360413"/>
                  </a:lnTo>
                  <a:lnTo>
                    <a:pt x="389674" y="360413"/>
                  </a:lnTo>
                  <a:lnTo>
                    <a:pt x="389674" y="274320"/>
                  </a:lnTo>
                  <a:lnTo>
                    <a:pt x="533996" y="274320"/>
                  </a:lnTo>
                  <a:lnTo>
                    <a:pt x="533996" y="360413"/>
                  </a:lnTo>
                  <a:lnTo>
                    <a:pt x="577291" y="360413"/>
                  </a:lnTo>
                  <a:lnTo>
                    <a:pt x="577291" y="274320"/>
                  </a:lnTo>
                  <a:lnTo>
                    <a:pt x="577291" y="273812"/>
                  </a:lnTo>
                  <a:lnTo>
                    <a:pt x="577291" y="245110"/>
                  </a:lnTo>
                  <a:lnTo>
                    <a:pt x="43294" y="245110"/>
                  </a:lnTo>
                  <a:lnTo>
                    <a:pt x="43294" y="158750"/>
                  </a:lnTo>
                  <a:lnTo>
                    <a:pt x="187617" y="158750"/>
                  </a:lnTo>
                  <a:lnTo>
                    <a:pt x="187617" y="244944"/>
                  </a:lnTo>
                  <a:lnTo>
                    <a:pt x="216484" y="244944"/>
                  </a:lnTo>
                  <a:lnTo>
                    <a:pt x="216484" y="158750"/>
                  </a:lnTo>
                  <a:lnTo>
                    <a:pt x="360807" y="158750"/>
                  </a:lnTo>
                  <a:lnTo>
                    <a:pt x="360807" y="244944"/>
                  </a:lnTo>
                  <a:lnTo>
                    <a:pt x="389674" y="244944"/>
                  </a:lnTo>
                  <a:lnTo>
                    <a:pt x="389674" y="158750"/>
                  </a:lnTo>
                  <a:lnTo>
                    <a:pt x="533996" y="158750"/>
                  </a:lnTo>
                  <a:lnTo>
                    <a:pt x="533996" y="244944"/>
                  </a:lnTo>
                  <a:lnTo>
                    <a:pt x="577291" y="244944"/>
                  </a:lnTo>
                  <a:lnTo>
                    <a:pt x="577291" y="158750"/>
                  </a:lnTo>
                  <a:lnTo>
                    <a:pt x="577291" y="158343"/>
                  </a:lnTo>
                  <a:lnTo>
                    <a:pt x="577291" y="129540"/>
                  </a:lnTo>
                  <a:lnTo>
                    <a:pt x="43294" y="129540"/>
                  </a:lnTo>
                  <a:lnTo>
                    <a:pt x="43294" y="43180"/>
                  </a:lnTo>
                  <a:lnTo>
                    <a:pt x="187617" y="43180"/>
                  </a:lnTo>
                  <a:lnTo>
                    <a:pt x="187617" y="129489"/>
                  </a:lnTo>
                  <a:lnTo>
                    <a:pt x="216484" y="129489"/>
                  </a:lnTo>
                  <a:lnTo>
                    <a:pt x="216484" y="43180"/>
                  </a:lnTo>
                  <a:lnTo>
                    <a:pt x="360807" y="43180"/>
                  </a:lnTo>
                  <a:lnTo>
                    <a:pt x="360807" y="129489"/>
                  </a:lnTo>
                  <a:lnTo>
                    <a:pt x="389674" y="129489"/>
                  </a:lnTo>
                  <a:lnTo>
                    <a:pt x="389674" y="43180"/>
                  </a:lnTo>
                  <a:lnTo>
                    <a:pt x="533996" y="43180"/>
                  </a:lnTo>
                  <a:lnTo>
                    <a:pt x="533996" y="129489"/>
                  </a:lnTo>
                  <a:lnTo>
                    <a:pt x="577291" y="129489"/>
                  </a:lnTo>
                  <a:lnTo>
                    <a:pt x="577291" y="43180"/>
                  </a:lnTo>
                  <a:lnTo>
                    <a:pt x="577291" y="42887"/>
                  </a:lnTo>
                  <a:lnTo>
                    <a:pt x="577291" y="0"/>
                  </a:lnTo>
                  <a:close/>
                </a:path>
              </a:pathLst>
            </a:custGeom>
            <a:solidFill>
              <a:srgbClr val="66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40760" y="2161960"/>
              <a:ext cx="752475" cy="452120"/>
            </a:xfrm>
            <a:custGeom>
              <a:avLst/>
              <a:gdLst/>
              <a:ahLst/>
              <a:cxnLst/>
              <a:rect l="l" t="t" r="r" b="b"/>
              <a:pathLst>
                <a:path w="752475" h="452119">
                  <a:moveTo>
                    <a:pt x="376140" y="0"/>
                  </a:moveTo>
                  <a:lnTo>
                    <a:pt x="321007" y="5091"/>
                  </a:lnTo>
                  <a:lnTo>
                    <a:pt x="268276" y="19114"/>
                  </a:lnTo>
                  <a:lnTo>
                    <a:pt x="218465" y="40195"/>
                  </a:lnTo>
                  <a:lnTo>
                    <a:pt x="172094" y="66459"/>
                  </a:lnTo>
                  <a:lnTo>
                    <a:pt x="129682" y="96031"/>
                  </a:lnTo>
                  <a:lnTo>
                    <a:pt x="91747" y="127036"/>
                  </a:lnTo>
                  <a:lnTo>
                    <a:pt x="58809" y="157599"/>
                  </a:lnTo>
                  <a:lnTo>
                    <a:pt x="31386" y="185846"/>
                  </a:lnTo>
                  <a:lnTo>
                    <a:pt x="2220" y="223624"/>
                  </a:lnTo>
                  <a:lnTo>
                    <a:pt x="0" y="238493"/>
                  </a:lnTo>
                  <a:lnTo>
                    <a:pt x="3249" y="253186"/>
                  </a:lnTo>
                  <a:lnTo>
                    <a:pt x="33514" y="288108"/>
                  </a:lnTo>
                  <a:lnTo>
                    <a:pt x="93978" y="340390"/>
                  </a:lnTo>
                  <a:lnTo>
                    <a:pt x="131786" y="367720"/>
                  </a:lnTo>
                  <a:lnTo>
                    <a:pt x="173964" y="393695"/>
                  </a:lnTo>
                  <a:lnTo>
                    <a:pt x="219999" y="416702"/>
                  </a:lnTo>
                  <a:lnTo>
                    <a:pt x="269381" y="435131"/>
                  </a:lnTo>
                  <a:lnTo>
                    <a:pt x="321599" y="447370"/>
                  </a:lnTo>
                  <a:lnTo>
                    <a:pt x="376140" y="451808"/>
                  </a:lnTo>
                  <a:lnTo>
                    <a:pt x="430683" y="447370"/>
                  </a:lnTo>
                  <a:lnTo>
                    <a:pt x="482909" y="435131"/>
                  </a:lnTo>
                  <a:lnTo>
                    <a:pt x="532316" y="416702"/>
                  </a:lnTo>
                  <a:lnTo>
                    <a:pt x="578399" y="393695"/>
                  </a:lnTo>
                  <a:lnTo>
                    <a:pt x="606361" y="376507"/>
                  </a:lnTo>
                  <a:lnTo>
                    <a:pt x="376140" y="376507"/>
                  </a:lnTo>
                  <a:lnTo>
                    <a:pt x="328672" y="368796"/>
                  </a:lnTo>
                  <a:lnTo>
                    <a:pt x="314510" y="361446"/>
                  </a:lnTo>
                  <a:lnTo>
                    <a:pt x="245308" y="361446"/>
                  </a:lnTo>
                  <a:lnTo>
                    <a:pt x="189966" y="332752"/>
                  </a:lnTo>
                  <a:lnTo>
                    <a:pt x="140713" y="299911"/>
                  </a:lnTo>
                  <a:lnTo>
                    <a:pt x="99049" y="266540"/>
                  </a:lnTo>
                  <a:lnTo>
                    <a:pt x="66473" y="236258"/>
                  </a:lnTo>
                  <a:lnTo>
                    <a:pt x="83062" y="218241"/>
                  </a:lnTo>
                  <a:lnTo>
                    <a:pt x="118359" y="183973"/>
                  </a:lnTo>
                  <a:lnTo>
                    <a:pt x="160729" y="148485"/>
                  </a:lnTo>
                  <a:lnTo>
                    <a:pt x="210526" y="114599"/>
                  </a:lnTo>
                  <a:lnTo>
                    <a:pt x="236837" y="99774"/>
                  </a:lnTo>
                  <a:lnTo>
                    <a:pt x="296373" y="99774"/>
                  </a:lnTo>
                  <a:lnTo>
                    <a:pt x="328672" y="83012"/>
                  </a:lnTo>
                  <a:lnTo>
                    <a:pt x="376140" y="75301"/>
                  </a:lnTo>
                  <a:lnTo>
                    <a:pt x="592867" y="75301"/>
                  </a:lnTo>
                  <a:lnTo>
                    <a:pt x="580186" y="66459"/>
                  </a:lnTo>
                  <a:lnTo>
                    <a:pt x="533815" y="40195"/>
                  </a:lnTo>
                  <a:lnTo>
                    <a:pt x="484004" y="19114"/>
                  </a:lnTo>
                  <a:lnTo>
                    <a:pt x="431273" y="5091"/>
                  </a:lnTo>
                  <a:lnTo>
                    <a:pt x="376140" y="0"/>
                  </a:lnTo>
                  <a:close/>
                </a:path>
                <a:path w="752475" h="452119">
                  <a:moveTo>
                    <a:pt x="592867" y="75301"/>
                  </a:moveTo>
                  <a:lnTo>
                    <a:pt x="376140" y="75301"/>
                  </a:lnTo>
                  <a:lnTo>
                    <a:pt x="423609" y="83012"/>
                  </a:lnTo>
                  <a:lnTo>
                    <a:pt x="464933" y="104458"/>
                  </a:lnTo>
                  <a:lnTo>
                    <a:pt x="497582" y="137108"/>
                  </a:lnTo>
                  <a:lnTo>
                    <a:pt x="519027" y="178434"/>
                  </a:lnTo>
                  <a:lnTo>
                    <a:pt x="526738" y="225904"/>
                  </a:lnTo>
                  <a:lnTo>
                    <a:pt x="519028" y="273374"/>
                  </a:lnTo>
                  <a:lnTo>
                    <a:pt x="497582" y="314699"/>
                  </a:lnTo>
                  <a:lnTo>
                    <a:pt x="464933" y="347350"/>
                  </a:lnTo>
                  <a:lnTo>
                    <a:pt x="423609" y="368796"/>
                  </a:lnTo>
                  <a:lnTo>
                    <a:pt x="376140" y="376507"/>
                  </a:lnTo>
                  <a:lnTo>
                    <a:pt x="606361" y="376507"/>
                  </a:lnTo>
                  <a:lnTo>
                    <a:pt x="620655" y="367720"/>
                  </a:lnTo>
                  <a:lnTo>
                    <a:pt x="629361" y="361447"/>
                  </a:lnTo>
                  <a:lnTo>
                    <a:pt x="506972" y="361446"/>
                  </a:lnTo>
                  <a:lnTo>
                    <a:pt x="537803" y="322780"/>
                  </a:lnTo>
                  <a:lnTo>
                    <a:pt x="541350" y="314699"/>
                  </a:lnTo>
                  <a:lnTo>
                    <a:pt x="556926" y="278964"/>
                  </a:lnTo>
                  <a:lnTo>
                    <a:pt x="557032" y="278719"/>
                  </a:lnTo>
                  <a:lnTo>
                    <a:pt x="564314" y="232375"/>
                  </a:lnTo>
                  <a:lnTo>
                    <a:pt x="564388" y="231904"/>
                  </a:lnTo>
                  <a:lnTo>
                    <a:pt x="559932" y="185846"/>
                  </a:lnTo>
                  <a:lnTo>
                    <a:pt x="559821" y="184697"/>
                  </a:lnTo>
                  <a:lnTo>
                    <a:pt x="543227" y="139529"/>
                  </a:lnTo>
                  <a:lnTo>
                    <a:pt x="514502" y="98833"/>
                  </a:lnTo>
                  <a:lnTo>
                    <a:pt x="626027" y="98833"/>
                  </a:lnTo>
                  <a:lnTo>
                    <a:pt x="622598" y="96031"/>
                  </a:lnTo>
                  <a:lnTo>
                    <a:pt x="592867" y="75301"/>
                  </a:lnTo>
                  <a:close/>
                </a:path>
                <a:path w="752475" h="452119">
                  <a:moveTo>
                    <a:pt x="296373" y="99774"/>
                  </a:moveTo>
                  <a:lnTo>
                    <a:pt x="236837" y="99774"/>
                  </a:lnTo>
                  <a:lnTo>
                    <a:pt x="208508" y="140401"/>
                  </a:lnTo>
                  <a:lnTo>
                    <a:pt x="192180" y="185394"/>
                  </a:lnTo>
                  <a:lnTo>
                    <a:pt x="187819" y="231904"/>
                  </a:lnTo>
                  <a:lnTo>
                    <a:pt x="187775" y="232375"/>
                  </a:lnTo>
                  <a:lnTo>
                    <a:pt x="195174" y="278719"/>
                  </a:lnTo>
                  <a:lnTo>
                    <a:pt x="195213" y="278963"/>
                  </a:lnTo>
                  <a:lnTo>
                    <a:pt x="214417" y="322780"/>
                  </a:lnTo>
                  <a:lnTo>
                    <a:pt x="245308" y="361446"/>
                  </a:lnTo>
                  <a:lnTo>
                    <a:pt x="314510" y="361446"/>
                  </a:lnTo>
                  <a:lnTo>
                    <a:pt x="287348" y="347350"/>
                  </a:lnTo>
                  <a:lnTo>
                    <a:pt x="254698" y="314699"/>
                  </a:lnTo>
                  <a:lnTo>
                    <a:pt x="233253" y="273374"/>
                  </a:lnTo>
                  <a:lnTo>
                    <a:pt x="225542" y="225904"/>
                  </a:lnTo>
                  <a:lnTo>
                    <a:pt x="233253" y="178434"/>
                  </a:lnTo>
                  <a:lnTo>
                    <a:pt x="254698" y="137108"/>
                  </a:lnTo>
                  <a:lnTo>
                    <a:pt x="287347" y="104458"/>
                  </a:lnTo>
                  <a:lnTo>
                    <a:pt x="296373" y="99774"/>
                  </a:lnTo>
                  <a:close/>
                </a:path>
                <a:path w="752475" h="452119">
                  <a:moveTo>
                    <a:pt x="626027" y="98833"/>
                  </a:moveTo>
                  <a:lnTo>
                    <a:pt x="514502" y="98833"/>
                  </a:lnTo>
                  <a:lnTo>
                    <a:pt x="567608" y="131027"/>
                  </a:lnTo>
                  <a:lnTo>
                    <a:pt x="614626" y="167192"/>
                  </a:lnTo>
                  <a:lnTo>
                    <a:pt x="654408" y="203534"/>
                  </a:lnTo>
                  <a:lnTo>
                    <a:pt x="685807" y="236258"/>
                  </a:lnTo>
                  <a:lnTo>
                    <a:pt x="652835" y="266540"/>
                  </a:lnTo>
                  <a:lnTo>
                    <a:pt x="611214" y="299911"/>
                  </a:lnTo>
                  <a:lnTo>
                    <a:pt x="562182" y="332753"/>
                  </a:lnTo>
                  <a:lnTo>
                    <a:pt x="506972" y="361446"/>
                  </a:lnTo>
                  <a:lnTo>
                    <a:pt x="629361" y="361447"/>
                  </a:lnTo>
                  <a:lnTo>
                    <a:pt x="691673" y="313315"/>
                  </a:lnTo>
                  <a:lnTo>
                    <a:pt x="741340" y="266378"/>
                  </a:lnTo>
                  <a:lnTo>
                    <a:pt x="752400" y="238846"/>
                  </a:lnTo>
                  <a:lnTo>
                    <a:pt x="750076" y="223757"/>
                  </a:lnTo>
                  <a:lnTo>
                    <a:pt x="742282" y="209902"/>
                  </a:lnTo>
                  <a:lnTo>
                    <a:pt x="720894" y="185846"/>
                  </a:lnTo>
                  <a:lnTo>
                    <a:pt x="693471" y="157599"/>
                  </a:lnTo>
                  <a:lnTo>
                    <a:pt x="660533" y="127036"/>
                  </a:lnTo>
                  <a:lnTo>
                    <a:pt x="626027" y="98833"/>
                  </a:lnTo>
                  <a:close/>
                </a:path>
              </a:pathLst>
            </a:custGeom>
            <a:solidFill>
              <a:srgbClr val="006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22777" y="2293738"/>
              <a:ext cx="188247" cy="18825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726942" y="2309622"/>
              <a:ext cx="547370" cy="154305"/>
            </a:xfrm>
            <a:custGeom>
              <a:avLst/>
              <a:gdLst/>
              <a:ahLst/>
              <a:cxnLst/>
              <a:rect l="l" t="t" r="r" b="b"/>
              <a:pathLst>
                <a:path w="547370" h="154305">
                  <a:moveTo>
                    <a:pt x="470154" y="0"/>
                  </a:moveTo>
                  <a:lnTo>
                    <a:pt x="470154" y="38480"/>
                  </a:lnTo>
                  <a:lnTo>
                    <a:pt x="0" y="38480"/>
                  </a:lnTo>
                  <a:lnTo>
                    <a:pt x="0" y="115442"/>
                  </a:lnTo>
                  <a:lnTo>
                    <a:pt x="470154" y="115442"/>
                  </a:lnTo>
                  <a:lnTo>
                    <a:pt x="470154" y="153923"/>
                  </a:lnTo>
                  <a:lnTo>
                    <a:pt x="547116" y="76961"/>
                  </a:lnTo>
                  <a:lnTo>
                    <a:pt x="470154" y="0"/>
                  </a:lnTo>
                  <a:close/>
                </a:path>
              </a:pathLst>
            </a:custGeom>
            <a:solidFill>
              <a:srgbClr val="00C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26942" y="2309622"/>
              <a:ext cx="547370" cy="154305"/>
            </a:xfrm>
            <a:custGeom>
              <a:avLst/>
              <a:gdLst/>
              <a:ahLst/>
              <a:cxnLst/>
              <a:rect l="l" t="t" r="r" b="b"/>
              <a:pathLst>
                <a:path w="547370" h="154305">
                  <a:moveTo>
                    <a:pt x="0" y="38480"/>
                  </a:moveTo>
                  <a:lnTo>
                    <a:pt x="470154" y="38480"/>
                  </a:lnTo>
                  <a:lnTo>
                    <a:pt x="470154" y="0"/>
                  </a:lnTo>
                  <a:lnTo>
                    <a:pt x="547116" y="76961"/>
                  </a:lnTo>
                  <a:lnTo>
                    <a:pt x="470154" y="153923"/>
                  </a:lnTo>
                  <a:lnTo>
                    <a:pt x="470154" y="115442"/>
                  </a:lnTo>
                  <a:lnTo>
                    <a:pt x="0" y="115442"/>
                  </a:lnTo>
                  <a:lnTo>
                    <a:pt x="0" y="38480"/>
                  </a:lnTo>
                  <a:close/>
                </a:path>
              </a:pathLst>
            </a:custGeom>
            <a:ln w="25400">
              <a:solidFill>
                <a:srgbClr val="008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7064" y="1647443"/>
              <a:ext cx="1786889" cy="564641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2563495" y="1479931"/>
            <a:ext cx="2380615" cy="5518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02130">
              <a:lnSpc>
                <a:spcPts val="207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07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Stream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7548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Streams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17064" y="1426463"/>
            <a:ext cx="3881120" cy="1672589"/>
            <a:chOff x="2417064" y="1426463"/>
            <a:chExt cx="3881120" cy="167258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06240" y="1426463"/>
              <a:ext cx="899922" cy="56464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390999" y="2022855"/>
              <a:ext cx="577850" cy="783590"/>
            </a:xfrm>
            <a:custGeom>
              <a:avLst/>
              <a:gdLst/>
              <a:ahLst/>
              <a:cxnLst/>
              <a:rect l="l" t="t" r="r" b="b"/>
              <a:pathLst>
                <a:path w="577850" h="783589">
                  <a:moveTo>
                    <a:pt x="216484" y="652691"/>
                  </a:moveTo>
                  <a:lnTo>
                    <a:pt x="187617" y="652691"/>
                  </a:lnTo>
                  <a:lnTo>
                    <a:pt x="187617" y="739470"/>
                  </a:lnTo>
                  <a:lnTo>
                    <a:pt x="216484" y="739470"/>
                  </a:lnTo>
                  <a:lnTo>
                    <a:pt x="216484" y="652691"/>
                  </a:lnTo>
                  <a:close/>
                </a:path>
                <a:path w="577850" h="783589">
                  <a:moveTo>
                    <a:pt x="216484" y="536968"/>
                  </a:moveTo>
                  <a:lnTo>
                    <a:pt x="187617" y="536968"/>
                  </a:lnTo>
                  <a:lnTo>
                    <a:pt x="187617" y="623760"/>
                  </a:lnTo>
                  <a:lnTo>
                    <a:pt x="216484" y="623760"/>
                  </a:lnTo>
                  <a:lnTo>
                    <a:pt x="216484" y="536968"/>
                  </a:lnTo>
                  <a:close/>
                </a:path>
                <a:path w="577850" h="783589">
                  <a:moveTo>
                    <a:pt x="216484" y="421259"/>
                  </a:moveTo>
                  <a:lnTo>
                    <a:pt x="187617" y="421259"/>
                  </a:lnTo>
                  <a:lnTo>
                    <a:pt x="187617" y="508050"/>
                  </a:lnTo>
                  <a:lnTo>
                    <a:pt x="216484" y="508050"/>
                  </a:lnTo>
                  <a:lnTo>
                    <a:pt x="216484" y="421259"/>
                  </a:lnTo>
                  <a:close/>
                </a:path>
                <a:path w="577850" h="783589">
                  <a:moveTo>
                    <a:pt x="389674" y="652691"/>
                  </a:moveTo>
                  <a:lnTo>
                    <a:pt x="360807" y="652691"/>
                  </a:lnTo>
                  <a:lnTo>
                    <a:pt x="360807" y="739470"/>
                  </a:lnTo>
                  <a:lnTo>
                    <a:pt x="389674" y="739470"/>
                  </a:lnTo>
                  <a:lnTo>
                    <a:pt x="389674" y="652691"/>
                  </a:lnTo>
                  <a:close/>
                </a:path>
                <a:path w="577850" h="783589">
                  <a:moveTo>
                    <a:pt x="389674" y="536968"/>
                  </a:moveTo>
                  <a:lnTo>
                    <a:pt x="360807" y="536968"/>
                  </a:lnTo>
                  <a:lnTo>
                    <a:pt x="360807" y="623760"/>
                  </a:lnTo>
                  <a:lnTo>
                    <a:pt x="389674" y="623760"/>
                  </a:lnTo>
                  <a:lnTo>
                    <a:pt x="389674" y="536968"/>
                  </a:lnTo>
                  <a:close/>
                </a:path>
                <a:path w="577850" h="783589">
                  <a:moveTo>
                    <a:pt x="389674" y="421259"/>
                  </a:moveTo>
                  <a:lnTo>
                    <a:pt x="360807" y="421259"/>
                  </a:lnTo>
                  <a:lnTo>
                    <a:pt x="360807" y="508050"/>
                  </a:lnTo>
                  <a:lnTo>
                    <a:pt x="389674" y="508050"/>
                  </a:lnTo>
                  <a:lnTo>
                    <a:pt x="389674" y="421259"/>
                  </a:lnTo>
                  <a:close/>
                </a:path>
                <a:path w="577850" h="783589">
                  <a:moveTo>
                    <a:pt x="577291" y="652691"/>
                  </a:moveTo>
                  <a:lnTo>
                    <a:pt x="533996" y="652691"/>
                  </a:lnTo>
                  <a:lnTo>
                    <a:pt x="533996" y="739470"/>
                  </a:lnTo>
                  <a:lnTo>
                    <a:pt x="577291" y="739470"/>
                  </a:lnTo>
                  <a:lnTo>
                    <a:pt x="577291" y="652691"/>
                  </a:lnTo>
                  <a:close/>
                </a:path>
                <a:path w="577850" h="783589">
                  <a:moveTo>
                    <a:pt x="577291" y="536968"/>
                  </a:moveTo>
                  <a:lnTo>
                    <a:pt x="533996" y="536968"/>
                  </a:lnTo>
                  <a:lnTo>
                    <a:pt x="533996" y="623760"/>
                  </a:lnTo>
                  <a:lnTo>
                    <a:pt x="577291" y="623760"/>
                  </a:lnTo>
                  <a:lnTo>
                    <a:pt x="577291" y="536968"/>
                  </a:lnTo>
                  <a:close/>
                </a:path>
                <a:path w="577850" h="783589">
                  <a:moveTo>
                    <a:pt x="577291" y="421259"/>
                  </a:moveTo>
                  <a:lnTo>
                    <a:pt x="533996" y="421259"/>
                  </a:lnTo>
                  <a:lnTo>
                    <a:pt x="533996" y="508050"/>
                  </a:lnTo>
                  <a:lnTo>
                    <a:pt x="577291" y="508050"/>
                  </a:lnTo>
                  <a:lnTo>
                    <a:pt x="577291" y="421259"/>
                  </a:lnTo>
                  <a:close/>
                </a:path>
                <a:path w="577850" h="783589">
                  <a:moveTo>
                    <a:pt x="577291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0" y="129540"/>
                  </a:lnTo>
                  <a:lnTo>
                    <a:pt x="0" y="783183"/>
                  </a:lnTo>
                  <a:lnTo>
                    <a:pt x="577291" y="783183"/>
                  </a:lnTo>
                  <a:lnTo>
                    <a:pt x="577291" y="739952"/>
                  </a:lnTo>
                  <a:lnTo>
                    <a:pt x="43294" y="739952"/>
                  </a:lnTo>
                  <a:lnTo>
                    <a:pt x="43294" y="652221"/>
                  </a:lnTo>
                  <a:lnTo>
                    <a:pt x="577291" y="652221"/>
                  </a:lnTo>
                  <a:lnTo>
                    <a:pt x="577291" y="624255"/>
                  </a:lnTo>
                  <a:lnTo>
                    <a:pt x="43294" y="624255"/>
                  </a:lnTo>
                  <a:lnTo>
                    <a:pt x="43294" y="536524"/>
                  </a:lnTo>
                  <a:lnTo>
                    <a:pt x="577291" y="536524"/>
                  </a:lnTo>
                  <a:lnTo>
                    <a:pt x="577291" y="508558"/>
                  </a:lnTo>
                  <a:lnTo>
                    <a:pt x="43294" y="508558"/>
                  </a:lnTo>
                  <a:lnTo>
                    <a:pt x="43294" y="420827"/>
                  </a:lnTo>
                  <a:lnTo>
                    <a:pt x="577291" y="420827"/>
                  </a:lnTo>
                  <a:lnTo>
                    <a:pt x="577291" y="403860"/>
                  </a:lnTo>
                  <a:lnTo>
                    <a:pt x="577291" y="377609"/>
                  </a:lnTo>
                  <a:lnTo>
                    <a:pt x="577291" y="360680"/>
                  </a:lnTo>
                  <a:lnTo>
                    <a:pt x="43294" y="360680"/>
                  </a:lnTo>
                  <a:lnTo>
                    <a:pt x="43294" y="274320"/>
                  </a:lnTo>
                  <a:lnTo>
                    <a:pt x="187617" y="274320"/>
                  </a:lnTo>
                  <a:lnTo>
                    <a:pt x="187617" y="360413"/>
                  </a:lnTo>
                  <a:lnTo>
                    <a:pt x="216484" y="360413"/>
                  </a:lnTo>
                  <a:lnTo>
                    <a:pt x="216484" y="274320"/>
                  </a:lnTo>
                  <a:lnTo>
                    <a:pt x="360807" y="274320"/>
                  </a:lnTo>
                  <a:lnTo>
                    <a:pt x="360807" y="360413"/>
                  </a:lnTo>
                  <a:lnTo>
                    <a:pt x="389674" y="360413"/>
                  </a:lnTo>
                  <a:lnTo>
                    <a:pt x="389674" y="274320"/>
                  </a:lnTo>
                  <a:lnTo>
                    <a:pt x="533996" y="274320"/>
                  </a:lnTo>
                  <a:lnTo>
                    <a:pt x="533996" y="360413"/>
                  </a:lnTo>
                  <a:lnTo>
                    <a:pt x="577291" y="360413"/>
                  </a:lnTo>
                  <a:lnTo>
                    <a:pt x="577291" y="274320"/>
                  </a:lnTo>
                  <a:lnTo>
                    <a:pt x="577291" y="273812"/>
                  </a:lnTo>
                  <a:lnTo>
                    <a:pt x="577291" y="245110"/>
                  </a:lnTo>
                  <a:lnTo>
                    <a:pt x="43294" y="245110"/>
                  </a:lnTo>
                  <a:lnTo>
                    <a:pt x="43294" y="158750"/>
                  </a:lnTo>
                  <a:lnTo>
                    <a:pt x="187617" y="158750"/>
                  </a:lnTo>
                  <a:lnTo>
                    <a:pt x="187617" y="244944"/>
                  </a:lnTo>
                  <a:lnTo>
                    <a:pt x="216484" y="244944"/>
                  </a:lnTo>
                  <a:lnTo>
                    <a:pt x="216484" y="158750"/>
                  </a:lnTo>
                  <a:lnTo>
                    <a:pt x="360807" y="158750"/>
                  </a:lnTo>
                  <a:lnTo>
                    <a:pt x="360807" y="244944"/>
                  </a:lnTo>
                  <a:lnTo>
                    <a:pt x="389674" y="244944"/>
                  </a:lnTo>
                  <a:lnTo>
                    <a:pt x="389674" y="158750"/>
                  </a:lnTo>
                  <a:lnTo>
                    <a:pt x="533996" y="158750"/>
                  </a:lnTo>
                  <a:lnTo>
                    <a:pt x="533996" y="244944"/>
                  </a:lnTo>
                  <a:lnTo>
                    <a:pt x="577291" y="244944"/>
                  </a:lnTo>
                  <a:lnTo>
                    <a:pt x="577291" y="158750"/>
                  </a:lnTo>
                  <a:lnTo>
                    <a:pt x="577291" y="158343"/>
                  </a:lnTo>
                  <a:lnTo>
                    <a:pt x="577291" y="129540"/>
                  </a:lnTo>
                  <a:lnTo>
                    <a:pt x="43294" y="129540"/>
                  </a:lnTo>
                  <a:lnTo>
                    <a:pt x="43294" y="43180"/>
                  </a:lnTo>
                  <a:lnTo>
                    <a:pt x="187617" y="43180"/>
                  </a:lnTo>
                  <a:lnTo>
                    <a:pt x="187617" y="129489"/>
                  </a:lnTo>
                  <a:lnTo>
                    <a:pt x="216484" y="129489"/>
                  </a:lnTo>
                  <a:lnTo>
                    <a:pt x="216484" y="43180"/>
                  </a:lnTo>
                  <a:lnTo>
                    <a:pt x="360807" y="43180"/>
                  </a:lnTo>
                  <a:lnTo>
                    <a:pt x="360807" y="129489"/>
                  </a:lnTo>
                  <a:lnTo>
                    <a:pt x="389674" y="129489"/>
                  </a:lnTo>
                  <a:lnTo>
                    <a:pt x="389674" y="43180"/>
                  </a:lnTo>
                  <a:lnTo>
                    <a:pt x="533996" y="43180"/>
                  </a:lnTo>
                  <a:lnTo>
                    <a:pt x="533996" y="129489"/>
                  </a:lnTo>
                  <a:lnTo>
                    <a:pt x="577291" y="129489"/>
                  </a:lnTo>
                  <a:lnTo>
                    <a:pt x="577291" y="43180"/>
                  </a:lnTo>
                  <a:lnTo>
                    <a:pt x="577291" y="42887"/>
                  </a:lnTo>
                  <a:lnTo>
                    <a:pt x="577291" y="0"/>
                  </a:lnTo>
                  <a:close/>
                </a:path>
              </a:pathLst>
            </a:custGeom>
            <a:solidFill>
              <a:srgbClr val="66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840760" y="2161960"/>
              <a:ext cx="752475" cy="452120"/>
            </a:xfrm>
            <a:custGeom>
              <a:avLst/>
              <a:gdLst/>
              <a:ahLst/>
              <a:cxnLst/>
              <a:rect l="l" t="t" r="r" b="b"/>
              <a:pathLst>
                <a:path w="752475" h="452119">
                  <a:moveTo>
                    <a:pt x="376140" y="0"/>
                  </a:moveTo>
                  <a:lnTo>
                    <a:pt x="321007" y="5091"/>
                  </a:lnTo>
                  <a:lnTo>
                    <a:pt x="268276" y="19114"/>
                  </a:lnTo>
                  <a:lnTo>
                    <a:pt x="218465" y="40195"/>
                  </a:lnTo>
                  <a:lnTo>
                    <a:pt x="172094" y="66459"/>
                  </a:lnTo>
                  <a:lnTo>
                    <a:pt x="129682" y="96031"/>
                  </a:lnTo>
                  <a:lnTo>
                    <a:pt x="91747" y="127036"/>
                  </a:lnTo>
                  <a:lnTo>
                    <a:pt x="58809" y="157599"/>
                  </a:lnTo>
                  <a:lnTo>
                    <a:pt x="31386" y="185846"/>
                  </a:lnTo>
                  <a:lnTo>
                    <a:pt x="2220" y="223624"/>
                  </a:lnTo>
                  <a:lnTo>
                    <a:pt x="0" y="238493"/>
                  </a:lnTo>
                  <a:lnTo>
                    <a:pt x="3249" y="253186"/>
                  </a:lnTo>
                  <a:lnTo>
                    <a:pt x="33514" y="288108"/>
                  </a:lnTo>
                  <a:lnTo>
                    <a:pt x="93978" y="340390"/>
                  </a:lnTo>
                  <a:lnTo>
                    <a:pt x="131786" y="367720"/>
                  </a:lnTo>
                  <a:lnTo>
                    <a:pt x="173964" y="393695"/>
                  </a:lnTo>
                  <a:lnTo>
                    <a:pt x="219999" y="416702"/>
                  </a:lnTo>
                  <a:lnTo>
                    <a:pt x="269381" y="435131"/>
                  </a:lnTo>
                  <a:lnTo>
                    <a:pt x="321599" y="447370"/>
                  </a:lnTo>
                  <a:lnTo>
                    <a:pt x="376140" y="451808"/>
                  </a:lnTo>
                  <a:lnTo>
                    <a:pt x="430683" y="447370"/>
                  </a:lnTo>
                  <a:lnTo>
                    <a:pt x="482909" y="435131"/>
                  </a:lnTo>
                  <a:lnTo>
                    <a:pt x="532316" y="416702"/>
                  </a:lnTo>
                  <a:lnTo>
                    <a:pt x="578399" y="393695"/>
                  </a:lnTo>
                  <a:lnTo>
                    <a:pt x="606361" y="376507"/>
                  </a:lnTo>
                  <a:lnTo>
                    <a:pt x="376140" y="376507"/>
                  </a:lnTo>
                  <a:lnTo>
                    <a:pt x="328672" y="368796"/>
                  </a:lnTo>
                  <a:lnTo>
                    <a:pt x="314510" y="361446"/>
                  </a:lnTo>
                  <a:lnTo>
                    <a:pt x="245308" y="361446"/>
                  </a:lnTo>
                  <a:lnTo>
                    <a:pt x="189966" y="332752"/>
                  </a:lnTo>
                  <a:lnTo>
                    <a:pt x="140713" y="299911"/>
                  </a:lnTo>
                  <a:lnTo>
                    <a:pt x="99049" y="266540"/>
                  </a:lnTo>
                  <a:lnTo>
                    <a:pt x="66473" y="236258"/>
                  </a:lnTo>
                  <a:lnTo>
                    <a:pt x="83062" y="218241"/>
                  </a:lnTo>
                  <a:lnTo>
                    <a:pt x="118359" y="183973"/>
                  </a:lnTo>
                  <a:lnTo>
                    <a:pt x="160729" y="148485"/>
                  </a:lnTo>
                  <a:lnTo>
                    <a:pt x="210526" y="114599"/>
                  </a:lnTo>
                  <a:lnTo>
                    <a:pt x="236837" y="99774"/>
                  </a:lnTo>
                  <a:lnTo>
                    <a:pt x="296373" y="99774"/>
                  </a:lnTo>
                  <a:lnTo>
                    <a:pt x="328672" y="83012"/>
                  </a:lnTo>
                  <a:lnTo>
                    <a:pt x="376140" y="75301"/>
                  </a:lnTo>
                  <a:lnTo>
                    <a:pt x="592867" y="75301"/>
                  </a:lnTo>
                  <a:lnTo>
                    <a:pt x="580186" y="66459"/>
                  </a:lnTo>
                  <a:lnTo>
                    <a:pt x="533815" y="40195"/>
                  </a:lnTo>
                  <a:lnTo>
                    <a:pt x="484004" y="19114"/>
                  </a:lnTo>
                  <a:lnTo>
                    <a:pt x="431273" y="5091"/>
                  </a:lnTo>
                  <a:lnTo>
                    <a:pt x="376140" y="0"/>
                  </a:lnTo>
                  <a:close/>
                </a:path>
                <a:path w="752475" h="452119">
                  <a:moveTo>
                    <a:pt x="592867" y="75301"/>
                  </a:moveTo>
                  <a:lnTo>
                    <a:pt x="376140" y="75301"/>
                  </a:lnTo>
                  <a:lnTo>
                    <a:pt x="423609" y="83012"/>
                  </a:lnTo>
                  <a:lnTo>
                    <a:pt x="464933" y="104458"/>
                  </a:lnTo>
                  <a:lnTo>
                    <a:pt x="497582" y="137108"/>
                  </a:lnTo>
                  <a:lnTo>
                    <a:pt x="519027" y="178434"/>
                  </a:lnTo>
                  <a:lnTo>
                    <a:pt x="526738" y="225904"/>
                  </a:lnTo>
                  <a:lnTo>
                    <a:pt x="519028" y="273374"/>
                  </a:lnTo>
                  <a:lnTo>
                    <a:pt x="497582" y="314699"/>
                  </a:lnTo>
                  <a:lnTo>
                    <a:pt x="464933" y="347350"/>
                  </a:lnTo>
                  <a:lnTo>
                    <a:pt x="423609" y="368796"/>
                  </a:lnTo>
                  <a:lnTo>
                    <a:pt x="376140" y="376507"/>
                  </a:lnTo>
                  <a:lnTo>
                    <a:pt x="606361" y="376507"/>
                  </a:lnTo>
                  <a:lnTo>
                    <a:pt x="620655" y="367720"/>
                  </a:lnTo>
                  <a:lnTo>
                    <a:pt x="629361" y="361447"/>
                  </a:lnTo>
                  <a:lnTo>
                    <a:pt x="506972" y="361446"/>
                  </a:lnTo>
                  <a:lnTo>
                    <a:pt x="537803" y="322780"/>
                  </a:lnTo>
                  <a:lnTo>
                    <a:pt x="541350" y="314699"/>
                  </a:lnTo>
                  <a:lnTo>
                    <a:pt x="556926" y="278964"/>
                  </a:lnTo>
                  <a:lnTo>
                    <a:pt x="557032" y="278719"/>
                  </a:lnTo>
                  <a:lnTo>
                    <a:pt x="564314" y="232375"/>
                  </a:lnTo>
                  <a:lnTo>
                    <a:pt x="564388" y="231904"/>
                  </a:lnTo>
                  <a:lnTo>
                    <a:pt x="559932" y="185846"/>
                  </a:lnTo>
                  <a:lnTo>
                    <a:pt x="559821" y="184697"/>
                  </a:lnTo>
                  <a:lnTo>
                    <a:pt x="543227" y="139529"/>
                  </a:lnTo>
                  <a:lnTo>
                    <a:pt x="514502" y="98833"/>
                  </a:lnTo>
                  <a:lnTo>
                    <a:pt x="626027" y="98833"/>
                  </a:lnTo>
                  <a:lnTo>
                    <a:pt x="622598" y="96031"/>
                  </a:lnTo>
                  <a:lnTo>
                    <a:pt x="592867" y="75301"/>
                  </a:lnTo>
                  <a:close/>
                </a:path>
                <a:path w="752475" h="452119">
                  <a:moveTo>
                    <a:pt x="296373" y="99774"/>
                  </a:moveTo>
                  <a:lnTo>
                    <a:pt x="236837" y="99774"/>
                  </a:lnTo>
                  <a:lnTo>
                    <a:pt x="208508" y="140401"/>
                  </a:lnTo>
                  <a:lnTo>
                    <a:pt x="192180" y="185394"/>
                  </a:lnTo>
                  <a:lnTo>
                    <a:pt x="187819" y="231904"/>
                  </a:lnTo>
                  <a:lnTo>
                    <a:pt x="187775" y="232375"/>
                  </a:lnTo>
                  <a:lnTo>
                    <a:pt x="195174" y="278719"/>
                  </a:lnTo>
                  <a:lnTo>
                    <a:pt x="195213" y="278963"/>
                  </a:lnTo>
                  <a:lnTo>
                    <a:pt x="214417" y="322780"/>
                  </a:lnTo>
                  <a:lnTo>
                    <a:pt x="245308" y="361446"/>
                  </a:lnTo>
                  <a:lnTo>
                    <a:pt x="314510" y="361446"/>
                  </a:lnTo>
                  <a:lnTo>
                    <a:pt x="287348" y="347350"/>
                  </a:lnTo>
                  <a:lnTo>
                    <a:pt x="254698" y="314699"/>
                  </a:lnTo>
                  <a:lnTo>
                    <a:pt x="233253" y="273374"/>
                  </a:lnTo>
                  <a:lnTo>
                    <a:pt x="225542" y="225904"/>
                  </a:lnTo>
                  <a:lnTo>
                    <a:pt x="233253" y="178434"/>
                  </a:lnTo>
                  <a:lnTo>
                    <a:pt x="254698" y="137108"/>
                  </a:lnTo>
                  <a:lnTo>
                    <a:pt x="287347" y="104458"/>
                  </a:lnTo>
                  <a:lnTo>
                    <a:pt x="296373" y="99774"/>
                  </a:lnTo>
                  <a:close/>
                </a:path>
                <a:path w="752475" h="452119">
                  <a:moveTo>
                    <a:pt x="626027" y="98833"/>
                  </a:moveTo>
                  <a:lnTo>
                    <a:pt x="514502" y="98833"/>
                  </a:lnTo>
                  <a:lnTo>
                    <a:pt x="567608" y="131027"/>
                  </a:lnTo>
                  <a:lnTo>
                    <a:pt x="614626" y="167192"/>
                  </a:lnTo>
                  <a:lnTo>
                    <a:pt x="654408" y="203534"/>
                  </a:lnTo>
                  <a:lnTo>
                    <a:pt x="685807" y="236258"/>
                  </a:lnTo>
                  <a:lnTo>
                    <a:pt x="652835" y="266540"/>
                  </a:lnTo>
                  <a:lnTo>
                    <a:pt x="611214" y="299911"/>
                  </a:lnTo>
                  <a:lnTo>
                    <a:pt x="562182" y="332753"/>
                  </a:lnTo>
                  <a:lnTo>
                    <a:pt x="506972" y="361446"/>
                  </a:lnTo>
                  <a:lnTo>
                    <a:pt x="629361" y="361447"/>
                  </a:lnTo>
                  <a:lnTo>
                    <a:pt x="691673" y="313315"/>
                  </a:lnTo>
                  <a:lnTo>
                    <a:pt x="741340" y="266378"/>
                  </a:lnTo>
                  <a:lnTo>
                    <a:pt x="752400" y="238846"/>
                  </a:lnTo>
                  <a:lnTo>
                    <a:pt x="750076" y="223757"/>
                  </a:lnTo>
                  <a:lnTo>
                    <a:pt x="742282" y="209902"/>
                  </a:lnTo>
                  <a:lnTo>
                    <a:pt x="720894" y="185846"/>
                  </a:lnTo>
                  <a:lnTo>
                    <a:pt x="693471" y="157599"/>
                  </a:lnTo>
                  <a:lnTo>
                    <a:pt x="660533" y="127036"/>
                  </a:lnTo>
                  <a:lnTo>
                    <a:pt x="626027" y="98833"/>
                  </a:lnTo>
                  <a:close/>
                </a:path>
              </a:pathLst>
            </a:custGeom>
            <a:solidFill>
              <a:srgbClr val="006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22777" y="2293738"/>
              <a:ext cx="188247" cy="18825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726942" y="2309622"/>
              <a:ext cx="547370" cy="154305"/>
            </a:xfrm>
            <a:custGeom>
              <a:avLst/>
              <a:gdLst/>
              <a:ahLst/>
              <a:cxnLst/>
              <a:rect l="l" t="t" r="r" b="b"/>
              <a:pathLst>
                <a:path w="547370" h="154305">
                  <a:moveTo>
                    <a:pt x="470154" y="0"/>
                  </a:moveTo>
                  <a:lnTo>
                    <a:pt x="470154" y="38480"/>
                  </a:lnTo>
                  <a:lnTo>
                    <a:pt x="0" y="38480"/>
                  </a:lnTo>
                  <a:lnTo>
                    <a:pt x="0" y="115442"/>
                  </a:lnTo>
                  <a:lnTo>
                    <a:pt x="470154" y="115442"/>
                  </a:lnTo>
                  <a:lnTo>
                    <a:pt x="470154" y="153923"/>
                  </a:lnTo>
                  <a:lnTo>
                    <a:pt x="547116" y="76961"/>
                  </a:lnTo>
                  <a:lnTo>
                    <a:pt x="470154" y="0"/>
                  </a:lnTo>
                  <a:close/>
                </a:path>
              </a:pathLst>
            </a:custGeom>
            <a:solidFill>
              <a:srgbClr val="00C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26942" y="2309622"/>
              <a:ext cx="547370" cy="154305"/>
            </a:xfrm>
            <a:custGeom>
              <a:avLst/>
              <a:gdLst/>
              <a:ahLst/>
              <a:cxnLst/>
              <a:rect l="l" t="t" r="r" b="b"/>
              <a:pathLst>
                <a:path w="547370" h="154305">
                  <a:moveTo>
                    <a:pt x="0" y="38480"/>
                  </a:moveTo>
                  <a:lnTo>
                    <a:pt x="470154" y="38480"/>
                  </a:lnTo>
                  <a:lnTo>
                    <a:pt x="470154" y="0"/>
                  </a:lnTo>
                  <a:lnTo>
                    <a:pt x="547116" y="76961"/>
                  </a:lnTo>
                  <a:lnTo>
                    <a:pt x="470154" y="153923"/>
                  </a:lnTo>
                  <a:lnTo>
                    <a:pt x="470154" y="115442"/>
                  </a:lnTo>
                  <a:lnTo>
                    <a:pt x="0" y="115442"/>
                  </a:lnTo>
                  <a:lnTo>
                    <a:pt x="0" y="38480"/>
                  </a:lnTo>
                  <a:close/>
                </a:path>
              </a:pathLst>
            </a:custGeom>
            <a:ln w="25400">
              <a:solidFill>
                <a:srgbClr val="008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7064" y="1647443"/>
              <a:ext cx="1786889" cy="56464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14544" y="1923287"/>
              <a:ext cx="1098041" cy="56464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14544" y="2228087"/>
              <a:ext cx="1069086" cy="56464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14544" y="2534411"/>
              <a:ext cx="1183386" cy="56464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2563495" y="1479931"/>
            <a:ext cx="3570604" cy="1438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99440" algn="ctr">
              <a:lnSpc>
                <a:spcPts val="207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endParaRPr sz="2000">
              <a:latin typeface="Calibri"/>
              <a:cs typeface="Calibri"/>
            </a:endParaRPr>
          </a:p>
          <a:p>
            <a:pPr marR="2085975" algn="ctr">
              <a:lnSpc>
                <a:spcPts val="1955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Stream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endParaRPr sz="2000">
              <a:latin typeface="Calibri"/>
              <a:cs typeface="Calibri"/>
            </a:endParaRPr>
          </a:p>
          <a:p>
            <a:pPr marL="2710180">
              <a:lnSpc>
                <a:spcPts val="2285"/>
              </a:lnSpc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DELETE</a:t>
            </a:r>
            <a:endParaRPr sz="2000">
              <a:latin typeface="Calibri"/>
              <a:cs typeface="Calibri"/>
            </a:endParaRPr>
          </a:p>
          <a:p>
            <a:pPr marL="2710180">
              <a:lnSpc>
                <a:spcPct val="100000"/>
              </a:lnSpc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INSERT</a:t>
            </a:r>
            <a:endParaRPr sz="2000">
              <a:latin typeface="Calibri"/>
              <a:cs typeface="Calibri"/>
            </a:endParaRPr>
          </a:p>
          <a:p>
            <a:pPr marL="2710180">
              <a:lnSpc>
                <a:spcPct val="100000"/>
              </a:lnSpc>
              <a:spcBef>
                <a:spcPts val="1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7548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Streams</a:t>
            </a:r>
          </a:p>
        </p:txBody>
      </p:sp>
      <p:sp>
        <p:nvSpPr>
          <p:cNvPr id="3" name="object 3"/>
          <p:cNvSpPr/>
          <p:nvPr/>
        </p:nvSpPr>
        <p:spPr>
          <a:xfrm>
            <a:off x="4390999" y="2874771"/>
            <a:ext cx="577850" cy="403860"/>
          </a:xfrm>
          <a:custGeom>
            <a:avLst/>
            <a:gdLst/>
            <a:ahLst/>
            <a:cxnLst/>
            <a:rect l="l" t="t" r="r" b="b"/>
            <a:pathLst>
              <a:path w="577850" h="403860">
                <a:moveTo>
                  <a:pt x="577291" y="0"/>
                </a:moveTo>
                <a:lnTo>
                  <a:pt x="0" y="0"/>
                </a:lnTo>
                <a:lnTo>
                  <a:pt x="0" y="43180"/>
                </a:lnTo>
                <a:lnTo>
                  <a:pt x="0" y="129540"/>
                </a:lnTo>
                <a:lnTo>
                  <a:pt x="0" y="403860"/>
                </a:lnTo>
                <a:lnTo>
                  <a:pt x="577291" y="403860"/>
                </a:lnTo>
                <a:lnTo>
                  <a:pt x="577291" y="360680"/>
                </a:lnTo>
                <a:lnTo>
                  <a:pt x="43294" y="360680"/>
                </a:lnTo>
                <a:lnTo>
                  <a:pt x="43294" y="274320"/>
                </a:lnTo>
                <a:lnTo>
                  <a:pt x="187617" y="274320"/>
                </a:lnTo>
                <a:lnTo>
                  <a:pt x="187617" y="360413"/>
                </a:lnTo>
                <a:lnTo>
                  <a:pt x="216484" y="360413"/>
                </a:lnTo>
                <a:lnTo>
                  <a:pt x="216484" y="274320"/>
                </a:lnTo>
                <a:lnTo>
                  <a:pt x="360807" y="274320"/>
                </a:lnTo>
                <a:lnTo>
                  <a:pt x="360807" y="360413"/>
                </a:lnTo>
                <a:lnTo>
                  <a:pt x="389674" y="360413"/>
                </a:lnTo>
                <a:lnTo>
                  <a:pt x="389674" y="274320"/>
                </a:lnTo>
                <a:lnTo>
                  <a:pt x="533996" y="274320"/>
                </a:lnTo>
                <a:lnTo>
                  <a:pt x="533996" y="360413"/>
                </a:lnTo>
                <a:lnTo>
                  <a:pt x="577291" y="360413"/>
                </a:lnTo>
                <a:lnTo>
                  <a:pt x="577291" y="274320"/>
                </a:lnTo>
                <a:lnTo>
                  <a:pt x="577291" y="273812"/>
                </a:lnTo>
                <a:lnTo>
                  <a:pt x="577291" y="245110"/>
                </a:lnTo>
                <a:lnTo>
                  <a:pt x="43294" y="245110"/>
                </a:lnTo>
                <a:lnTo>
                  <a:pt x="43294" y="158750"/>
                </a:lnTo>
                <a:lnTo>
                  <a:pt x="187617" y="158750"/>
                </a:lnTo>
                <a:lnTo>
                  <a:pt x="187617" y="244944"/>
                </a:lnTo>
                <a:lnTo>
                  <a:pt x="216484" y="244944"/>
                </a:lnTo>
                <a:lnTo>
                  <a:pt x="216484" y="158750"/>
                </a:lnTo>
                <a:lnTo>
                  <a:pt x="360807" y="158750"/>
                </a:lnTo>
                <a:lnTo>
                  <a:pt x="360807" y="244944"/>
                </a:lnTo>
                <a:lnTo>
                  <a:pt x="389674" y="244944"/>
                </a:lnTo>
                <a:lnTo>
                  <a:pt x="389674" y="158750"/>
                </a:lnTo>
                <a:lnTo>
                  <a:pt x="533996" y="158750"/>
                </a:lnTo>
                <a:lnTo>
                  <a:pt x="533996" y="244944"/>
                </a:lnTo>
                <a:lnTo>
                  <a:pt x="577291" y="244944"/>
                </a:lnTo>
                <a:lnTo>
                  <a:pt x="577291" y="158750"/>
                </a:lnTo>
                <a:lnTo>
                  <a:pt x="577291" y="158343"/>
                </a:lnTo>
                <a:lnTo>
                  <a:pt x="577291" y="129540"/>
                </a:lnTo>
                <a:lnTo>
                  <a:pt x="43294" y="129540"/>
                </a:lnTo>
                <a:lnTo>
                  <a:pt x="43294" y="43180"/>
                </a:lnTo>
                <a:lnTo>
                  <a:pt x="187617" y="43180"/>
                </a:lnTo>
                <a:lnTo>
                  <a:pt x="187617" y="129489"/>
                </a:lnTo>
                <a:lnTo>
                  <a:pt x="216484" y="129489"/>
                </a:lnTo>
                <a:lnTo>
                  <a:pt x="216484" y="43180"/>
                </a:lnTo>
                <a:lnTo>
                  <a:pt x="360807" y="43180"/>
                </a:lnTo>
                <a:lnTo>
                  <a:pt x="360807" y="129489"/>
                </a:lnTo>
                <a:lnTo>
                  <a:pt x="389674" y="129489"/>
                </a:lnTo>
                <a:lnTo>
                  <a:pt x="389674" y="43180"/>
                </a:lnTo>
                <a:lnTo>
                  <a:pt x="533996" y="43180"/>
                </a:lnTo>
                <a:lnTo>
                  <a:pt x="533996" y="129489"/>
                </a:lnTo>
                <a:lnTo>
                  <a:pt x="577291" y="129489"/>
                </a:lnTo>
                <a:lnTo>
                  <a:pt x="577291" y="43180"/>
                </a:lnTo>
                <a:lnTo>
                  <a:pt x="577291" y="42887"/>
                </a:lnTo>
                <a:lnTo>
                  <a:pt x="577291" y="0"/>
                </a:lnTo>
                <a:close/>
              </a:path>
            </a:pathLst>
          </a:custGeom>
          <a:solidFill>
            <a:srgbClr val="D6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714600" y="2723214"/>
            <a:ext cx="1132205" cy="407670"/>
            <a:chOff x="2714600" y="2723214"/>
            <a:chExt cx="1132205" cy="407670"/>
          </a:xfrm>
        </p:grpSpPr>
        <p:sp>
          <p:nvSpPr>
            <p:cNvPr id="5" name="object 5"/>
            <p:cNvSpPr/>
            <p:nvPr/>
          </p:nvSpPr>
          <p:spPr>
            <a:xfrm>
              <a:off x="2714599" y="2726943"/>
              <a:ext cx="577850" cy="403860"/>
            </a:xfrm>
            <a:custGeom>
              <a:avLst/>
              <a:gdLst/>
              <a:ahLst/>
              <a:cxnLst/>
              <a:rect l="l" t="t" r="r" b="b"/>
              <a:pathLst>
                <a:path w="577850" h="403860">
                  <a:moveTo>
                    <a:pt x="577291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0" y="129540"/>
                  </a:lnTo>
                  <a:lnTo>
                    <a:pt x="0" y="403860"/>
                  </a:lnTo>
                  <a:lnTo>
                    <a:pt x="577291" y="403860"/>
                  </a:lnTo>
                  <a:lnTo>
                    <a:pt x="577291" y="360680"/>
                  </a:lnTo>
                  <a:lnTo>
                    <a:pt x="43294" y="360680"/>
                  </a:lnTo>
                  <a:lnTo>
                    <a:pt x="43294" y="274320"/>
                  </a:lnTo>
                  <a:lnTo>
                    <a:pt x="187617" y="274320"/>
                  </a:lnTo>
                  <a:lnTo>
                    <a:pt x="187617" y="360413"/>
                  </a:lnTo>
                  <a:lnTo>
                    <a:pt x="216484" y="360413"/>
                  </a:lnTo>
                  <a:lnTo>
                    <a:pt x="216484" y="274320"/>
                  </a:lnTo>
                  <a:lnTo>
                    <a:pt x="360807" y="274320"/>
                  </a:lnTo>
                  <a:lnTo>
                    <a:pt x="360807" y="360413"/>
                  </a:lnTo>
                  <a:lnTo>
                    <a:pt x="389674" y="360413"/>
                  </a:lnTo>
                  <a:lnTo>
                    <a:pt x="389674" y="274320"/>
                  </a:lnTo>
                  <a:lnTo>
                    <a:pt x="533996" y="274320"/>
                  </a:lnTo>
                  <a:lnTo>
                    <a:pt x="533996" y="360413"/>
                  </a:lnTo>
                  <a:lnTo>
                    <a:pt x="577291" y="360413"/>
                  </a:lnTo>
                  <a:lnTo>
                    <a:pt x="577291" y="274320"/>
                  </a:lnTo>
                  <a:lnTo>
                    <a:pt x="577291" y="273812"/>
                  </a:lnTo>
                  <a:lnTo>
                    <a:pt x="577291" y="245110"/>
                  </a:lnTo>
                  <a:lnTo>
                    <a:pt x="43294" y="245110"/>
                  </a:lnTo>
                  <a:lnTo>
                    <a:pt x="43294" y="158750"/>
                  </a:lnTo>
                  <a:lnTo>
                    <a:pt x="187617" y="158750"/>
                  </a:lnTo>
                  <a:lnTo>
                    <a:pt x="187617" y="244944"/>
                  </a:lnTo>
                  <a:lnTo>
                    <a:pt x="216484" y="244944"/>
                  </a:lnTo>
                  <a:lnTo>
                    <a:pt x="216484" y="158750"/>
                  </a:lnTo>
                  <a:lnTo>
                    <a:pt x="360807" y="158750"/>
                  </a:lnTo>
                  <a:lnTo>
                    <a:pt x="360807" y="244944"/>
                  </a:lnTo>
                  <a:lnTo>
                    <a:pt x="389674" y="244944"/>
                  </a:lnTo>
                  <a:lnTo>
                    <a:pt x="389674" y="158750"/>
                  </a:lnTo>
                  <a:lnTo>
                    <a:pt x="533996" y="158750"/>
                  </a:lnTo>
                  <a:lnTo>
                    <a:pt x="533996" y="244944"/>
                  </a:lnTo>
                  <a:lnTo>
                    <a:pt x="577291" y="244944"/>
                  </a:lnTo>
                  <a:lnTo>
                    <a:pt x="577291" y="158750"/>
                  </a:lnTo>
                  <a:lnTo>
                    <a:pt x="577291" y="158343"/>
                  </a:lnTo>
                  <a:lnTo>
                    <a:pt x="577291" y="129540"/>
                  </a:lnTo>
                  <a:lnTo>
                    <a:pt x="43294" y="129540"/>
                  </a:lnTo>
                  <a:lnTo>
                    <a:pt x="43294" y="43180"/>
                  </a:lnTo>
                  <a:lnTo>
                    <a:pt x="187617" y="43180"/>
                  </a:lnTo>
                  <a:lnTo>
                    <a:pt x="187617" y="129489"/>
                  </a:lnTo>
                  <a:lnTo>
                    <a:pt x="216484" y="129489"/>
                  </a:lnTo>
                  <a:lnTo>
                    <a:pt x="216484" y="43180"/>
                  </a:lnTo>
                  <a:lnTo>
                    <a:pt x="360807" y="43180"/>
                  </a:lnTo>
                  <a:lnTo>
                    <a:pt x="360807" y="129489"/>
                  </a:lnTo>
                  <a:lnTo>
                    <a:pt x="389674" y="129489"/>
                  </a:lnTo>
                  <a:lnTo>
                    <a:pt x="389674" y="43180"/>
                  </a:lnTo>
                  <a:lnTo>
                    <a:pt x="533996" y="43180"/>
                  </a:lnTo>
                  <a:lnTo>
                    <a:pt x="533996" y="129489"/>
                  </a:lnTo>
                  <a:lnTo>
                    <a:pt x="577291" y="129489"/>
                  </a:lnTo>
                  <a:lnTo>
                    <a:pt x="577291" y="43180"/>
                  </a:lnTo>
                  <a:lnTo>
                    <a:pt x="577291" y="42887"/>
                  </a:lnTo>
                  <a:lnTo>
                    <a:pt x="577291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267938" y="2723222"/>
              <a:ext cx="579120" cy="405130"/>
            </a:xfrm>
            <a:custGeom>
              <a:avLst/>
              <a:gdLst/>
              <a:ahLst/>
              <a:cxnLst/>
              <a:rect l="l" t="t" r="r" b="b"/>
              <a:pathLst>
                <a:path w="579120" h="405130">
                  <a:moveTo>
                    <a:pt x="216954" y="274485"/>
                  </a:moveTo>
                  <a:lnTo>
                    <a:pt x="188036" y="274485"/>
                  </a:lnTo>
                  <a:lnTo>
                    <a:pt x="188036" y="361086"/>
                  </a:lnTo>
                  <a:lnTo>
                    <a:pt x="216954" y="361086"/>
                  </a:lnTo>
                  <a:lnTo>
                    <a:pt x="216954" y="274485"/>
                  </a:lnTo>
                  <a:close/>
                </a:path>
                <a:path w="579120" h="405130">
                  <a:moveTo>
                    <a:pt x="216954" y="159016"/>
                  </a:moveTo>
                  <a:lnTo>
                    <a:pt x="188036" y="159016"/>
                  </a:lnTo>
                  <a:lnTo>
                    <a:pt x="188036" y="245618"/>
                  </a:lnTo>
                  <a:lnTo>
                    <a:pt x="216954" y="245618"/>
                  </a:lnTo>
                  <a:lnTo>
                    <a:pt x="216954" y="159016"/>
                  </a:lnTo>
                  <a:close/>
                </a:path>
                <a:path w="579120" h="405130">
                  <a:moveTo>
                    <a:pt x="216954" y="43561"/>
                  </a:moveTo>
                  <a:lnTo>
                    <a:pt x="188036" y="43561"/>
                  </a:lnTo>
                  <a:lnTo>
                    <a:pt x="188036" y="130162"/>
                  </a:lnTo>
                  <a:lnTo>
                    <a:pt x="216954" y="130162"/>
                  </a:lnTo>
                  <a:lnTo>
                    <a:pt x="216954" y="43561"/>
                  </a:lnTo>
                  <a:close/>
                </a:path>
                <a:path w="579120" h="405130">
                  <a:moveTo>
                    <a:pt x="390525" y="274485"/>
                  </a:moveTo>
                  <a:lnTo>
                    <a:pt x="361594" y="274485"/>
                  </a:lnTo>
                  <a:lnTo>
                    <a:pt x="361594" y="361086"/>
                  </a:lnTo>
                  <a:lnTo>
                    <a:pt x="390525" y="361086"/>
                  </a:lnTo>
                  <a:lnTo>
                    <a:pt x="390525" y="274485"/>
                  </a:lnTo>
                  <a:close/>
                </a:path>
                <a:path w="579120" h="405130">
                  <a:moveTo>
                    <a:pt x="390525" y="159016"/>
                  </a:moveTo>
                  <a:lnTo>
                    <a:pt x="361594" y="159016"/>
                  </a:lnTo>
                  <a:lnTo>
                    <a:pt x="361594" y="245618"/>
                  </a:lnTo>
                  <a:lnTo>
                    <a:pt x="390525" y="245618"/>
                  </a:lnTo>
                  <a:lnTo>
                    <a:pt x="390525" y="159016"/>
                  </a:lnTo>
                  <a:close/>
                </a:path>
                <a:path w="579120" h="405130">
                  <a:moveTo>
                    <a:pt x="390525" y="43561"/>
                  </a:moveTo>
                  <a:lnTo>
                    <a:pt x="361594" y="43561"/>
                  </a:lnTo>
                  <a:lnTo>
                    <a:pt x="361594" y="130162"/>
                  </a:lnTo>
                  <a:lnTo>
                    <a:pt x="390525" y="130162"/>
                  </a:lnTo>
                  <a:lnTo>
                    <a:pt x="390525" y="43561"/>
                  </a:lnTo>
                  <a:close/>
                </a:path>
                <a:path w="579120" h="405130">
                  <a:moveTo>
                    <a:pt x="578548" y="274485"/>
                  </a:moveTo>
                  <a:lnTo>
                    <a:pt x="535152" y="274485"/>
                  </a:lnTo>
                  <a:lnTo>
                    <a:pt x="535152" y="361086"/>
                  </a:lnTo>
                  <a:lnTo>
                    <a:pt x="578548" y="361086"/>
                  </a:lnTo>
                  <a:lnTo>
                    <a:pt x="578548" y="274485"/>
                  </a:lnTo>
                  <a:close/>
                </a:path>
                <a:path w="579120" h="405130">
                  <a:moveTo>
                    <a:pt x="578548" y="159016"/>
                  </a:moveTo>
                  <a:lnTo>
                    <a:pt x="535152" y="159016"/>
                  </a:lnTo>
                  <a:lnTo>
                    <a:pt x="535152" y="245618"/>
                  </a:lnTo>
                  <a:lnTo>
                    <a:pt x="578548" y="245618"/>
                  </a:lnTo>
                  <a:lnTo>
                    <a:pt x="578548" y="159016"/>
                  </a:lnTo>
                  <a:close/>
                </a:path>
                <a:path w="579120" h="405130">
                  <a:moveTo>
                    <a:pt x="578548" y="43561"/>
                  </a:moveTo>
                  <a:lnTo>
                    <a:pt x="535152" y="43561"/>
                  </a:lnTo>
                  <a:lnTo>
                    <a:pt x="535152" y="130162"/>
                  </a:lnTo>
                  <a:lnTo>
                    <a:pt x="578548" y="130162"/>
                  </a:lnTo>
                  <a:lnTo>
                    <a:pt x="578548" y="43561"/>
                  </a:lnTo>
                  <a:close/>
                </a:path>
                <a:path w="579120" h="405130">
                  <a:moveTo>
                    <a:pt x="578548" y="0"/>
                  </a:moveTo>
                  <a:lnTo>
                    <a:pt x="0" y="0"/>
                  </a:lnTo>
                  <a:lnTo>
                    <a:pt x="0" y="43129"/>
                  </a:lnTo>
                  <a:lnTo>
                    <a:pt x="0" y="130670"/>
                  </a:lnTo>
                  <a:lnTo>
                    <a:pt x="0" y="404698"/>
                  </a:lnTo>
                  <a:lnTo>
                    <a:pt x="578548" y="404698"/>
                  </a:lnTo>
                  <a:lnTo>
                    <a:pt x="578548" y="361556"/>
                  </a:lnTo>
                  <a:lnTo>
                    <a:pt x="43395" y="361556"/>
                  </a:lnTo>
                  <a:lnTo>
                    <a:pt x="43395" y="274027"/>
                  </a:lnTo>
                  <a:lnTo>
                    <a:pt x="578548" y="274027"/>
                  </a:lnTo>
                  <a:lnTo>
                    <a:pt x="578548" y="246113"/>
                  </a:lnTo>
                  <a:lnTo>
                    <a:pt x="43395" y="246113"/>
                  </a:lnTo>
                  <a:lnTo>
                    <a:pt x="43395" y="158584"/>
                  </a:lnTo>
                  <a:lnTo>
                    <a:pt x="578548" y="158584"/>
                  </a:lnTo>
                  <a:lnTo>
                    <a:pt x="578548" y="130670"/>
                  </a:lnTo>
                  <a:lnTo>
                    <a:pt x="43395" y="130670"/>
                  </a:lnTo>
                  <a:lnTo>
                    <a:pt x="43395" y="43129"/>
                  </a:lnTo>
                  <a:lnTo>
                    <a:pt x="578548" y="43129"/>
                  </a:lnTo>
                  <a:lnTo>
                    <a:pt x="578548" y="0"/>
                  </a:lnTo>
                  <a:close/>
                </a:path>
              </a:pathLst>
            </a:custGeom>
            <a:solidFill>
              <a:srgbClr val="0092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417064" y="1426463"/>
            <a:ext cx="2689225" cy="1379855"/>
            <a:chOff x="2417064" y="1426463"/>
            <a:chExt cx="2689225" cy="137985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06240" y="1426463"/>
              <a:ext cx="899922" cy="56464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390999" y="2022855"/>
              <a:ext cx="577850" cy="783590"/>
            </a:xfrm>
            <a:custGeom>
              <a:avLst/>
              <a:gdLst/>
              <a:ahLst/>
              <a:cxnLst/>
              <a:rect l="l" t="t" r="r" b="b"/>
              <a:pathLst>
                <a:path w="577850" h="783589">
                  <a:moveTo>
                    <a:pt x="216484" y="652691"/>
                  </a:moveTo>
                  <a:lnTo>
                    <a:pt x="187617" y="652691"/>
                  </a:lnTo>
                  <a:lnTo>
                    <a:pt x="187617" y="739470"/>
                  </a:lnTo>
                  <a:lnTo>
                    <a:pt x="216484" y="739470"/>
                  </a:lnTo>
                  <a:lnTo>
                    <a:pt x="216484" y="652691"/>
                  </a:lnTo>
                  <a:close/>
                </a:path>
                <a:path w="577850" h="783589">
                  <a:moveTo>
                    <a:pt x="216484" y="536968"/>
                  </a:moveTo>
                  <a:lnTo>
                    <a:pt x="187617" y="536968"/>
                  </a:lnTo>
                  <a:lnTo>
                    <a:pt x="187617" y="623760"/>
                  </a:lnTo>
                  <a:lnTo>
                    <a:pt x="216484" y="623760"/>
                  </a:lnTo>
                  <a:lnTo>
                    <a:pt x="216484" y="536968"/>
                  </a:lnTo>
                  <a:close/>
                </a:path>
                <a:path w="577850" h="783589">
                  <a:moveTo>
                    <a:pt x="216484" y="421259"/>
                  </a:moveTo>
                  <a:lnTo>
                    <a:pt x="187617" y="421259"/>
                  </a:lnTo>
                  <a:lnTo>
                    <a:pt x="187617" y="508050"/>
                  </a:lnTo>
                  <a:lnTo>
                    <a:pt x="216484" y="508050"/>
                  </a:lnTo>
                  <a:lnTo>
                    <a:pt x="216484" y="421259"/>
                  </a:lnTo>
                  <a:close/>
                </a:path>
                <a:path w="577850" h="783589">
                  <a:moveTo>
                    <a:pt x="389674" y="652691"/>
                  </a:moveTo>
                  <a:lnTo>
                    <a:pt x="360807" y="652691"/>
                  </a:lnTo>
                  <a:lnTo>
                    <a:pt x="360807" y="739470"/>
                  </a:lnTo>
                  <a:lnTo>
                    <a:pt x="389674" y="739470"/>
                  </a:lnTo>
                  <a:lnTo>
                    <a:pt x="389674" y="652691"/>
                  </a:lnTo>
                  <a:close/>
                </a:path>
                <a:path w="577850" h="783589">
                  <a:moveTo>
                    <a:pt x="389674" y="536968"/>
                  </a:moveTo>
                  <a:lnTo>
                    <a:pt x="360807" y="536968"/>
                  </a:lnTo>
                  <a:lnTo>
                    <a:pt x="360807" y="623760"/>
                  </a:lnTo>
                  <a:lnTo>
                    <a:pt x="389674" y="623760"/>
                  </a:lnTo>
                  <a:lnTo>
                    <a:pt x="389674" y="536968"/>
                  </a:lnTo>
                  <a:close/>
                </a:path>
                <a:path w="577850" h="783589">
                  <a:moveTo>
                    <a:pt x="389674" y="421259"/>
                  </a:moveTo>
                  <a:lnTo>
                    <a:pt x="360807" y="421259"/>
                  </a:lnTo>
                  <a:lnTo>
                    <a:pt x="360807" y="508050"/>
                  </a:lnTo>
                  <a:lnTo>
                    <a:pt x="389674" y="508050"/>
                  </a:lnTo>
                  <a:lnTo>
                    <a:pt x="389674" y="421259"/>
                  </a:lnTo>
                  <a:close/>
                </a:path>
                <a:path w="577850" h="783589">
                  <a:moveTo>
                    <a:pt x="577291" y="652691"/>
                  </a:moveTo>
                  <a:lnTo>
                    <a:pt x="533996" y="652691"/>
                  </a:lnTo>
                  <a:lnTo>
                    <a:pt x="533996" y="739470"/>
                  </a:lnTo>
                  <a:lnTo>
                    <a:pt x="577291" y="739470"/>
                  </a:lnTo>
                  <a:lnTo>
                    <a:pt x="577291" y="652691"/>
                  </a:lnTo>
                  <a:close/>
                </a:path>
                <a:path w="577850" h="783589">
                  <a:moveTo>
                    <a:pt x="577291" y="536968"/>
                  </a:moveTo>
                  <a:lnTo>
                    <a:pt x="533996" y="536968"/>
                  </a:lnTo>
                  <a:lnTo>
                    <a:pt x="533996" y="623760"/>
                  </a:lnTo>
                  <a:lnTo>
                    <a:pt x="577291" y="623760"/>
                  </a:lnTo>
                  <a:lnTo>
                    <a:pt x="577291" y="536968"/>
                  </a:lnTo>
                  <a:close/>
                </a:path>
                <a:path w="577850" h="783589">
                  <a:moveTo>
                    <a:pt x="577291" y="421259"/>
                  </a:moveTo>
                  <a:lnTo>
                    <a:pt x="533996" y="421259"/>
                  </a:lnTo>
                  <a:lnTo>
                    <a:pt x="533996" y="508050"/>
                  </a:lnTo>
                  <a:lnTo>
                    <a:pt x="577291" y="508050"/>
                  </a:lnTo>
                  <a:lnTo>
                    <a:pt x="577291" y="421259"/>
                  </a:lnTo>
                  <a:close/>
                </a:path>
                <a:path w="577850" h="783589">
                  <a:moveTo>
                    <a:pt x="577291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0" y="129540"/>
                  </a:lnTo>
                  <a:lnTo>
                    <a:pt x="0" y="783183"/>
                  </a:lnTo>
                  <a:lnTo>
                    <a:pt x="577291" y="783183"/>
                  </a:lnTo>
                  <a:lnTo>
                    <a:pt x="577291" y="739952"/>
                  </a:lnTo>
                  <a:lnTo>
                    <a:pt x="43294" y="739952"/>
                  </a:lnTo>
                  <a:lnTo>
                    <a:pt x="43294" y="652221"/>
                  </a:lnTo>
                  <a:lnTo>
                    <a:pt x="577291" y="652221"/>
                  </a:lnTo>
                  <a:lnTo>
                    <a:pt x="577291" y="624255"/>
                  </a:lnTo>
                  <a:lnTo>
                    <a:pt x="43294" y="624255"/>
                  </a:lnTo>
                  <a:lnTo>
                    <a:pt x="43294" y="536524"/>
                  </a:lnTo>
                  <a:lnTo>
                    <a:pt x="577291" y="536524"/>
                  </a:lnTo>
                  <a:lnTo>
                    <a:pt x="577291" y="508558"/>
                  </a:lnTo>
                  <a:lnTo>
                    <a:pt x="43294" y="508558"/>
                  </a:lnTo>
                  <a:lnTo>
                    <a:pt x="43294" y="420827"/>
                  </a:lnTo>
                  <a:lnTo>
                    <a:pt x="577291" y="420827"/>
                  </a:lnTo>
                  <a:lnTo>
                    <a:pt x="577291" y="403860"/>
                  </a:lnTo>
                  <a:lnTo>
                    <a:pt x="577291" y="377609"/>
                  </a:lnTo>
                  <a:lnTo>
                    <a:pt x="577291" y="360680"/>
                  </a:lnTo>
                  <a:lnTo>
                    <a:pt x="43294" y="360680"/>
                  </a:lnTo>
                  <a:lnTo>
                    <a:pt x="43294" y="274320"/>
                  </a:lnTo>
                  <a:lnTo>
                    <a:pt x="187617" y="274320"/>
                  </a:lnTo>
                  <a:lnTo>
                    <a:pt x="187617" y="360413"/>
                  </a:lnTo>
                  <a:lnTo>
                    <a:pt x="216484" y="360413"/>
                  </a:lnTo>
                  <a:lnTo>
                    <a:pt x="216484" y="274320"/>
                  </a:lnTo>
                  <a:lnTo>
                    <a:pt x="360807" y="274320"/>
                  </a:lnTo>
                  <a:lnTo>
                    <a:pt x="360807" y="360413"/>
                  </a:lnTo>
                  <a:lnTo>
                    <a:pt x="389674" y="360413"/>
                  </a:lnTo>
                  <a:lnTo>
                    <a:pt x="389674" y="274320"/>
                  </a:lnTo>
                  <a:lnTo>
                    <a:pt x="533996" y="274320"/>
                  </a:lnTo>
                  <a:lnTo>
                    <a:pt x="533996" y="360413"/>
                  </a:lnTo>
                  <a:lnTo>
                    <a:pt x="577291" y="360413"/>
                  </a:lnTo>
                  <a:lnTo>
                    <a:pt x="577291" y="274320"/>
                  </a:lnTo>
                  <a:lnTo>
                    <a:pt x="577291" y="273812"/>
                  </a:lnTo>
                  <a:lnTo>
                    <a:pt x="577291" y="245110"/>
                  </a:lnTo>
                  <a:lnTo>
                    <a:pt x="43294" y="245110"/>
                  </a:lnTo>
                  <a:lnTo>
                    <a:pt x="43294" y="158750"/>
                  </a:lnTo>
                  <a:lnTo>
                    <a:pt x="187617" y="158750"/>
                  </a:lnTo>
                  <a:lnTo>
                    <a:pt x="187617" y="244944"/>
                  </a:lnTo>
                  <a:lnTo>
                    <a:pt x="216484" y="244944"/>
                  </a:lnTo>
                  <a:lnTo>
                    <a:pt x="216484" y="158750"/>
                  </a:lnTo>
                  <a:lnTo>
                    <a:pt x="360807" y="158750"/>
                  </a:lnTo>
                  <a:lnTo>
                    <a:pt x="360807" y="244944"/>
                  </a:lnTo>
                  <a:lnTo>
                    <a:pt x="389674" y="244944"/>
                  </a:lnTo>
                  <a:lnTo>
                    <a:pt x="389674" y="158750"/>
                  </a:lnTo>
                  <a:lnTo>
                    <a:pt x="533996" y="158750"/>
                  </a:lnTo>
                  <a:lnTo>
                    <a:pt x="533996" y="244944"/>
                  </a:lnTo>
                  <a:lnTo>
                    <a:pt x="577291" y="244944"/>
                  </a:lnTo>
                  <a:lnTo>
                    <a:pt x="577291" y="158750"/>
                  </a:lnTo>
                  <a:lnTo>
                    <a:pt x="577291" y="158343"/>
                  </a:lnTo>
                  <a:lnTo>
                    <a:pt x="577291" y="129540"/>
                  </a:lnTo>
                  <a:lnTo>
                    <a:pt x="43294" y="129540"/>
                  </a:lnTo>
                  <a:lnTo>
                    <a:pt x="43294" y="43180"/>
                  </a:lnTo>
                  <a:lnTo>
                    <a:pt x="187617" y="43180"/>
                  </a:lnTo>
                  <a:lnTo>
                    <a:pt x="187617" y="129489"/>
                  </a:lnTo>
                  <a:lnTo>
                    <a:pt x="216484" y="129489"/>
                  </a:lnTo>
                  <a:lnTo>
                    <a:pt x="216484" y="43180"/>
                  </a:lnTo>
                  <a:lnTo>
                    <a:pt x="360807" y="43180"/>
                  </a:lnTo>
                  <a:lnTo>
                    <a:pt x="360807" y="129489"/>
                  </a:lnTo>
                  <a:lnTo>
                    <a:pt x="389674" y="129489"/>
                  </a:lnTo>
                  <a:lnTo>
                    <a:pt x="389674" y="43180"/>
                  </a:lnTo>
                  <a:lnTo>
                    <a:pt x="533996" y="43180"/>
                  </a:lnTo>
                  <a:lnTo>
                    <a:pt x="533996" y="129489"/>
                  </a:lnTo>
                  <a:lnTo>
                    <a:pt x="577291" y="129489"/>
                  </a:lnTo>
                  <a:lnTo>
                    <a:pt x="577291" y="43180"/>
                  </a:lnTo>
                  <a:lnTo>
                    <a:pt x="577291" y="42887"/>
                  </a:lnTo>
                  <a:lnTo>
                    <a:pt x="577291" y="0"/>
                  </a:lnTo>
                  <a:close/>
                </a:path>
              </a:pathLst>
            </a:custGeom>
            <a:solidFill>
              <a:srgbClr val="66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40760" y="2161960"/>
              <a:ext cx="752475" cy="452120"/>
            </a:xfrm>
            <a:custGeom>
              <a:avLst/>
              <a:gdLst/>
              <a:ahLst/>
              <a:cxnLst/>
              <a:rect l="l" t="t" r="r" b="b"/>
              <a:pathLst>
                <a:path w="752475" h="452119">
                  <a:moveTo>
                    <a:pt x="376140" y="0"/>
                  </a:moveTo>
                  <a:lnTo>
                    <a:pt x="321007" y="5091"/>
                  </a:lnTo>
                  <a:lnTo>
                    <a:pt x="268276" y="19114"/>
                  </a:lnTo>
                  <a:lnTo>
                    <a:pt x="218465" y="40195"/>
                  </a:lnTo>
                  <a:lnTo>
                    <a:pt x="172094" y="66459"/>
                  </a:lnTo>
                  <a:lnTo>
                    <a:pt x="129682" y="96031"/>
                  </a:lnTo>
                  <a:lnTo>
                    <a:pt x="91747" y="127036"/>
                  </a:lnTo>
                  <a:lnTo>
                    <a:pt x="58809" y="157599"/>
                  </a:lnTo>
                  <a:lnTo>
                    <a:pt x="31386" y="185846"/>
                  </a:lnTo>
                  <a:lnTo>
                    <a:pt x="2220" y="223624"/>
                  </a:lnTo>
                  <a:lnTo>
                    <a:pt x="0" y="238493"/>
                  </a:lnTo>
                  <a:lnTo>
                    <a:pt x="3249" y="253186"/>
                  </a:lnTo>
                  <a:lnTo>
                    <a:pt x="33514" y="288108"/>
                  </a:lnTo>
                  <a:lnTo>
                    <a:pt x="93978" y="340390"/>
                  </a:lnTo>
                  <a:lnTo>
                    <a:pt x="131786" y="367720"/>
                  </a:lnTo>
                  <a:lnTo>
                    <a:pt x="173964" y="393695"/>
                  </a:lnTo>
                  <a:lnTo>
                    <a:pt x="219999" y="416702"/>
                  </a:lnTo>
                  <a:lnTo>
                    <a:pt x="269381" y="435131"/>
                  </a:lnTo>
                  <a:lnTo>
                    <a:pt x="321599" y="447370"/>
                  </a:lnTo>
                  <a:lnTo>
                    <a:pt x="376140" y="451808"/>
                  </a:lnTo>
                  <a:lnTo>
                    <a:pt x="430683" y="447370"/>
                  </a:lnTo>
                  <a:lnTo>
                    <a:pt x="482909" y="435131"/>
                  </a:lnTo>
                  <a:lnTo>
                    <a:pt x="532316" y="416702"/>
                  </a:lnTo>
                  <a:lnTo>
                    <a:pt x="578399" y="393695"/>
                  </a:lnTo>
                  <a:lnTo>
                    <a:pt x="606361" y="376507"/>
                  </a:lnTo>
                  <a:lnTo>
                    <a:pt x="376140" y="376507"/>
                  </a:lnTo>
                  <a:lnTo>
                    <a:pt x="328672" y="368796"/>
                  </a:lnTo>
                  <a:lnTo>
                    <a:pt x="314510" y="361446"/>
                  </a:lnTo>
                  <a:lnTo>
                    <a:pt x="245308" y="361446"/>
                  </a:lnTo>
                  <a:lnTo>
                    <a:pt x="189966" y="332752"/>
                  </a:lnTo>
                  <a:lnTo>
                    <a:pt x="140713" y="299911"/>
                  </a:lnTo>
                  <a:lnTo>
                    <a:pt x="99049" y="266540"/>
                  </a:lnTo>
                  <a:lnTo>
                    <a:pt x="66473" y="236258"/>
                  </a:lnTo>
                  <a:lnTo>
                    <a:pt x="83062" y="218241"/>
                  </a:lnTo>
                  <a:lnTo>
                    <a:pt x="118359" y="183973"/>
                  </a:lnTo>
                  <a:lnTo>
                    <a:pt x="160729" y="148485"/>
                  </a:lnTo>
                  <a:lnTo>
                    <a:pt x="210526" y="114599"/>
                  </a:lnTo>
                  <a:lnTo>
                    <a:pt x="236837" y="99774"/>
                  </a:lnTo>
                  <a:lnTo>
                    <a:pt x="296373" y="99774"/>
                  </a:lnTo>
                  <a:lnTo>
                    <a:pt x="328672" y="83012"/>
                  </a:lnTo>
                  <a:lnTo>
                    <a:pt x="376140" y="75301"/>
                  </a:lnTo>
                  <a:lnTo>
                    <a:pt x="592867" y="75301"/>
                  </a:lnTo>
                  <a:lnTo>
                    <a:pt x="580186" y="66459"/>
                  </a:lnTo>
                  <a:lnTo>
                    <a:pt x="533815" y="40195"/>
                  </a:lnTo>
                  <a:lnTo>
                    <a:pt x="484004" y="19114"/>
                  </a:lnTo>
                  <a:lnTo>
                    <a:pt x="431273" y="5091"/>
                  </a:lnTo>
                  <a:lnTo>
                    <a:pt x="376140" y="0"/>
                  </a:lnTo>
                  <a:close/>
                </a:path>
                <a:path w="752475" h="452119">
                  <a:moveTo>
                    <a:pt x="592867" y="75301"/>
                  </a:moveTo>
                  <a:lnTo>
                    <a:pt x="376140" y="75301"/>
                  </a:lnTo>
                  <a:lnTo>
                    <a:pt x="423609" y="83012"/>
                  </a:lnTo>
                  <a:lnTo>
                    <a:pt x="464933" y="104458"/>
                  </a:lnTo>
                  <a:lnTo>
                    <a:pt x="497582" y="137108"/>
                  </a:lnTo>
                  <a:lnTo>
                    <a:pt x="519027" y="178434"/>
                  </a:lnTo>
                  <a:lnTo>
                    <a:pt x="526738" y="225904"/>
                  </a:lnTo>
                  <a:lnTo>
                    <a:pt x="519028" y="273374"/>
                  </a:lnTo>
                  <a:lnTo>
                    <a:pt x="497582" y="314699"/>
                  </a:lnTo>
                  <a:lnTo>
                    <a:pt x="464933" y="347350"/>
                  </a:lnTo>
                  <a:lnTo>
                    <a:pt x="423609" y="368796"/>
                  </a:lnTo>
                  <a:lnTo>
                    <a:pt x="376140" y="376507"/>
                  </a:lnTo>
                  <a:lnTo>
                    <a:pt x="606361" y="376507"/>
                  </a:lnTo>
                  <a:lnTo>
                    <a:pt x="620655" y="367720"/>
                  </a:lnTo>
                  <a:lnTo>
                    <a:pt x="629361" y="361447"/>
                  </a:lnTo>
                  <a:lnTo>
                    <a:pt x="506972" y="361446"/>
                  </a:lnTo>
                  <a:lnTo>
                    <a:pt x="537803" y="322780"/>
                  </a:lnTo>
                  <a:lnTo>
                    <a:pt x="541350" y="314699"/>
                  </a:lnTo>
                  <a:lnTo>
                    <a:pt x="556926" y="278964"/>
                  </a:lnTo>
                  <a:lnTo>
                    <a:pt x="557032" y="278719"/>
                  </a:lnTo>
                  <a:lnTo>
                    <a:pt x="564314" y="232375"/>
                  </a:lnTo>
                  <a:lnTo>
                    <a:pt x="564388" y="231904"/>
                  </a:lnTo>
                  <a:lnTo>
                    <a:pt x="559932" y="185846"/>
                  </a:lnTo>
                  <a:lnTo>
                    <a:pt x="559821" y="184697"/>
                  </a:lnTo>
                  <a:lnTo>
                    <a:pt x="543227" y="139529"/>
                  </a:lnTo>
                  <a:lnTo>
                    <a:pt x="514502" y="98833"/>
                  </a:lnTo>
                  <a:lnTo>
                    <a:pt x="626027" y="98833"/>
                  </a:lnTo>
                  <a:lnTo>
                    <a:pt x="622598" y="96031"/>
                  </a:lnTo>
                  <a:lnTo>
                    <a:pt x="592867" y="75301"/>
                  </a:lnTo>
                  <a:close/>
                </a:path>
                <a:path w="752475" h="452119">
                  <a:moveTo>
                    <a:pt x="296373" y="99774"/>
                  </a:moveTo>
                  <a:lnTo>
                    <a:pt x="236837" y="99774"/>
                  </a:lnTo>
                  <a:lnTo>
                    <a:pt x="208508" y="140401"/>
                  </a:lnTo>
                  <a:lnTo>
                    <a:pt x="192180" y="185394"/>
                  </a:lnTo>
                  <a:lnTo>
                    <a:pt x="187819" y="231904"/>
                  </a:lnTo>
                  <a:lnTo>
                    <a:pt x="187775" y="232375"/>
                  </a:lnTo>
                  <a:lnTo>
                    <a:pt x="195174" y="278719"/>
                  </a:lnTo>
                  <a:lnTo>
                    <a:pt x="195213" y="278963"/>
                  </a:lnTo>
                  <a:lnTo>
                    <a:pt x="214417" y="322780"/>
                  </a:lnTo>
                  <a:lnTo>
                    <a:pt x="245308" y="361446"/>
                  </a:lnTo>
                  <a:lnTo>
                    <a:pt x="314510" y="361446"/>
                  </a:lnTo>
                  <a:lnTo>
                    <a:pt x="287348" y="347350"/>
                  </a:lnTo>
                  <a:lnTo>
                    <a:pt x="254698" y="314699"/>
                  </a:lnTo>
                  <a:lnTo>
                    <a:pt x="233253" y="273374"/>
                  </a:lnTo>
                  <a:lnTo>
                    <a:pt x="225542" y="225904"/>
                  </a:lnTo>
                  <a:lnTo>
                    <a:pt x="233253" y="178434"/>
                  </a:lnTo>
                  <a:lnTo>
                    <a:pt x="254698" y="137108"/>
                  </a:lnTo>
                  <a:lnTo>
                    <a:pt x="287347" y="104458"/>
                  </a:lnTo>
                  <a:lnTo>
                    <a:pt x="296373" y="99774"/>
                  </a:lnTo>
                  <a:close/>
                </a:path>
                <a:path w="752475" h="452119">
                  <a:moveTo>
                    <a:pt x="626027" y="98833"/>
                  </a:moveTo>
                  <a:lnTo>
                    <a:pt x="514502" y="98833"/>
                  </a:lnTo>
                  <a:lnTo>
                    <a:pt x="567608" y="131027"/>
                  </a:lnTo>
                  <a:lnTo>
                    <a:pt x="614626" y="167192"/>
                  </a:lnTo>
                  <a:lnTo>
                    <a:pt x="654408" y="203534"/>
                  </a:lnTo>
                  <a:lnTo>
                    <a:pt x="685807" y="236258"/>
                  </a:lnTo>
                  <a:lnTo>
                    <a:pt x="652835" y="266540"/>
                  </a:lnTo>
                  <a:lnTo>
                    <a:pt x="611214" y="299911"/>
                  </a:lnTo>
                  <a:lnTo>
                    <a:pt x="562182" y="332753"/>
                  </a:lnTo>
                  <a:lnTo>
                    <a:pt x="506972" y="361446"/>
                  </a:lnTo>
                  <a:lnTo>
                    <a:pt x="629361" y="361447"/>
                  </a:lnTo>
                  <a:lnTo>
                    <a:pt x="691673" y="313315"/>
                  </a:lnTo>
                  <a:lnTo>
                    <a:pt x="741340" y="266378"/>
                  </a:lnTo>
                  <a:lnTo>
                    <a:pt x="752400" y="238846"/>
                  </a:lnTo>
                  <a:lnTo>
                    <a:pt x="750076" y="223757"/>
                  </a:lnTo>
                  <a:lnTo>
                    <a:pt x="742282" y="209902"/>
                  </a:lnTo>
                  <a:lnTo>
                    <a:pt x="720894" y="185846"/>
                  </a:lnTo>
                  <a:lnTo>
                    <a:pt x="693471" y="157599"/>
                  </a:lnTo>
                  <a:lnTo>
                    <a:pt x="660533" y="127036"/>
                  </a:lnTo>
                  <a:lnTo>
                    <a:pt x="626027" y="98833"/>
                  </a:lnTo>
                  <a:close/>
                </a:path>
              </a:pathLst>
            </a:custGeom>
            <a:solidFill>
              <a:srgbClr val="006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22777" y="2293738"/>
              <a:ext cx="188247" cy="18825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726942" y="2309622"/>
              <a:ext cx="547370" cy="154305"/>
            </a:xfrm>
            <a:custGeom>
              <a:avLst/>
              <a:gdLst/>
              <a:ahLst/>
              <a:cxnLst/>
              <a:rect l="l" t="t" r="r" b="b"/>
              <a:pathLst>
                <a:path w="547370" h="154305">
                  <a:moveTo>
                    <a:pt x="470154" y="0"/>
                  </a:moveTo>
                  <a:lnTo>
                    <a:pt x="470154" y="38480"/>
                  </a:lnTo>
                  <a:lnTo>
                    <a:pt x="0" y="38480"/>
                  </a:lnTo>
                  <a:lnTo>
                    <a:pt x="0" y="115442"/>
                  </a:lnTo>
                  <a:lnTo>
                    <a:pt x="470154" y="115442"/>
                  </a:lnTo>
                  <a:lnTo>
                    <a:pt x="470154" y="153923"/>
                  </a:lnTo>
                  <a:lnTo>
                    <a:pt x="547116" y="76961"/>
                  </a:lnTo>
                  <a:lnTo>
                    <a:pt x="470154" y="0"/>
                  </a:lnTo>
                  <a:close/>
                </a:path>
              </a:pathLst>
            </a:custGeom>
            <a:solidFill>
              <a:srgbClr val="00C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726942" y="2309622"/>
              <a:ext cx="547370" cy="154305"/>
            </a:xfrm>
            <a:custGeom>
              <a:avLst/>
              <a:gdLst/>
              <a:ahLst/>
              <a:cxnLst/>
              <a:rect l="l" t="t" r="r" b="b"/>
              <a:pathLst>
                <a:path w="547370" h="154305">
                  <a:moveTo>
                    <a:pt x="0" y="38480"/>
                  </a:moveTo>
                  <a:lnTo>
                    <a:pt x="470154" y="38480"/>
                  </a:lnTo>
                  <a:lnTo>
                    <a:pt x="470154" y="0"/>
                  </a:lnTo>
                  <a:lnTo>
                    <a:pt x="547116" y="76961"/>
                  </a:lnTo>
                  <a:lnTo>
                    <a:pt x="470154" y="153923"/>
                  </a:lnTo>
                  <a:lnTo>
                    <a:pt x="470154" y="115442"/>
                  </a:lnTo>
                  <a:lnTo>
                    <a:pt x="0" y="115442"/>
                  </a:lnTo>
                  <a:lnTo>
                    <a:pt x="0" y="38480"/>
                  </a:lnTo>
                  <a:close/>
                </a:path>
              </a:pathLst>
            </a:custGeom>
            <a:ln w="25400">
              <a:solidFill>
                <a:srgbClr val="008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7064" y="1647443"/>
              <a:ext cx="1786889" cy="564641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2563495" y="1479931"/>
            <a:ext cx="2380615" cy="5518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02130">
              <a:lnSpc>
                <a:spcPts val="207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07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Stream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7548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Streams</a:t>
            </a:r>
          </a:p>
        </p:txBody>
      </p:sp>
      <p:sp>
        <p:nvSpPr>
          <p:cNvPr id="3" name="object 3"/>
          <p:cNvSpPr/>
          <p:nvPr/>
        </p:nvSpPr>
        <p:spPr>
          <a:xfrm>
            <a:off x="4924399" y="2722371"/>
            <a:ext cx="577850" cy="403860"/>
          </a:xfrm>
          <a:custGeom>
            <a:avLst/>
            <a:gdLst/>
            <a:ahLst/>
            <a:cxnLst/>
            <a:rect l="l" t="t" r="r" b="b"/>
            <a:pathLst>
              <a:path w="577850" h="403860">
                <a:moveTo>
                  <a:pt x="577291" y="0"/>
                </a:moveTo>
                <a:lnTo>
                  <a:pt x="0" y="0"/>
                </a:lnTo>
                <a:lnTo>
                  <a:pt x="0" y="43180"/>
                </a:lnTo>
                <a:lnTo>
                  <a:pt x="0" y="129540"/>
                </a:lnTo>
                <a:lnTo>
                  <a:pt x="0" y="403860"/>
                </a:lnTo>
                <a:lnTo>
                  <a:pt x="577291" y="403860"/>
                </a:lnTo>
                <a:lnTo>
                  <a:pt x="577291" y="360680"/>
                </a:lnTo>
                <a:lnTo>
                  <a:pt x="43294" y="360680"/>
                </a:lnTo>
                <a:lnTo>
                  <a:pt x="43294" y="274320"/>
                </a:lnTo>
                <a:lnTo>
                  <a:pt x="187617" y="274320"/>
                </a:lnTo>
                <a:lnTo>
                  <a:pt x="187617" y="360413"/>
                </a:lnTo>
                <a:lnTo>
                  <a:pt x="216484" y="360413"/>
                </a:lnTo>
                <a:lnTo>
                  <a:pt x="216484" y="274320"/>
                </a:lnTo>
                <a:lnTo>
                  <a:pt x="360807" y="274320"/>
                </a:lnTo>
                <a:lnTo>
                  <a:pt x="360807" y="360413"/>
                </a:lnTo>
                <a:lnTo>
                  <a:pt x="389674" y="360413"/>
                </a:lnTo>
                <a:lnTo>
                  <a:pt x="389674" y="274320"/>
                </a:lnTo>
                <a:lnTo>
                  <a:pt x="533996" y="274320"/>
                </a:lnTo>
                <a:lnTo>
                  <a:pt x="533996" y="360413"/>
                </a:lnTo>
                <a:lnTo>
                  <a:pt x="577291" y="360413"/>
                </a:lnTo>
                <a:lnTo>
                  <a:pt x="577291" y="274320"/>
                </a:lnTo>
                <a:lnTo>
                  <a:pt x="577291" y="273812"/>
                </a:lnTo>
                <a:lnTo>
                  <a:pt x="577291" y="245110"/>
                </a:lnTo>
                <a:lnTo>
                  <a:pt x="43294" y="245110"/>
                </a:lnTo>
                <a:lnTo>
                  <a:pt x="43294" y="158750"/>
                </a:lnTo>
                <a:lnTo>
                  <a:pt x="187617" y="158750"/>
                </a:lnTo>
                <a:lnTo>
                  <a:pt x="187617" y="244944"/>
                </a:lnTo>
                <a:lnTo>
                  <a:pt x="216484" y="244944"/>
                </a:lnTo>
                <a:lnTo>
                  <a:pt x="216484" y="158750"/>
                </a:lnTo>
                <a:lnTo>
                  <a:pt x="360807" y="158750"/>
                </a:lnTo>
                <a:lnTo>
                  <a:pt x="360807" y="244944"/>
                </a:lnTo>
                <a:lnTo>
                  <a:pt x="389674" y="244944"/>
                </a:lnTo>
                <a:lnTo>
                  <a:pt x="389674" y="158750"/>
                </a:lnTo>
                <a:lnTo>
                  <a:pt x="533996" y="158750"/>
                </a:lnTo>
                <a:lnTo>
                  <a:pt x="533996" y="244944"/>
                </a:lnTo>
                <a:lnTo>
                  <a:pt x="577291" y="244944"/>
                </a:lnTo>
                <a:lnTo>
                  <a:pt x="577291" y="158750"/>
                </a:lnTo>
                <a:lnTo>
                  <a:pt x="577291" y="158343"/>
                </a:lnTo>
                <a:lnTo>
                  <a:pt x="577291" y="129540"/>
                </a:lnTo>
                <a:lnTo>
                  <a:pt x="43294" y="129540"/>
                </a:lnTo>
                <a:lnTo>
                  <a:pt x="43294" y="43180"/>
                </a:lnTo>
                <a:lnTo>
                  <a:pt x="187617" y="43180"/>
                </a:lnTo>
                <a:lnTo>
                  <a:pt x="187617" y="129489"/>
                </a:lnTo>
                <a:lnTo>
                  <a:pt x="216484" y="129489"/>
                </a:lnTo>
                <a:lnTo>
                  <a:pt x="216484" y="43180"/>
                </a:lnTo>
                <a:lnTo>
                  <a:pt x="360807" y="43180"/>
                </a:lnTo>
                <a:lnTo>
                  <a:pt x="360807" y="129489"/>
                </a:lnTo>
                <a:lnTo>
                  <a:pt x="389674" y="129489"/>
                </a:lnTo>
                <a:lnTo>
                  <a:pt x="389674" y="43180"/>
                </a:lnTo>
                <a:lnTo>
                  <a:pt x="533996" y="43180"/>
                </a:lnTo>
                <a:lnTo>
                  <a:pt x="533996" y="129489"/>
                </a:lnTo>
                <a:lnTo>
                  <a:pt x="577291" y="129489"/>
                </a:lnTo>
                <a:lnTo>
                  <a:pt x="577291" y="43180"/>
                </a:lnTo>
                <a:lnTo>
                  <a:pt x="577291" y="42887"/>
                </a:lnTo>
                <a:lnTo>
                  <a:pt x="577291" y="0"/>
                </a:lnTo>
                <a:close/>
              </a:path>
            </a:pathLst>
          </a:custGeom>
          <a:solidFill>
            <a:srgbClr val="D6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950464" y="1287780"/>
            <a:ext cx="2689225" cy="1378585"/>
            <a:chOff x="2950464" y="1287780"/>
            <a:chExt cx="2689225" cy="13785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9640" y="1287780"/>
              <a:ext cx="899922" cy="56464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924400" y="1884171"/>
              <a:ext cx="577850" cy="782320"/>
            </a:xfrm>
            <a:custGeom>
              <a:avLst/>
              <a:gdLst/>
              <a:ahLst/>
              <a:cxnLst/>
              <a:rect l="l" t="t" r="r" b="b"/>
              <a:pathLst>
                <a:path w="577850" h="782319">
                  <a:moveTo>
                    <a:pt x="577291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0" y="129540"/>
                  </a:lnTo>
                  <a:lnTo>
                    <a:pt x="0" y="781812"/>
                  </a:lnTo>
                  <a:lnTo>
                    <a:pt x="577291" y="781812"/>
                  </a:lnTo>
                  <a:lnTo>
                    <a:pt x="577291" y="738632"/>
                  </a:lnTo>
                  <a:lnTo>
                    <a:pt x="43294" y="738632"/>
                  </a:lnTo>
                  <a:lnTo>
                    <a:pt x="43294" y="652272"/>
                  </a:lnTo>
                  <a:lnTo>
                    <a:pt x="187617" y="652272"/>
                  </a:lnTo>
                  <a:lnTo>
                    <a:pt x="187617" y="738365"/>
                  </a:lnTo>
                  <a:lnTo>
                    <a:pt x="216484" y="738365"/>
                  </a:lnTo>
                  <a:lnTo>
                    <a:pt x="216484" y="652272"/>
                  </a:lnTo>
                  <a:lnTo>
                    <a:pt x="360807" y="652272"/>
                  </a:lnTo>
                  <a:lnTo>
                    <a:pt x="360807" y="738365"/>
                  </a:lnTo>
                  <a:lnTo>
                    <a:pt x="389674" y="738365"/>
                  </a:lnTo>
                  <a:lnTo>
                    <a:pt x="389674" y="652272"/>
                  </a:lnTo>
                  <a:lnTo>
                    <a:pt x="533996" y="652272"/>
                  </a:lnTo>
                  <a:lnTo>
                    <a:pt x="533996" y="738365"/>
                  </a:lnTo>
                  <a:lnTo>
                    <a:pt x="577291" y="738365"/>
                  </a:lnTo>
                  <a:lnTo>
                    <a:pt x="577291" y="652272"/>
                  </a:lnTo>
                  <a:lnTo>
                    <a:pt x="577291" y="651764"/>
                  </a:lnTo>
                  <a:lnTo>
                    <a:pt x="577291" y="623062"/>
                  </a:lnTo>
                  <a:lnTo>
                    <a:pt x="43294" y="623062"/>
                  </a:lnTo>
                  <a:lnTo>
                    <a:pt x="43294" y="536702"/>
                  </a:lnTo>
                  <a:lnTo>
                    <a:pt x="187617" y="536702"/>
                  </a:lnTo>
                  <a:lnTo>
                    <a:pt x="187617" y="622896"/>
                  </a:lnTo>
                  <a:lnTo>
                    <a:pt x="216484" y="622896"/>
                  </a:lnTo>
                  <a:lnTo>
                    <a:pt x="216484" y="536702"/>
                  </a:lnTo>
                  <a:lnTo>
                    <a:pt x="360807" y="536702"/>
                  </a:lnTo>
                  <a:lnTo>
                    <a:pt x="360807" y="622896"/>
                  </a:lnTo>
                  <a:lnTo>
                    <a:pt x="389674" y="622896"/>
                  </a:lnTo>
                  <a:lnTo>
                    <a:pt x="389674" y="536702"/>
                  </a:lnTo>
                  <a:lnTo>
                    <a:pt x="533996" y="536702"/>
                  </a:lnTo>
                  <a:lnTo>
                    <a:pt x="533996" y="622896"/>
                  </a:lnTo>
                  <a:lnTo>
                    <a:pt x="577291" y="622896"/>
                  </a:lnTo>
                  <a:lnTo>
                    <a:pt x="577291" y="536702"/>
                  </a:lnTo>
                  <a:lnTo>
                    <a:pt x="577291" y="536295"/>
                  </a:lnTo>
                  <a:lnTo>
                    <a:pt x="577291" y="507492"/>
                  </a:lnTo>
                  <a:lnTo>
                    <a:pt x="43294" y="507492"/>
                  </a:lnTo>
                  <a:lnTo>
                    <a:pt x="43294" y="421132"/>
                  </a:lnTo>
                  <a:lnTo>
                    <a:pt x="187617" y="421132"/>
                  </a:lnTo>
                  <a:lnTo>
                    <a:pt x="187617" y="507441"/>
                  </a:lnTo>
                  <a:lnTo>
                    <a:pt x="216484" y="507441"/>
                  </a:lnTo>
                  <a:lnTo>
                    <a:pt x="216484" y="421132"/>
                  </a:lnTo>
                  <a:lnTo>
                    <a:pt x="360807" y="421132"/>
                  </a:lnTo>
                  <a:lnTo>
                    <a:pt x="360807" y="507441"/>
                  </a:lnTo>
                  <a:lnTo>
                    <a:pt x="389674" y="507441"/>
                  </a:lnTo>
                  <a:lnTo>
                    <a:pt x="389674" y="421132"/>
                  </a:lnTo>
                  <a:lnTo>
                    <a:pt x="533996" y="421132"/>
                  </a:lnTo>
                  <a:lnTo>
                    <a:pt x="533996" y="507441"/>
                  </a:lnTo>
                  <a:lnTo>
                    <a:pt x="577291" y="507441"/>
                  </a:lnTo>
                  <a:lnTo>
                    <a:pt x="577291" y="360680"/>
                  </a:lnTo>
                  <a:lnTo>
                    <a:pt x="43294" y="360680"/>
                  </a:lnTo>
                  <a:lnTo>
                    <a:pt x="43294" y="274320"/>
                  </a:lnTo>
                  <a:lnTo>
                    <a:pt x="187617" y="274320"/>
                  </a:lnTo>
                  <a:lnTo>
                    <a:pt x="187617" y="360413"/>
                  </a:lnTo>
                  <a:lnTo>
                    <a:pt x="216484" y="360413"/>
                  </a:lnTo>
                  <a:lnTo>
                    <a:pt x="216484" y="274320"/>
                  </a:lnTo>
                  <a:lnTo>
                    <a:pt x="360807" y="274320"/>
                  </a:lnTo>
                  <a:lnTo>
                    <a:pt x="360807" y="360413"/>
                  </a:lnTo>
                  <a:lnTo>
                    <a:pt x="389674" y="360413"/>
                  </a:lnTo>
                  <a:lnTo>
                    <a:pt x="389674" y="274320"/>
                  </a:lnTo>
                  <a:lnTo>
                    <a:pt x="533996" y="274320"/>
                  </a:lnTo>
                  <a:lnTo>
                    <a:pt x="533996" y="360413"/>
                  </a:lnTo>
                  <a:lnTo>
                    <a:pt x="577291" y="360413"/>
                  </a:lnTo>
                  <a:lnTo>
                    <a:pt x="577291" y="274320"/>
                  </a:lnTo>
                  <a:lnTo>
                    <a:pt x="577291" y="273812"/>
                  </a:lnTo>
                  <a:lnTo>
                    <a:pt x="577291" y="245110"/>
                  </a:lnTo>
                  <a:lnTo>
                    <a:pt x="43294" y="245110"/>
                  </a:lnTo>
                  <a:lnTo>
                    <a:pt x="43294" y="158750"/>
                  </a:lnTo>
                  <a:lnTo>
                    <a:pt x="187617" y="158750"/>
                  </a:lnTo>
                  <a:lnTo>
                    <a:pt x="187617" y="244944"/>
                  </a:lnTo>
                  <a:lnTo>
                    <a:pt x="216484" y="244944"/>
                  </a:lnTo>
                  <a:lnTo>
                    <a:pt x="216484" y="158750"/>
                  </a:lnTo>
                  <a:lnTo>
                    <a:pt x="360807" y="158750"/>
                  </a:lnTo>
                  <a:lnTo>
                    <a:pt x="360807" y="244944"/>
                  </a:lnTo>
                  <a:lnTo>
                    <a:pt x="389674" y="244944"/>
                  </a:lnTo>
                  <a:lnTo>
                    <a:pt x="389674" y="158750"/>
                  </a:lnTo>
                  <a:lnTo>
                    <a:pt x="533996" y="158750"/>
                  </a:lnTo>
                  <a:lnTo>
                    <a:pt x="533996" y="244944"/>
                  </a:lnTo>
                  <a:lnTo>
                    <a:pt x="577291" y="244944"/>
                  </a:lnTo>
                  <a:lnTo>
                    <a:pt x="577291" y="158750"/>
                  </a:lnTo>
                  <a:lnTo>
                    <a:pt x="577291" y="158343"/>
                  </a:lnTo>
                  <a:lnTo>
                    <a:pt x="577291" y="129540"/>
                  </a:lnTo>
                  <a:lnTo>
                    <a:pt x="43294" y="129540"/>
                  </a:lnTo>
                  <a:lnTo>
                    <a:pt x="43294" y="43180"/>
                  </a:lnTo>
                  <a:lnTo>
                    <a:pt x="187617" y="43180"/>
                  </a:lnTo>
                  <a:lnTo>
                    <a:pt x="187617" y="129489"/>
                  </a:lnTo>
                  <a:lnTo>
                    <a:pt x="216484" y="129489"/>
                  </a:lnTo>
                  <a:lnTo>
                    <a:pt x="216484" y="43180"/>
                  </a:lnTo>
                  <a:lnTo>
                    <a:pt x="360807" y="43180"/>
                  </a:lnTo>
                  <a:lnTo>
                    <a:pt x="360807" y="129489"/>
                  </a:lnTo>
                  <a:lnTo>
                    <a:pt x="389674" y="129489"/>
                  </a:lnTo>
                  <a:lnTo>
                    <a:pt x="389674" y="43180"/>
                  </a:lnTo>
                  <a:lnTo>
                    <a:pt x="533996" y="43180"/>
                  </a:lnTo>
                  <a:lnTo>
                    <a:pt x="533996" y="129489"/>
                  </a:lnTo>
                  <a:lnTo>
                    <a:pt x="577291" y="129489"/>
                  </a:lnTo>
                  <a:lnTo>
                    <a:pt x="577291" y="43180"/>
                  </a:lnTo>
                  <a:lnTo>
                    <a:pt x="577291" y="42887"/>
                  </a:lnTo>
                  <a:lnTo>
                    <a:pt x="577291" y="0"/>
                  </a:lnTo>
                  <a:close/>
                </a:path>
              </a:pathLst>
            </a:custGeom>
            <a:solidFill>
              <a:srgbClr val="66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74160" y="2023276"/>
              <a:ext cx="752475" cy="452120"/>
            </a:xfrm>
            <a:custGeom>
              <a:avLst/>
              <a:gdLst/>
              <a:ahLst/>
              <a:cxnLst/>
              <a:rect l="l" t="t" r="r" b="b"/>
              <a:pathLst>
                <a:path w="752475" h="452119">
                  <a:moveTo>
                    <a:pt x="376140" y="0"/>
                  </a:moveTo>
                  <a:lnTo>
                    <a:pt x="321007" y="5091"/>
                  </a:lnTo>
                  <a:lnTo>
                    <a:pt x="268276" y="19114"/>
                  </a:lnTo>
                  <a:lnTo>
                    <a:pt x="218465" y="40195"/>
                  </a:lnTo>
                  <a:lnTo>
                    <a:pt x="172094" y="66459"/>
                  </a:lnTo>
                  <a:lnTo>
                    <a:pt x="129682" y="96031"/>
                  </a:lnTo>
                  <a:lnTo>
                    <a:pt x="91747" y="127036"/>
                  </a:lnTo>
                  <a:lnTo>
                    <a:pt x="58809" y="157599"/>
                  </a:lnTo>
                  <a:lnTo>
                    <a:pt x="31386" y="185846"/>
                  </a:lnTo>
                  <a:lnTo>
                    <a:pt x="2220" y="223624"/>
                  </a:lnTo>
                  <a:lnTo>
                    <a:pt x="0" y="238493"/>
                  </a:lnTo>
                  <a:lnTo>
                    <a:pt x="3249" y="253186"/>
                  </a:lnTo>
                  <a:lnTo>
                    <a:pt x="33514" y="288108"/>
                  </a:lnTo>
                  <a:lnTo>
                    <a:pt x="93978" y="340390"/>
                  </a:lnTo>
                  <a:lnTo>
                    <a:pt x="131786" y="367720"/>
                  </a:lnTo>
                  <a:lnTo>
                    <a:pt x="173964" y="393695"/>
                  </a:lnTo>
                  <a:lnTo>
                    <a:pt x="219999" y="416702"/>
                  </a:lnTo>
                  <a:lnTo>
                    <a:pt x="269381" y="435131"/>
                  </a:lnTo>
                  <a:lnTo>
                    <a:pt x="321599" y="447370"/>
                  </a:lnTo>
                  <a:lnTo>
                    <a:pt x="376140" y="451808"/>
                  </a:lnTo>
                  <a:lnTo>
                    <a:pt x="430683" y="447370"/>
                  </a:lnTo>
                  <a:lnTo>
                    <a:pt x="482909" y="435131"/>
                  </a:lnTo>
                  <a:lnTo>
                    <a:pt x="532316" y="416702"/>
                  </a:lnTo>
                  <a:lnTo>
                    <a:pt x="578399" y="393695"/>
                  </a:lnTo>
                  <a:lnTo>
                    <a:pt x="606361" y="376507"/>
                  </a:lnTo>
                  <a:lnTo>
                    <a:pt x="376140" y="376507"/>
                  </a:lnTo>
                  <a:lnTo>
                    <a:pt x="328672" y="368796"/>
                  </a:lnTo>
                  <a:lnTo>
                    <a:pt x="314510" y="361446"/>
                  </a:lnTo>
                  <a:lnTo>
                    <a:pt x="245308" y="361446"/>
                  </a:lnTo>
                  <a:lnTo>
                    <a:pt x="189966" y="332752"/>
                  </a:lnTo>
                  <a:lnTo>
                    <a:pt x="140713" y="299911"/>
                  </a:lnTo>
                  <a:lnTo>
                    <a:pt x="99049" y="266540"/>
                  </a:lnTo>
                  <a:lnTo>
                    <a:pt x="66473" y="236258"/>
                  </a:lnTo>
                  <a:lnTo>
                    <a:pt x="83062" y="218241"/>
                  </a:lnTo>
                  <a:lnTo>
                    <a:pt x="118359" y="183973"/>
                  </a:lnTo>
                  <a:lnTo>
                    <a:pt x="160729" y="148485"/>
                  </a:lnTo>
                  <a:lnTo>
                    <a:pt x="210526" y="114599"/>
                  </a:lnTo>
                  <a:lnTo>
                    <a:pt x="236837" y="99774"/>
                  </a:lnTo>
                  <a:lnTo>
                    <a:pt x="296373" y="99774"/>
                  </a:lnTo>
                  <a:lnTo>
                    <a:pt x="328672" y="83012"/>
                  </a:lnTo>
                  <a:lnTo>
                    <a:pt x="376140" y="75301"/>
                  </a:lnTo>
                  <a:lnTo>
                    <a:pt x="592867" y="75301"/>
                  </a:lnTo>
                  <a:lnTo>
                    <a:pt x="580186" y="66459"/>
                  </a:lnTo>
                  <a:lnTo>
                    <a:pt x="533815" y="40195"/>
                  </a:lnTo>
                  <a:lnTo>
                    <a:pt x="484004" y="19114"/>
                  </a:lnTo>
                  <a:lnTo>
                    <a:pt x="431273" y="5091"/>
                  </a:lnTo>
                  <a:lnTo>
                    <a:pt x="376140" y="0"/>
                  </a:lnTo>
                  <a:close/>
                </a:path>
                <a:path w="752475" h="452119">
                  <a:moveTo>
                    <a:pt x="592867" y="75301"/>
                  </a:moveTo>
                  <a:lnTo>
                    <a:pt x="376140" y="75301"/>
                  </a:lnTo>
                  <a:lnTo>
                    <a:pt x="423609" y="83012"/>
                  </a:lnTo>
                  <a:lnTo>
                    <a:pt x="464933" y="104458"/>
                  </a:lnTo>
                  <a:lnTo>
                    <a:pt x="497582" y="137108"/>
                  </a:lnTo>
                  <a:lnTo>
                    <a:pt x="519028" y="178434"/>
                  </a:lnTo>
                  <a:lnTo>
                    <a:pt x="526738" y="225904"/>
                  </a:lnTo>
                  <a:lnTo>
                    <a:pt x="519028" y="273374"/>
                  </a:lnTo>
                  <a:lnTo>
                    <a:pt x="497582" y="314699"/>
                  </a:lnTo>
                  <a:lnTo>
                    <a:pt x="464933" y="347350"/>
                  </a:lnTo>
                  <a:lnTo>
                    <a:pt x="423609" y="368796"/>
                  </a:lnTo>
                  <a:lnTo>
                    <a:pt x="376140" y="376507"/>
                  </a:lnTo>
                  <a:lnTo>
                    <a:pt x="606361" y="376507"/>
                  </a:lnTo>
                  <a:lnTo>
                    <a:pt x="620655" y="367720"/>
                  </a:lnTo>
                  <a:lnTo>
                    <a:pt x="629361" y="361447"/>
                  </a:lnTo>
                  <a:lnTo>
                    <a:pt x="506972" y="361446"/>
                  </a:lnTo>
                  <a:lnTo>
                    <a:pt x="537803" y="322780"/>
                  </a:lnTo>
                  <a:lnTo>
                    <a:pt x="541350" y="314699"/>
                  </a:lnTo>
                  <a:lnTo>
                    <a:pt x="556926" y="278964"/>
                  </a:lnTo>
                  <a:lnTo>
                    <a:pt x="557032" y="278719"/>
                  </a:lnTo>
                  <a:lnTo>
                    <a:pt x="564314" y="232375"/>
                  </a:lnTo>
                  <a:lnTo>
                    <a:pt x="564388" y="231904"/>
                  </a:lnTo>
                  <a:lnTo>
                    <a:pt x="559932" y="185846"/>
                  </a:lnTo>
                  <a:lnTo>
                    <a:pt x="559821" y="184697"/>
                  </a:lnTo>
                  <a:lnTo>
                    <a:pt x="543227" y="139529"/>
                  </a:lnTo>
                  <a:lnTo>
                    <a:pt x="514502" y="98833"/>
                  </a:lnTo>
                  <a:lnTo>
                    <a:pt x="626027" y="98833"/>
                  </a:lnTo>
                  <a:lnTo>
                    <a:pt x="622598" y="96031"/>
                  </a:lnTo>
                  <a:lnTo>
                    <a:pt x="592867" y="75301"/>
                  </a:lnTo>
                  <a:close/>
                </a:path>
                <a:path w="752475" h="452119">
                  <a:moveTo>
                    <a:pt x="296373" y="99774"/>
                  </a:moveTo>
                  <a:lnTo>
                    <a:pt x="236837" y="99774"/>
                  </a:lnTo>
                  <a:lnTo>
                    <a:pt x="208508" y="140401"/>
                  </a:lnTo>
                  <a:lnTo>
                    <a:pt x="192180" y="185394"/>
                  </a:lnTo>
                  <a:lnTo>
                    <a:pt x="187819" y="231904"/>
                  </a:lnTo>
                  <a:lnTo>
                    <a:pt x="187775" y="232375"/>
                  </a:lnTo>
                  <a:lnTo>
                    <a:pt x="195174" y="278719"/>
                  </a:lnTo>
                  <a:lnTo>
                    <a:pt x="195213" y="278963"/>
                  </a:lnTo>
                  <a:lnTo>
                    <a:pt x="214417" y="322780"/>
                  </a:lnTo>
                  <a:lnTo>
                    <a:pt x="245308" y="361446"/>
                  </a:lnTo>
                  <a:lnTo>
                    <a:pt x="314510" y="361446"/>
                  </a:lnTo>
                  <a:lnTo>
                    <a:pt x="287348" y="347350"/>
                  </a:lnTo>
                  <a:lnTo>
                    <a:pt x="254698" y="314699"/>
                  </a:lnTo>
                  <a:lnTo>
                    <a:pt x="233253" y="273374"/>
                  </a:lnTo>
                  <a:lnTo>
                    <a:pt x="225542" y="225904"/>
                  </a:lnTo>
                  <a:lnTo>
                    <a:pt x="233253" y="178434"/>
                  </a:lnTo>
                  <a:lnTo>
                    <a:pt x="254698" y="137108"/>
                  </a:lnTo>
                  <a:lnTo>
                    <a:pt x="287348" y="104458"/>
                  </a:lnTo>
                  <a:lnTo>
                    <a:pt x="296373" y="99774"/>
                  </a:lnTo>
                  <a:close/>
                </a:path>
                <a:path w="752475" h="452119">
                  <a:moveTo>
                    <a:pt x="626027" y="98833"/>
                  </a:moveTo>
                  <a:lnTo>
                    <a:pt x="514502" y="98833"/>
                  </a:lnTo>
                  <a:lnTo>
                    <a:pt x="567608" y="131027"/>
                  </a:lnTo>
                  <a:lnTo>
                    <a:pt x="614626" y="167192"/>
                  </a:lnTo>
                  <a:lnTo>
                    <a:pt x="654408" y="203534"/>
                  </a:lnTo>
                  <a:lnTo>
                    <a:pt x="685807" y="236258"/>
                  </a:lnTo>
                  <a:lnTo>
                    <a:pt x="652835" y="266540"/>
                  </a:lnTo>
                  <a:lnTo>
                    <a:pt x="611214" y="299911"/>
                  </a:lnTo>
                  <a:lnTo>
                    <a:pt x="562182" y="332753"/>
                  </a:lnTo>
                  <a:lnTo>
                    <a:pt x="506972" y="361446"/>
                  </a:lnTo>
                  <a:lnTo>
                    <a:pt x="629361" y="361447"/>
                  </a:lnTo>
                  <a:lnTo>
                    <a:pt x="691673" y="313315"/>
                  </a:lnTo>
                  <a:lnTo>
                    <a:pt x="741340" y="266378"/>
                  </a:lnTo>
                  <a:lnTo>
                    <a:pt x="752400" y="238846"/>
                  </a:lnTo>
                  <a:lnTo>
                    <a:pt x="750076" y="223757"/>
                  </a:lnTo>
                  <a:lnTo>
                    <a:pt x="742282" y="209902"/>
                  </a:lnTo>
                  <a:lnTo>
                    <a:pt x="720894" y="185846"/>
                  </a:lnTo>
                  <a:lnTo>
                    <a:pt x="693471" y="157599"/>
                  </a:lnTo>
                  <a:lnTo>
                    <a:pt x="660533" y="127036"/>
                  </a:lnTo>
                  <a:lnTo>
                    <a:pt x="626027" y="98833"/>
                  </a:lnTo>
                  <a:close/>
                </a:path>
              </a:pathLst>
            </a:custGeom>
            <a:solidFill>
              <a:srgbClr val="006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6177" y="2155054"/>
              <a:ext cx="188247" cy="18825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260342" y="2170938"/>
              <a:ext cx="547370" cy="154305"/>
            </a:xfrm>
            <a:custGeom>
              <a:avLst/>
              <a:gdLst/>
              <a:ahLst/>
              <a:cxnLst/>
              <a:rect l="l" t="t" r="r" b="b"/>
              <a:pathLst>
                <a:path w="547370" h="154305">
                  <a:moveTo>
                    <a:pt x="470154" y="0"/>
                  </a:moveTo>
                  <a:lnTo>
                    <a:pt x="470154" y="38481"/>
                  </a:lnTo>
                  <a:lnTo>
                    <a:pt x="0" y="38481"/>
                  </a:lnTo>
                  <a:lnTo>
                    <a:pt x="0" y="115443"/>
                  </a:lnTo>
                  <a:lnTo>
                    <a:pt x="470154" y="115443"/>
                  </a:lnTo>
                  <a:lnTo>
                    <a:pt x="470154" y="153924"/>
                  </a:lnTo>
                  <a:lnTo>
                    <a:pt x="547116" y="76962"/>
                  </a:lnTo>
                  <a:lnTo>
                    <a:pt x="470154" y="0"/>
                  </a:lnTo>
                  <a:close/>
                </a:path>
              </a:pathLst>
            </a:custGeom>
            <a:solidFill>
              <a:srgbClr val="00C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60342" y="2170938"/>
              <a:ext cx="547370" cy="154305"/>
            </a:xfrm>
            <a:custGeom>
              <a:avLst/>
              <a:gdLst/>
              <a:ahLst/>
              <a:cxnLst/>
              <a:rect l="l" t="t" r="r" b="b"/>
              <a:pathLst>
                <a:path w="547370" h="154305">
                  <a:moveTo>
                    <a:pt x="0" y="38481"/>
                  </a:moveTo>
                  <a:lnTo>
                    <a:pt x="470154" y="38481"/>
                  </a:lnTo>
                  <a:lnTo>
                    <a:pt x="470154" y="0"/>
                  </a:lnTo>
                  <a:lnTo>
                    <a:pt x="547116" y="76962"/>
                  </a:lnTo>
                  <a:lnTo>
                    <a:pt x="470154" y="153924"/>
                  </a:lnTo>
                  <a:lnTo>
                    <a:pt x="470154" y="115443"/>
                  </a:lnTo>
                  <a:lnTo>
                    <a:pt x="0" y="115443"/>
                  </a:lnTo>
                  <a:lnTo>
                    <a:pt x="0" y="38481"/>
                  </a:lnTo>
                  <a:close/>
                </a:path>
              </a:pathLst>
            </a:custGeom>
            <a:ln w="25400">
              <a:solidFill>
                <a:srgbClr val="008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50464" y="1508760"/>
              <a:ext cx="1786889" cy="56464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096895" y="1340865"/>
            <a:ext cx="2380615" cy="552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02130">
              <a:lnSpc>
                <a:spcPts val="207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07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Stream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446120" y="2726935"/>
            <a:ext cx="1124585" cy="407034"/>
            <a:chOff x="3446120" y="2726935"/>
            <a:chExt cx="1124585" cy="407034"/>
          </a:xfrm>
        </p:grpSpPr>
        <p:sp>
          <p:nvSpPr>
            <p:cNvPr id="14" name="object 14"/>
            <p:cNvSpPr/>
            <p:nvPr/>
          </p:nvSpPr>
          <p:spPr>
            <a:xfrm>
              <a:off x="3446119" y="2726943"/>
              <a:ext cx="577850" cy="403860"/>
            </a:xfrm>
            <a:custGeom>
              <a:avLst/>
              <a:gdLst/>
              <a:ahLst/>
              <a:cxnLst/>
              <a:rect l="l" t="t" r="r" b="b"/>
              <a:pathLst>
                <a:path w="577850" h="403860">
                  <a:moveTo>
                    <a:pt x="577291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0" y="129540"/>
                  </a:lnTo>
                  <a:lnTo>
                    <a:pt x="0" y="403860"/>
                  </a:lnTo>
                  <a:lnTo>
                    <a:pt x="577291" y="403860"/>
                  </a:lnTo>
                  <a:lnTo>
                    <a:pt x="577291" y="360680"/>
                  </a:lnTo>
                  <a:lnTo>
                    <a:pt x="43294" y="360680"/>
                  </a:lnTo>
                  <a:lnTo>
                    <a:pt x="43294" y="274320"/>
                  </a:lnTo>
                  <a:lnTo>
                    <a:pt x="187617" y="274320"/>
                  </a:lnTo>
                  <a:lnTo>
                    <a:pt x="187617" y="360413"/>
                  </a:lnTo>
                  <a:lnTo>
                    <a:pt x="216484" y="360413"/>
                  </a:lnTo>
                  <a:lnTo>
                    <a:pt x="216484" y="274320"/>
                  </a:lnTo>
                  <a:lnTo>
                    <a:pt x="360807" y="274320"/>
                  </a:lnTo>
                  <a:lnTo>
                    <a:pt x="360807" y="360413"/>
                  </a:lnTo>
                  <a:lnTo>
                    <a:pt x="389674" y="360413"/>
                  </a:lnTo>
                  <a:lnTo>
                    <a:pt x="389674" y="274320"/>
                  </a:lnTo>
                  <a:lnTo>
                    <a:pt x="533996" y="274320"/>
                  </a:lnTo>
                  <a:lnTo>
                    <a:pt x="533996" y="360413"/>
                  </a:lnTo>
                  <a:lnTo>
                    <a:pt x="577291" y="360413"/>
                  </a:lnTo>
                  <a:lnTo>
                    <a:pt x="577291" y="274320"/>
                  </a:lnTo>
                  <a:lnTo>
                    <a:pt x="577291" y="273812"/>
                  </a:lnTo>
                  <a:lnTo>
                    <a:pt x="577291" y="245110"/>
                  </a:lnTo>
                  <a:lnTo>
                    <a:pt x="43294" y="245110"/>
                  </a:lnTo>
                  <a:lnTo>
                    <a:pt x="43294" y="158750"/>
                  </a:lnTo>
                  <a:lnTo>
                    <a:pt x="187617" y="158750"/>
                  </a:lnTo>
                  <a:lnTo>
                    <a:pt x="187617" y="244944"/>
                  </a:lnTo>
                  <a:lnTo>
                    <a:pt x="216484" y="244944"/>
                  </a:lnTo>
                  <a:lnTo>
                    <a:pt x="216484" y="158750"/>
                  </a:lnTo>
                  <a:lnTo>
                    <a:pt x="360807" y="158750"/>
                  </a:lnTo>
                  <a:lnTo>
                    <a:pt x="360807" y="244944"/>
                  </a:lnTo>
                  <a:lnTo>
                    <a:pt x="389674" y="244944"/>
                  </a:lnTo>
                  <a:lnTo>
                    <a:pt x="389674" y="158750"/>
                  </a:lnTo>
                  <a:lnTo>
                    <a:pt x="533996" y="158750"/>
                  </a:lnTo>
                  <a:lnTo>
                    <a:pt x="533996" y="244944"/>
                  </a:lnTo>
                  <a:lnTo>
                    <a:pt x="577291" y="244944"/>
                  </a:lnTo>
                  <a:lnTo>
                    <a:pt x="577291" y="158750"/>
                  </a:lnTo>
                  <a:lnTo>
                    <a:pt x="577291" y="158343"/>
                  </a:lnTo>
                  <a:lnTo>
                    <a:pt x="577291" y="129540"/>
                  </a:lnTo>
                  <a:lnTo>
                    <a:pt x="43294" y="129540"/>
                  </a:lnTo>
                  <a:lnTo>
                    <a:pt x="43294" y="43180"/>
                  </a:lnTo>
                  <a:lnTo>
                    <a:pt x="187617" y="43180"/>
                  </a:lnTo>
                  <a:lnTo>
                    <a:pt x="187617" y="129489"/>
                  </a:lnTo>
                  <a:lnTo>
                    <a:pt x="216484" y="129489"/>
                  </a:lnTo>
                  <a:lnTo>
                    <a:pt x="216484" y="43180"/>
                  </a:lnTo>
                  <a:lnTo>
                    <a:pt x="360807" y="43180"/>
                  </a:lnTo>
                  <a:lnTo>
                    <a:pt x="360807" y="129489"/>
                  </a:lnTo>
                  <a:lnTo>
                    <a:pt x="389674" y="129489"/>
                  </a:lnTo>
                  <a:lnTo>
                    <a:pt x="389674" y="43180"/>
                  </a:lnTo>
                  <a:lnTo>
                    <a:pt x="533996" y="43180"/>
                  </a:lnTo>
                  <a:lnTo>
                    <a:pt x="533996" y="129489"/>
                  </a:lnTo>
                  <a:lnTo>
                    <a:pt x="577291" y="129489"/>
                  </a:lnTo>
                  <a:lnTo>
                    <a:pt x="577291" y="43180"/>
                  </a:lnTo>
                  <a:lnTo>
                    <a:pt x="577291" y="42887"/>
                  </a:lnTo>
                  <a:lnTo>
                    <a:pt x="577291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93235" y="2729991"/>
              <a:ext cx="577850" cy="403860"/>
            </a:xfrm>
            <a:custGeom>
              <a:avLst/>
              <a:gdLst/>
              <a:ahLst/>
              <a:cxnLst/>
              <a:rect l="l" t="t" r="r" b="b"/>
              <a:pathLst>
                <a:path w="577850" h="403860">
                  <a:moveTo>
                    <a:pt x="577291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0" y="129540"/>
                  </a:lnTo>
                  <a:lnTo>
                    <a:pt x="0" y="403860"/>
                  </a:lnTo>
                  <a:lnTo>
                    <a:pt x="577291" y="403860"/>
                  </a:lnTo>
                  <a:lnTo>
                    <a:pt x="577291" y="360680"/>
                  </a:lnTo>
                  <a:lnTo>
                    <a:pt x="43294" y="360680"/>
                  </a:lnTo>
                  <a:lnTo>
                    <a:pt x="43294" y="274320"/>
                  </a:lnTo>
                  <a:lnTo>
                    <a:pt x="187617" y="274320"/>
                  </a:lnTo>
                  <a:lnTo>
                    <a:pt x="187617" y="360413"/>
                  </a:lnTo>
                  <a:lnTo>
                    <a:pt x="216484" y="360413"/>
                  </a:lnTo>
                  <a:lnTo>
                    <a:pt x="216484" y="274320"/>
                  </a:lnTo>
                  <a:lnTo>
                    <a:pt x="360807" y="274320"/>
                  </a:lnTo>
                  <a:lnTo>
                    <a:pt x="360807" y="360413"/>
                  </a:lnTo>
                  <a:lnTo>
                    <a:pt x="389674" y="360413"/>
                  </a:lnTo>
                  <a:lnTo>
                    <a:pt x="389674" y="274320"/>
                  </a:lnTo>
                  <a:lnTo>
                    <a:pt x="533996" y="274320"/>
                  </a:lnTo>
                  <a:lnTo>
                    <a:pt x="533996" y="360413"/>
                  </a:lnTo>
                  <a:lnTo>
                    <a:pt x="577291" y="360413"/>
                  </a:lnTo>
                  <a:lnTo>
                    <a:pt x="577291" y="274320"/>
                  </a:lnTo>
                  <a:lnTo>
                    <a:pt x="577291" y="273812"/>
                  </a:lnTo>
                  <a:lnTo>
                    <a:pt x="577291" y="245110"/>
                  </a:lnTo>
                  <a:lnTo>
                    <a:pt x="43294" y="245110"/>
                  </a:lnTo>
                  <a:lnTo>
                    <a:pt x="43294" y="158750"/>
                  </a:lnTo>
                  <a:lnTo>
                    <a:pt x="187617" y="158750"/>
                  </a:lnTo>
                  <a:lnTo>
                    <a:pt x="187617" y="244944"/>
                  </a:lnTo>
                  <a:lnTo>
                    <a:pt x="216484" y="244944"/>
                  </a:lnTo>
                  <a:lnTo>
                    <a:pt x="216484" y="158750"/>
                  </a:lnTo>
                  <a:lnTo>
                    <a:pt x="360807" y="158750"/>
                  </a:lnTo>
                  <a:lnTo>
                    <a:pt x="360807" y="244944"/>
                  </a:lnTo>
                  <a:lnTo>
                    <a:pt x="389674" y="244944"/>
                  </a:lnTo>
                  <a:lnTo>
                    <a:pt x="389674" y="158750"/>
                  </a:lnTo>
                  <a:lnTo>
                    <a:pt x="533996" y="158750"/>
                  </a:lnTo>
                  <a:lnTo>
                    <a:pt x="533996" y="244944"/>
                  </a:lnTo>
                  <a:lnTo>
                    <a:pt x="577291" y="244944"/>
                  </a:lnTo>
                  <a:lnTo>
                    <a:pt x="577291" y="158750"/>
                  </a:lnTo>
                  <a:lnTo>
                    <a:pt x="577291" y="158343"/>
                  </a:lnTo>
                  <a:lnTo>
                    <a:pt x="577291" y="129540"/>
                  </a:lnTo>
                  <a:lnTo>
                    <a:pt x="43294" y="129540"/>
                  </a:lnTo>
                  <a:lnTo>
                    <a:pt x="43294" y="43180"/>
                  </a:lnTo>
                  <a:lnTo>
                    <a:pt x="187617" y="43180"/>
                  </a:lnTo>
                  <a:lnTo>
                    <a:pt x="187617" y="129489"/>
                  </a:lnTo>
                  <a:lnTo>
                    <a:pt x="216484" y="129489"/>
                  </a:lnTo>
                  <a:lnTo>
                    <a:pt x="216484" y="43180"/>
                  </a:lnTo>
                  <a:lnTo>
                    <a:pt x="360807" y="43180"/>
                  </a:lnTo>
                  <a:lnTo>
                    <a:pt x="360807" y="129489"/>
                  </a:lnTo>
                  <a:lnTo>
                    <a:pt x="389674" y="129489"/>
                  </a:lnTo>
                  <a:lnTo>
                    <a:pt x="389674" y="43180"/>
                  </a:lnTo>
                  <a:lnTo>
                    <a:pt x="533996" y="43180"/>
                  </a:lnTo>
                  <a:lnTo>
                    <a:pt x="533996" y="129489"/>
                  </a:lnTo>
                  <a:lnTo>
                    <a:pt x="577291" y="129489"/>
                  </a:lnTo>
                  <a:lnTo>
                    <a:pt x="577291" y="43180"/>
                  </a:lnTo>
                  <a:lnTo>
                    <a:pt x="577291" y="42887"/>
                  </a:lnTo>
                  <a:lnTo>
                    <a:pt x="577291" y="0"/>
                  </a:lnTo>
                  <a:close/>
                </a:path>
              </a:pathLst>
            </a:custGeom>
            <a:solidFill>
              <a:srgbClr val="0092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189732" y="3361944"/>
            <a:ext cx="2535555" cy="1176020"/>
            <a:chOff x="3189732" y="3361944"/>
            <a:chExt cx="2535555" cy="117602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89732" y="3361944"/>
              <a:ext cx="2510790" cy="56464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89732" y="3666744"/>
              <a:ext cx="2503170" cy="56464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89732" y="3973068"/>
              <a:ext cx="2535173" cy="564641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336416" y="3415106"/>
            <a:ext cx="2225675" cy="942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299"/>
              </a:lnSpc>
              <a:spcBef>
                <a:spcPts val="100"/>
              </a:spcBef>
            </a:pPr>
            <a:r>
              <a:rPr sz="2000" spc="-10" dirty="0">
                <a:solidFill>
                  <a:srgbClr val="66DBFF"/>
                </a:solidFill>
                <a:latin typeface="Calibri"/>
                <a:cs typeface="Calibri"/>
              </a:rPr>
              <a:t>METADATA$ACTION METADATA$UPDATE METADATA$ROW_ID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7548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Streams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9800" y="2988564"/>
            <a:ext cx="4953000" cy="79565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996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85"/>
              </a:spcBef>
            </a:pPr>
            <a:endParaRPr sz="1400">
              <a:latin typeface="Times New Roman"/>
              <a:cs typeface="Times New Roman"/>
            </a:endParaRPr>
          </a:p>
          <a:p>
            <a:pPr marL="745490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SELECT</a:t>
            </a:r>
            <a:r>
              <a:rPr sz="1400" spc="-6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*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FROM</a:t>
            </a:r>
            <a:r>
              <a:rPr sz="1400" spc="-35" dirty="0">
                <a:latin typeface="Courier New"/>
                <a:cs typeface="Courier New"/>
              </a:rPr>
              <a:t> </a:t>
            </a:r>
            <a:r>
              <a:rPr sz="1400" i="1" dirty="0">
                <a:solidFill>
                  <a:srgbClr val="009999"/>
                </a:solidFill>
                <a:latin typeface="Courier New"/>
                <a:cs typeface="Courier New"/>
              </a:rPr>
              <a:t>&lt;stream</a:t>
            </a:r>
            <a:r>
              <a:rPr sz="1400" i="1" spc="-45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400" i="1" spc="-10" dirty="0">
                <a:solidFill>
                  <a:srgbClr val="009999"/>
                </a:solidFill>
                <a:latin typeface="Courier New"/>
                <a:cs typeface="Courier New"/>
              </a:rPr>
              <a:t>name&gt;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09800" y="1652016"/>
            <a:ext cx="4953000" cy="1010919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996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85"/>
              </a:spcBef>
            </a:pPr>
            <a:endParaRPr sz="1400">
              <a:latin typeface="Times New Roman"/>
              <a:cs typeface="Times New Roman"/>
            </a:endParaRPr>
          </a:p>
          <a:p>
            <a:pPr marL="745490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CREATE</a:t>
            </a:r>
            <a:r>
              <a:rPr sz="1400" spc="-6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STREAM</a:t>
            </a:r>
            <a:r>
              <a:rPr sz="1400" spc="-45" dirty="0">
                <a:latin typeface="Courier New"/>
                <a:cs typeface="Courier New"/>
              </a:rPr>
              <a:t> </a:t>
            </a:r>
            <a:r>
              <a:rPr sz="1400" i="1" dirty="0">
                <a:solidFill>
                  <a:srgbClr val="009999"/>
                </a:solidFill>
                <a:latin typeface="Courier New"/>
                <a:cs typeface="Courier New"/>
              </a:rPr>
              <a:t>&lt;stream</a:t>
            </a:r>
            <a:r>
              <a:rPr sz="1400" i="1" spc="-55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400" i="1" spc="-10" dirty="0">
                <a:solidFill>
                  <a:srgbClr val="009999"/>
                </a:solidFill>
                <a:latin typeface="Courier New"/>
                <a:cs typeface="Courier New"/>
              </a:rPr>
              <a:t>name&gt;</a:t>
            </a:r>
            <a:endParaRPr sz="1400">
              <a:latin typeface="Courier New"/>
              <a:cs typeface="Courier New"/>
            </a:endParaRPr>
          </a:p>
          <a:p>
            <a:pPr marL="915035">
              <a:lnSpc>
                <a:spcPct val="100000"/>
              </a:lnSpc>
              <a:tabLst>
                <a:tab pos="1978660" algn="l"/>
              </a:tabLst>
            </a:pPr>
            <a:r>
              <a:rPr sz="1400" dirty="0">
                <a:latin typeface="Courier New"/>
                <a:cs typeface="Courier New"/>
              </a:rPr>
              <a:t>ON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TABLE</a:t>
            </a:r>
            <a:r>
              <a:rPr sz="1400" dirty="0">
                <a:latin typeface="Courier New"/>
                <a:cs typeface="Courier New"/>
              </a:rPr>
              <a:t>	</a:t>
            </a:r>
            <a:r>
              <a:rPr sz="1400" i="1" dirty="0">
                <a:solidFill>
                  <a:srgbClr val="009999"/>
                </a:solidFill>
                <a:latin typeface="Courier New"/>
                <a:cs typeface="Courier New"/>
              </a:rPr>
              <a:t>&lt;table</a:t>
            </a:r>
            <a:r>
              <a:rPr sz="1400" i="1" spc="-65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400" i="1" spc="-10" dirty="0">
                <a:solidFill>
                  <a:srgbClr val="009999"/>
                </a:solidFill>
                <a:latin typeface="Courier New"/>
                <a:cs typeface="Courier New"/>
              </a:rPr>
              <a:t>name&gt;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7548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Streams</a:t>
            </a:r>
          </a:p>
        </p:txBody>
      </p:sp>
      <p:sp>
        <p:nvSpPr>
          <p:cNvPr id="3" name="object 3"/>
          <p:cNvSpPr/>
          <p:nvPr/>
        </p:nvSpPr>
        <p:spPr>
          <a:xfrm>
            <a:off x="4924399" y="2722371"/>
            <a:ext cx="577850" cy="403860"/>
          </a:xfrm>
          <a:custGeom>
            <a:avLst/>
            <a:gdLst/>
            <a:ahLst/>
            <a:cxnLst/>
            <a:rect l="l" t="t" r="r" b="b"/>
            <a:pathLst>
              <a:path w="577850" h="403860">
                <a:moveTo>
                  <a:pt x="577291" y="0"/>
                </a:moveTo>
                <a:lnTo>
                  <a:pt x="0" y="0"/>
                </a:lnTo>
                <a:lnTo>
                  <a:pt x="0" y="43180"/>
                </a:lnTo>
                <a:lnTo>
                  <a:pt x="0" y="129540"/>
                </a:lnTo>
                <a:lnTo>
                  <a:pt x="0" y="403860"/>
                </a:lnTo>
                <a:lnTo>
                  <a:pt x="577291" y="403860"/>
                </a:lnTo>
                <a:lnTo>
                  <a:pt x="577291" y="360680"/>
                </a:lnTo>
                <a:lnTo>
                  <a:pt x="43294" y="360680"/>
                </a:lnTo>
                <a:lnTo>
                  <a:pt x="43294" y="274320"/>
                </a:lnTo>
                <a:lnTo>
                  <a:pt x="187617" y="274320"/>
                </a:lnTo>
                <a:lnTo>
                  <a:pt x="187617" y="360413"/>
                </a:lnTo>
                <a:lnTo>
                  <a:pt x="216484" y="360413"/>
                </a:lnTo>
                <a:lnTo>
                  <a:pt x="216484" y="274320"/>
                </a:lnTo>
                <a:lnTo>
                  <a:pt x="360807" y="274320"/>
                </a:lnTo>
                <a:lnTo>
                  <a:pt x="360807" y="360413"/>
                </a:lnTo>
                <a:lnTo>
                  <a:pt x="389674" y="360413"/>
                </a:lnTo>
                <a:lnTo>
                  <a:pt x="389674" y="274320"/>
                </a:lnTo>
                <a:lnTo>
                  <a:pt x="533996" y="274320"/>
                </a:lnTo>
                <a:lnTo>
                  <a:pt x="533996" y="360413"/>
                </a:lnTo>
                <a:lnTo>
                  <a:pt x="577291" y="360413"/>
                </a:lnTo>
                <a:lnTo>
                  <a:pt x="577291" y="274320"/>
                </a:lnTo>
                <a:lnTo>
                  <a:pt x="577291" y="273812"/>
                </a:lnTo>
                <a:lnTo>
                  <a:pt x="577291" y="245110"/>
                </a:lnTo>
                <a:lnTo>
                  <a:pt x="43294" y="245110"/>
                </a:lnTo>
                <a:lnTo>
                  <a:pt x="43294" y="158750"/>
                </a:lnTo>
                <a:lnTo>
                  <a:pt x="187617" y="158750"/>
                </a:lnTo>
                <a:lnTo>
                  <a:pt x="187617" y="244944"/>
                </a:lnTo>
                <a:lnTo>
                  <a:pt x="216484" y="244944"/>
                </a:lnTo>
                <a:lnTo>
                  <a:pt x="216484" y="158750"/>
                </a:lnTo>
                <a:lnTo>
                  <a:pt x="360807" y="158750"/>
                </a:lnTo>
                <a:lnTo>
                  <a:pt x="360807" y="244944"/>
                </a:lnTo>
                <a:lnTo>
                  <a:pt x="389674" y="244944"/>
                </a:lnTo>
                <a:lnTo>
                  <a:pt x="389674" y="158750"/>
                </a:lnTo>
                <a:lnTo>
                  <a:pt x="533996" y="158750"/>
                </a:lnTo>
                <a:lnTo>
                  <a:pt x="533996" y="244944"/>
                </a:lnTo>
                <a:lnTo>
                  <a:pt x="577291" y="244944"/>
                </a:lnTo>
                <a:lnTo>
                  <a:pt x="577291" y="158750"/>
                </a:lnTo>
                <a:lnTo>
                  <a:pt x="577291" y="158343"/>
                </a:lnTo>
                <a:lnTo>
                  <a:pt x="577291" y="129540"/>
                </a:lnTo>
                <a:lnTo>
                  <a:pt x="43294" y="129540"/>
                </a:lnTo>
                <a:lnTo>
                  <a:pt x="43294" y="43180"/>
                </a:lnTo>
                <a:lnTo>
                  <a:pt x="187617" y="43180"/>
                </a:lnTo>
                <a:lnTo>
                  <a:pt x="187617" y="129489"/>
                </a:lnTo>
                <a:lnTo>
                  <a:pt x="216484" y="129489"/>
                </a:lnTo>
                <a:lnTo>
                  <a:pt x="216484" y="43180"/>
                </a:lnTo>
                <a:lnTo>
                  <a:pt x="360807" y="43180"/>
                </a:lnTo>
                <a:lnTo>
                  <a:pt x="360807" y="129489"/>
                </a:lnTo>
                <a:lnTo>
                  <a:pt x="389674" y="129489"/>
                </a:lnTo>
                <a:lnTo>
                  <a:pt x="389674" y="43180"/>
                </a:lnTo>
                <a:lnTo>
                  <a:pt x="533996" y="43180"/>
                </a:lnTo>
                <a:lnTo>
                  <a:pt x="533996" y="129489"/>
                </a:lnTo>
                <a:lnTo>
                  <a:pt x="577291" y="129489"/>
                </a:lnTo>
                <a:lnTo>
                  <a:pt x="577291" y="43180"/>
                </a:lnTo>
                <a:lnTo>
                  <a:pt x="577291" y="42887"/>
                </a:lnTo>
                <a:lnTo>
                  <a:pt x="577291" y="0"/>
                </a:lnTo>
                <a:close/>
              </a:path>
            </a:pathLst>
          </a:custGeom>
          <a:solidFill>
            <a:srgbClr val="D6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2950464" y="1287780"/>
            <a:ext cx="2689225" cy="1378585"/>
            <a:chOff x="2950464" y="1287780"/>
            <a:chExt cx="2689225" cy="13785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39640" y="1287780"/>
              <a:ext cx="899922" cy="56464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924400" y="1884171"/>
              <a:ext cx="577850" cy="782320"/>
            </a:xfrm>
            <a:custGeom>
              <a:avLst/>
              <a:gdLst/>
              <a:ahLst/>
              <a:cxnLst/>
              <a:rect l="l" t="t" r="r" b="b"/>
              <a:pathLst>
                <a:path w="577850" h="782319">
                  <a:moveTo>
                    <a:pt x="577291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0" y="129540"/>
                  </a:lnTo>
                  <a:lnTo>
                    <a:pt x="0" y="781812"/>
                  </a:lnTo>
                  <a:lnTo>
                    <a:pt x="577291" y="781812"/>
                  </a:lnTo>
                  <a:lnTo>
                    <a:pt x="577291" y="738632"/>
                  </a:lnTo>
                  <a:lnTo>
                    <a:pt x="43294" y="738632"/>
                  </a:lnTo>
                  <a:lnTo>
                    <a:pt x="43294" y="652272"/>
                  </a:lnTo>
                  <a:lnTo>
                    <a:pt x="187617" y="652272"/>
                  </a:lnTo>
                  <a:lnTo>
                    <a:pt x="187617" y="738365"/>
                  </a:lnTo>
                  <a:lnTo>
                    <a:pt x="216484" y="738365"/>
                  </a:lnTo>
                  <a:lnTo>
                    <a:pt x="216484" y="652272"/>
                  </a:lnTo>
                  <a:lnTo>
                    <a:pt x="360807" y="652272"/>
                  </a:lnTo>
                  <a:lnTo>
                    <a:pt x="360807" y="738365"/>
                  </a:lnTo>
                  <a:lnTo>
                    <a:pt x="389674" y="738365"/>
                  </a:lnTo>
                  <a:lnTo>
                    <a:pt x="389674" y="652272"/>
                  </a:lnTo>
                  <a:lnTo>
                    <a:pt x="533996" y="652272"/>
                  </a:lnTo>
                  <a:lnTo>
                    <a:pt x="533996" y="738365"/>
                  </a:lnTo>
                  <a:lnTo>
                    <a:pt x="577291" y="738365"/>
                  </a:lnTo>
                  <a:lnTo>
                    <a:pt x="577291" y="652272"/>
                  </a:lnTo>
                  <a:lnTo>
                    <a:pt x="577291" y="651764"/>
                  </a:lnTo>
                  <a:lnTo>
                    <a:pt x="577291" y="623062"/>
                  </a:lnTo>
                  <a:lnTo>
                    <a:pt x="43294" y="623062"/>
                  </a:lnTo>
                  <a:lnTo>
                    <a:pt x="43294" y="536702"/>
                  </a:lnTo>
                  <a:lnTo>
                    <a:pt x="187617" y="536702"/>
                  </a:lnTo>
                  <a:lnTo>
                    <a:pt x="187617" y="622896"/>
                  </a:lnTo>
                  <a:lnTo>
                    <a:pt x="216484" y="622896"/>
                  </a:lnTo>
                  <a:lnTo>
                    <a:pt x="216484" y="536702"/>
                  </a:lnTo>
                  <a:lnTo>
                    <a:pt x="360807" y="536702"/>
                  </a:lnTo>
                  <a:lnTo>
                    <a:pt x="360807" y="622896"/>
                  </a:lnTo>
                  <a:lnTo>
                    <a:pt x="389674" y="622896"/>
                  </a:lnTo>
                  <a:lnTo>
                    <a:pt x="389674" y="536702"/>
                  </a:lnTo>
                  <a:lnTo>
                    <a:pt x="533996" y="536702"/>
                  </a:lnTo>
                  <a:lnTo>
                    <a:pt x="533996" y="622896"/>
                  </a:lnTo>
                  <a:lnTo>
                    <a:pt x="577291" y="622896"/>
                  </a:lnTo>
                  <a:lnTo>
                    <a:pt x="577291" y="536702"/>
                  </a:lnTo>
                  <a:lnTo>
                    <a:pt x="577291" y="536295"/>
                  </a:lnTo>
                  <a:lnTo>
                    <a:pt x="577291" y="507492"/>
                  </a:lnTo>
                  <a:lnTo>
                    <a:pt x="43294" y="507492"/>
                  </a:lnTo>
                  <a:lnTo>
                    <a:pt x="43294" y="421132"/>
                  </a:lnTo>
                  <a:lnTo>
                    <a:pt x="187617" y="421132"/>
                  </a:lnTo>
                  <a:lnTo>
                    <a:pt x="187617" y="507441"/>
                  </a:lnTo>
                  <a:lnTo>
                    <a:pt x="216484" y="507441"/>
                  </a:lnTo>
                  <a:lnTo>
                    <a:pt x="216484" y="421132"/>
                  </a:lnTo>
                  <a:lnTo>
                    <a:pt x="360807" y="421132"/>
                  </a:lnTo>
                  <a:lnTo>
                    <a:pt x="360807" y="507441"/>
                  </a:lnTo>
                  <a:lnTo>
                    <a:pt x="389674" y="507441"/>
                  </a:lnTo>
                  <a:lnTo>
                    <a:pt x="389674" y="421132"/>
                  </a:lnTo>
                  <a:lnTo>
                    <a:pt x="533996" y="421132"/>
                  </a:lnTo>
                  <a:lnTo>
                    <a:pt x="533996" y="507441"/>
                  </a:lnTo>
                  <a:lnTo>
                    <a:pt x="577291" y="507441"/>
                  </a:lnTo>
                  <a:lnTo>
                    <a:pt x="577291" y="360680"/>
                  </a:lnTo>
                  <a:lnTo>
                    <a:pt x="43294" y="360680"/>
                  </a:lnTo>
                  <a:lnTo>
                    <a:pt x="43294" y="274320"/>
                  </a:lnTo>
                  <a:lnTo>
                    <a:pt x="187617" y="274320"/>
                  </a:lnTo>
                  <a:lnTo>
                    <a:pt x="187617" y="360413"/>
                  </a:lnTo>
                  <a:lnTo>
                    <a:pt x="216484" y="360413"/>
                  </a:lnTo>
                  <a:lnTo>
                    <a:pt x="216484" y="274320"/>
                  </a:lnTo>
                  <a:lnTo>
                    <a:pt x="360807" y="274320"/>
                  </a:lnTo>
                  <a:lnTo>
                    <a:pt x="360807" y="360413"/>
                  </a:lnTo>
                  <a:lnTo>
                    <a:pt x="389674" y="360413"/>
                  </a:lnTo>
                  <a:lnTo>
                    <a:pt x="389674" y="274320"/>
                  </a:lnTo>
                  <a:lnTo>
                    <a:pt x="533996" y="274320"/>
                  </a:lnTo>
                  <a:lnTo>
                    <a:pt x="533996" y="360413"/>
                  </a:lnTo>
                  <a:lnTo>
                    <a:pt x="577291" y="360413"/>
                  </a:lnTo>
                  <a:lnTo>
                    <a:pt x="577291" y="274320"/>
                  </a:lnTo>
                  <a:lnTo>
                    <a:pt x="577291" y="273812"/>
                  </a:lnTo>
                  <a:lnTo>
                    <a:pt x="577291" y="245110"/>
                  </a:lnTo>
                  <a:lnTo>
                    <a:pt x="43294" y="245110"/>
                  </a:lnTo>
                  <a:lnTo>
                    <a:pt x="43294" y="158750"/>
                  </a:lnTo>
                  <a:lnTo>
                    <a:pt x="187617" y="158750"/>
                  </a:lnTo>
                  <a:lnTo>
                    <a:pt x="187617" y="244944"/>
                  </a:lnTo>
                  <a:lnTo>
                    <a:pt x="216484" y="244944"/>
                  </a:lnTo>
                  <a:lnTo>
                    <a:pt x="216484" y="158750"/>
                  </a:lnTo>
                  <a:lnTo>
                    <a:pt x="360807" y="158750"/>
                  </a:lnTo>
                  <a:lnTo>
                    <a:pt x="360807" y="244944"/>
                  </a:lnTo>
                  <a:lnTo>
                    <a:pt x="389674" y="244944"/>
                  </a:lnTo>
                  <a:lnTo>
                    <a:pt x="389674" y="158750"/>
                  </a:lnTo>
                  <a:lnTo>
                    <a:pt x="533996" y="158750"/>
                  </a:lnTo>
                  <a:lnTo>
                    <a:pt x="533996" y="244944"/>
                  </a:lnTo>
                  <a:lnTo>
                    <a:pt x="577291" y="244944"/>
                  </a:lnTo>
                  <a:lnTo>
                    <a:pt x="577291" y="158750"/>
                  </a:lnTo>
                  <a:lnTo>
                    <a:pt x="577291" y="158343"/>
                  </a:lnTo>
                  <a:lnTo>
                    <a:pt x="577291" y="129540"/>
                  </a:lnTo>
                  <a:lnTo>
                    <a:pt x="43294" y="129540"/>
                  </a:lnTo>
                  <a:lnTo>
                    <a:pt x="43294" y="43180"/>
                  </a:lnTo>
                  <a:lnTo>
                    <a:pt x="187617" y="43180"/>
                  </a:lnTo>
                  <a:lnTo>
                    <a:pt x="187617" y="129489"/>
                  </a:lnTo>
                  <a:lnTo>
                    <a:pt x="216484" y="129489"/>
                  </a:lnTo>
                  <a:lnTo>
                    <a:pt x="216484" y="43180"/>
                  </a:lnTo>
                  <a:lnTo>
                    <a:pt x="360807" y="43180"/>
                  </a:lnTo>
                  <a:lnTo>
                    <a:pt x="360807" y="129489"/>
                  </a:lnTo>
                  <a:lnTo>
                    <a:pt x="389674" y="129489"/>
                  </a:lnTo>
                  <a:lnTo>
                    <a:pt x="389674" y="43180"/>
                  </a:lnTo>
                  <a:lnTo>
                    <a:pt x="533996" y="43180"/>
                  </a:lnTo>
                  <a:lnTo>
                    <a:pt x="533996" y="129489"/>
                  </a:lnTo>
                  <a:lnTo>
                    <a:pt x="577291" y="129489"/>
                  </a:lnTo>
                  <a:lnTo>
                    <a:pt x="577291" y="43180"/>
                  </a:lnTo>
                  <a:lnTo>
                    <a:pt x="577291" y="42887"/>
                  </a:lnTo>
                  <a:lnTo>
                    <a:pt x="577291" y="0"/>
                  </a:lnTo>
                  <a:close/>
                </a:path>
              </a:pathLst>
            </a:custGeom>
            <a:solidFill>
              <a:srgbClr val="66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74160" y="2023276"/>
              <a:ext cx="752475" cy="452120"/>
            </a:xfrm>
            <a:custGeom>
              <a:avLst/>
              <a:gdLst/>
              <a:ahLst/>
              <a:cxnLst/>
              <a:rect l="l" t="t" r="r" b="b"/>
              <a:pathLst>
                <a:path w="752475" h="452119">
                  <a:moveTo>
                    <a:pt x="376140" y="0"/>
                  </a:moveTo>
                  <a:lnTo>
                    <a:pt x="321007" y="5091"/>
                  </a:lnTo>
                  <a:lnTo>
                    <a:pt x="268276" y="19114"/>
                  </a:lnTo>
                  <a:lnTo>
                    <a:pt x="218465" y="40195"/>
                  </a:lnTo>
                  <a:lnTo>
                    <a:pt x="172094" y="66459"/>
                  </a:lnTo>
                  <a:lnTo>
                    <a:pt x="129682" y="96031"/>
                  </a:lnTo>
                  <a:lnTo>
                    <a:pt x="91747" y="127036"/>
                  </a:lnTo>
                  <a:lnTo>
                    <a:pt x="58809" y="157599"/>
                  </a:lnTo>
                  <a:lnTo>
                    <a:pt x="31386" y="185846"/>
                  </a:lnTo>
                  <a:lnTo>
                    <a:pt x="2220" y="223624"/>
                  </a:lnTo>
                  <a:lnTo>
                    <a:pt x="0" y="238493"/>
                  </a:lnTo>
                  <a:lnTo>
                    <a:pt x="3249" y="253186"/>
                  </a:lnTo>
                  <a:lnTo>
                    <a:pt x="33514" y="288108"/>
                  </a:lnTo>
                  <a:lnTo>
                    <a:pt x="93978" y="340390"/>
                  </a:lnTo>
                  <a:lnTo>
                    <a:pt x="131786" y="367720"/>
                  </a:lnTo>
                  <a:lnTo>
                    <a:pt x="173964" y="393695"/>
                  </a:lnTo>
                  <a:lnTo>
                    <a:pt x="219999" y="416702"/>
                  </a:lnTo>
                  <a:lnTo>
                    <a:pt x="269381" y="435131"/>
                  </a:lnTo>
                  <a:lnTo>
                    <a:pt x="321599" y="447370"/>
                  </a:lnTo>
                  <a:lnTo>
                    <a:pt x="376140" y="451808"/>
                  </a:lnTo>
                  <a:lnTo>
                    <a:pt x="430683" y="447370"/>
                  </a:lnTo>
                  <a:lnTo>
                    <a:pt x="482909" y="435131"/>
                  </a:lnTo>
                  <a:lnTo>
                    <a:pt x="532316" y="416702"/>
                  </a:lnTo>
                  <a:lnTo>
                    <a:pt x="578399" y="393695"/>
                  </a:lnTo>
                  <a:lnTo>
                    <a:pt x="606361" y="376507"/>
                  </a:lnTo>
                  <a:lnTo>
                    <a:pt x="376140" y="376507"/>
                  </a:lnTo>
                  <a:lnTo>
                    <a:pt x="328672" y="368796"/>
                  </a:lnTo>
                  <a:lnTo>
                    <a:pt x="314510" y="361446"/>
                  </a:lnTo>
                  <a:lnTo>
                    <a:pt x="245308" y="361446"/>
                  </a:lnTo>
                  <a:lnTo>
                    <a:pt x="189966" y="332752"/>
                  </a:lnTo>
                  <a:lnTo>
                    <a:pt x="140713" y="299911"/>
                  </a:lnTo>
                  <a:lnTo>
                    <a:pt x="99049" y="266540"/>
                  </a:lnTo>
                  <a:lnTo>
                    <a:pt x="66473" y="236258"/>
                  </a:lnTo>
                  <a:lnTo>
                    <a:pt x="83062" y="218241"/>
                  </a:lnTo>
                  <a:lnTo>
                    <a:pt x="118359" y="183973"/>
                  </a:lnTo>
                  <a:lnTo>
                    <a:pt x="160729" y="148485"/>
                  </a:lnTo>
                  <a:lnTo>
                    <a:pt x="210526" y="114599"/>
                  </a:lnTo>
                  <a:lnTo>
                    <a:pt x="236837" y="99774"/>
                  </a:lnTo>
                  <a:lnTo>
                    <a:pt x="296373" y="99774"/>
                  </a:lnTo>
                  <a:lnTo>
                    <a:pt x="328672" y="83012"/>
                  </a:lnTo>
                  <a:lnTo>
                    <a:pt x="376140" y="75301"/>
                  </a:lnTo>
                  <a:lnTo>
                    <a:pt x="592867" y="75301"/>
                  </a:lnTo>
                  <a:lnTo>
                    <a:pt x="580186" y="66459"/>
                  </a:lnTo>
                  <a:lnTo>
                    <a:pt x="533815" y="40195"/>
                  </a:lnTo>
                  <a:lnTo>
                    <a:pt x="484004" y="19114"/>
                  </a:lnTo>
                  <a:lnTo>
                    <a:pt x="431273" y="5091"/>
                  </a:lnTo>
                  <a:lnTo>
                    <a:pt x="376140" y="0"/>
                  </a:lnTo>
                  <a:close/>
                </a:path>
                <a:path w="752475" h="452119">
                  <a:moveTo>
                    <a:pt x="592867" y="75301"/>
                  </a:moveTo>
                  <a:lnTo>
                    <a:pt x="376140" y="75301"/>
                  </a:lnTo>
                  <a:lnTo>
                    <a:pt x="423609" y="83012"/>
                  </a:lnTo>
                  <a:lnTo>
                    <a:pt x="464933" y="104458"/>
                  </a:lnTo>
                  <a:lnTo>
                    <a:pt x="497582" y="137108"/>
                  </a:lnTo>
                  <a:lnTo>
                    <a:pt x="519028" y="178434"/>
                  </a:lnTo>
                  <a:lnTo>
                    <a:pt x="526738" y="225904"/>
                  </a:lnTo>
                  <a:lnTo>
                    <a:pt x="519028" y="273374"/>
                  </a:lnTo>
                  <a:lnTo>
                    <a:pt x="497582" y="314699"/>
                  </a:lnTo>
                  <a:lnTo>
                    <a:pt x="464933" y="347350"/>
                  </a:lnTo>
                  <a:lnTo>
                    <a:pt x="423609" y="368796"/>
                  </a:lnTo>
                  <a:lnTo>
                    <a:pt x="376140" y="376507"/>
                  </a:lnTo>
                  <a:lnTo>
                    <a:pt x="606361" y="376507"/>
                  </a:lnTo>
                  <a:lnTo>
                    <a:pt x="620655" y="367720"/>
                  </a:lnTo>
                  <a:lnTo>
                    <a:pt x="629361" y="361447"/>
                  </a:lnTo>
                  <a:lnTo>
                    <a:pt x="506972" y="361446"/>
                  </a:lnTo>
                  <a:lnTo>
                    <a:pt x="537803" y="322780"/>
                  </a:lnTo>
                  <a:lnTo>
                    <a:pt x="541350" y="314699"/>
                  </a:lnTo>
                  <a:lnTo>
                    <a:pt x="556926" y="278964"/>
                  </a:lnTo>
                  <a:lnTo>
                    <a:pt x="557032" y="278719"/>
                  </a:lnTo>
                  <a:lnTo>
                    <a:pt x="564314" y="232375"/>
                  </a:lnTo>
                  <a:lnTo>
                    <a:pt x="564388" y="231904"/>
                  </a:lnTo>
                  <a:lnTo>
                    <a:pt x="559932" y="185846"/>
                  </a:lnTo>
                  <a:lnTo>
                    <a:pt x="559821" y="184697"/>
                  </a:lnTo>
                  <a:lnTo>
                    <a:pt x="543227" y="139529"/>
                  </a:lnTo>
                  <a:lnTo>
                    <a:pt x="514502" y="98833"/>
                  </a:lnTo>
                  <a:lnTo>
                    <a:pt x="626027" y="98833"/>
                  </a:lnTo>
                  <a:lnTo>
                    <a:pt x="622598" y="96031"/>
                  </a:lnTo>
                  <a:lnTo>
                    <a:pt x="592867" y="75301"/>
                  </a:lnTo>
                  <a:close/>
                </a:path>
                <a:path w="752475" h="452119">
                  <a:moveTo>
                    <a:pt x="296373" y="99774"/>
                  </a:moveTo>
                  <a:lnTo>
                    <a:pt x="236837" y="99774"/>
                  </a:lnTo>
                  <a:lnTo>
                    <a:pt x="208508" y="140401"/>
                  </a:lnTo>
                  <a:lnTo>
                    <a:pt x="192180" y="185394"/>
                  </a:lnTo>
                  <a:lnTo>
                    <a:pt x="187819" y="231904"/>
                  </a:lnTo>
                  <a:lnTo>
                    <a:pt x="187775" y="232375"/>
                  </a:lnTo>
                  <a:lnTo>
                    <a:pt x="195174" y="278719"/>
                  </a:lnTo>
                  <a:lnTo>
                    <a:pt x="195213" y="278963"/>
                  </a:lnTo>
                  <a:lnTo>
                    <a:pt x="214417" y="322780"/>
                  </a:lnTo>
                  <a:lnTo>
                    <a:pt x="245308" y="361446"/>
                  </a:lnTo>
                  <a:lnTo>
                    <a:pt x="314510" y="361446"/>
                  </a:lnTo>
                  <a:lnTo>
                    <a:pt x="287348" y="347350"/>
                  </a:lnTo>
                  <a:lnTo>
                    <a:pt x="254698" y="314699"/>
                  </a:lnTo>
                  <a:lnTo>
                    <a:pt x="233253" y="273374"/>
                  </a:lnTo>
                  <a:lnTo>
                    <a:pt x="225542" y="225904"/>
                  </a:lnTo>
                  <a:lnTo>
                    <a:pt x="233253" y="178434"/>
                  </a:lnTo>
                  <a:lnTo>
                    <a:pt x="254698" y="137108"/>
                  </a:lnTo>
                  <a:lnTo>
                    <a:pt x="287348" y="104458"/>
                  </a:lnTo>
                  <a:lnTo>
                    <a:pt x="296373" y="99774"/>
                  </a:lnTo>
                  <a:close/>
                </a:path>
                <a:path w="752475" h="452119">
                  <a:moveTo>
                    <a:pt x="626027" y="98833"/>
                  </a:moveTo>
                  <a:lnTo>
                    <a:pt x="514502" y="98833"/>
                  </a:lnTo>
                  <a:lnTo>
                    <a:pt x="567608" y="131027"/>
                  </a:lnTo>
                  <a:lnTo>
                    <a:pt x="614626" y="167192"/>
                  </a:lnTo>
                  <a:lnTo>
                    <a:pt x="654408" y="203534"/>
                  </a:lnTo>
                  <a:lnTo>
                    <a:pt x="685807" y="236258"/>
                  </a:lnTo>
                  <a:lnTo>
                    <a:pt x="652835" y="266540"/>
                  </a:lnTo>
                  <a:lnTo>
                    <a:pt x="611214" y="299911"/>
                  </a:lnTo>
                  <a:lnTo>
                    <a:pt x="562182" y="332753"/>
                  </a:lnTo>
                  <a:lnTo>
                    <a:pt x="506972" y="361446"/>
                  </a:lnTo>
                  <a:lnTo>
                    <a:pt x="629361" y="361447"/>
                  </a:lnTo>
                  <a:lnTo>
                    <a:pt x="691673" y="313315"/>
                  </a:lnTo>
                  <a:lnTo>
                    <a:pt x="741340" y="266378"/>
                  </a:lnTo>
                  <a:lnTo>
                    <a:pt x="752400" y="238846"/>
                  </a:lnTo>
                  <a:lnTo>
                    <a:pt x="750076" y="223757"/>
                  </a:lnTo>
                  <a:lnTo>
                    <a:pt x="742282" y="209902"/>
                  </a:lnTo>
                  <a:lnTo>
                    <a:pt x="720894" y="185846"/>
                  </a:lnTo>
                  <a:lnTo>
                    <a:pt x="693471" y="157599"/>
                  </a:lnTo>
                  <a:lnTo>
                    <a:pt x="660533" y="127036"/>
                  </a:lnTo>
                  <a:lnTo>
                    <a:pt x="626027" y="98833"/>
                  </a:lnTo>
                  <a:close/>
                </a:path>
              </a:pathLst>
            </a:custGeom>
            <a:solidFill>
              <a:srgbClr val="006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6177" y="2155054"/>
              <a:ext cx="188247" cy="18825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260342" y="2170938"/>
              <a:ext cx="547370" cy="154305"/>
            </a:xfrm>
            <a:custGeom>
              <a:avLst/>
              <a:gdLst/>
              <a:ahLst/>
              <a:cxnLst/>
              <a:rect l="l" t="t" r="r" b="b"/>
              <a:pathLst>
                <a:path w="547370" h="154305">
                  <a:moveTo>
                    <a:pt x="470154" y="0"/>
                  </a:moveTo>
                  <a:lnTo>
                    <a:pt x="470154" y="38481"/>
                  </a:lnTo>
                  <a:lnTo>
                    <a:pt x="0" y="38481"/>
                  </a:lnTo>
                  <a:lnTo>
                    <a:pt x="0" y="115443"/>
                  </a:lnTo>
                  <a:lnTo>
                    <a:pt x="470154" y="115443"/>
                  </a:lnTo>
                  <a:lnTo>
                    <a:pt x="470154" y="153924"/>
                  </a:lnTo>
                  <a:lnTo>
                    <a:pt x="547116" y="76962"/>
                  </a:lnTo>
                  <a:lnTo>
                    <a:pt x="470154" y="0"/>
                  </a:lnTo>
                  <a:close/>
                </a:path>
              </a:pathLst>
            </a:custGeom>
            <a:solidFill>
              <a:srgbClr val="00C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260342" y="2170938"/>
              <a:ext cx="547370" cy="154305"/>
            </a:xfrm>
            <a:custGeom>
              <a:avLst/>
              <a:gdLst/>
              <a:ahLst/>
              <a:cxnLst/>
              <a:rect l="l" t="t" r="r" b="b"/>
              <a:pathLst>
                <a:path w="547370" h="154305">
                  <a:moveTo>
                    <a:pt x="0" y="38481"/>
                  </a:moveTo>
                  <a:lnTo>
                    <a:pt x="470154" y="38481"/>
                  </a:lnTo>
                  <a:lnTo>
                    <a:pt x="470154" y="0"/>
                  </a:lnTo>
                  <a:lnTo>
                    <a:pt x="547116" y="76962"/>
                  </a:lnTo>
                  <a:lnTo>
                    <a:pt x="470154" y="153924"/>
                  </a:lnTo>
                  <a:lnTo>
                    <a:pt x="470154" y="115443"/>
                  </a:lnTo>
                  <a:lnTo>
                    <a:pt x="0" y="115443"/>
                  </a:lnTo>
                  <a:lnTo>
                    <a:pt x="0" y="38481"/>
                  </a:lnTo>
                  <a:close/>
                </a:path>
              </a:pathLst>
            </a:custGeom>
            <a:ln w="25400">
              <a:solidFill>
                <a:srgbClr val="008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50464" y="1508760"/>
              <a:ext cx="1786889" cy="56464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3096895" y="1340865"/>
            <a:ext cx="2380615" cy="552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02130">
              <a:lnSpc>
                <a:spcPts val="2070"/>
              </a:lnSpc>
              <a:spcBef>
                <a:spcPts val="10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07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Stream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446120" y="2726935"/>
            <a:ext cx="1124585" cy="407034"/>
            <a:chOff x="3446120" y="2726935"/>
            <a:chExt cx="1124585" cy="407034"/>
          </a:xfrm>
        </p:grpSpPr>
        <p:sp>
          <p:nvSpPr>
            <p:cNvPr id="14" name="object 14"/>
            <p:cNvSpPr/>
            <p:nvPr/>
          </p:nvSpPr>
          <p:spPr>
            <a:xfrm>
              <a:off x="3446119" y="2726943"/>
              <a:ext cx="577850" cy="403860"/>
            </a:xfrm>
            <a:custGeom>
              <a:avLst/>
              <a:gdLst/>
              <a:ahLst/>
              <a:cxnLst/>
              <a:rect l="l" t="t" r="r" b="b"/>
              <a:pathLst>
                <a:path w="577850" h="403860">
                  <a:moveTo>
                    <a:pt x="577291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0" y="129540"/>
                  </a:lnTo>
                  <a:lnTo>
                    <a:pt x="0" y="403860"/>
                  </a:lnTo>
                  <a:lnTo>
                    <a:pt x="577291" y="403860"/>
                  </a:lnTo>
                  <a:lnTo>
                    <a:pt x="577291" y="360680"/>
                  </a:lnTo>
                  <a:lnTo>
                    <a:pt x="43294" y="360680"/>
                  </a:lnTo>
                  <a:lnTo>
                    <a:pt x="43294" y="274320"/>
                  </a:lnTo>
                  <a:lnTo>
                    <a:pt x="187617" y="274320"/>
                  </a:lnTo>
                  <a:lnTo>
                    <a:pt x="187617" y="360413"/>
                  </a:lnTo>
                  <a:lnTo>
                    <a:pt x="216484" y="360413"/>
                  </a:lnTo>
                  <a:lnTo>
                    <a:pt x="216484" y="274320"/>
                  </a:lnTo>
                  <a:lnTo>
                    <a:pt x="360807" y="274320"/>
                  </a:lnTo>
                  <a:lnTo>
                    <a:pt x="360807" y="360413"/>
                  </a:lnTo>
                  <a:lnTo>
                    <a:pt x="389674" y="360413"/>
                  </a:lnTo>
                  <a:lnTo>
                    <a:pt x="389674" y="274320"/>
                  </a:lnTo>
                  <a:lnTo>
                    <a:pt x="533996" y="274320"/>
                  </a:lnTo>
                  <a:lnTo>
                    <a:pt x="533996" y="360413"/>
                  </a:lnTo>
                  <a:lnTo>
                    <a:pt x="577291" y="360413"/>
                  </a:lnTo>
                  <a:lnTo>
                    <a:pt x="577291" y="274320"/>
                  </a:lnTo>
                  <a:lnTo>
                    <a:pt x="577291" y="273812"/>
                  </a:lnTo>
                  <a:lnTo>
                    <a:pt x="577291" y="245110"/>
                  </a:lnTo>
                  <a:lnTo>
                    <a:pt x="43294" y="245110"/>
                  </a:lnTo>
                  <a:lnTo>
                    <a:pt x="43294" y="158750"/>
                  </a:lnTo>
                  <a:lnTo>
                    <a:pt x="187617" y="158750"/>
                  </a:lnTo>
                  <a:lnTo>
                    <a:pt x="187617" y="244944"/>
                  </a:lnTo>
                  <a:lnTo>
                    <a:pt x="216484" y="244944"/>
                  </a:lnTo>
                  <a:lnTo>
                    <a:pt x="216484" y="158750"/>
                  </a:lnTo>
                  <a:lnTo>
                    <a:pt x="360807" y="158750"/>
                  </a:lnTo>
                  <a:lnTo>
                    <a:pt x="360807" y="244944"/>
                  </a:lnTo>
                  <a:lnTo>
                    <a:pt x="389674" y="244944"/>
                  </a:lnTo>
                  <a:lnTo>
                    <a:pt x="389674" y="158750"/>
                  </a:lnTo>
                  <a:lnTo>
                    <a:pt x="533996" y="158750"/>
                  </a:lnTo>
                  <a:lnTo>
                    <a:pt x="533996" y="244944"/>
                  </a:lnTo>
                  <a:lnTo>
                    <a:pt x="577291" y="244944"/>
                  </a:lnTo>
                  <a:lnTo>
                    <a:pt x="577291" y="158750"/>
                  </a:lnTo>
                  <a:lnTo>
                    <a:pt x="577291" y="158343"/>
                  </a:lnTo>
                  <a:lnTo>
                    <a:pt x="577291" y="129540"/>
                  </a:lnTo>
                  <a:lnTo>
                    <a:pt x="43294" y="129540"/>
                  </a:lnTo>
                  <a:lnTo>
                    <a:pt x="43294" y="43180"/>
                  </a:lnTo>
                  <a:lnTo>
                    <a:pt x="187617" y="43180"/>
                  </a:lnTo>
                  <a:lnTo>
                    <a:pt x="187617" y="129489"/>
                  </a:lnTo>
                  <a:lnTo>
                    <a:pt x="216484" y="129489"/>
                  </a:lnTo>
                  <a:lnTo>
                    <a:pt x="216484" y="43180"/>
                  </a:lnTo>
                  <a:lnTo>
                    <a:pt x="360807" y="43180"/>
                  </a:lnTo>
                  <a:lnTo>
                    <a:pt x="360807" y="129489"/>
                  </a:lnTo>
                  <a:lnTo>
                    <a:pt x="389674" y="129489"/>
                  </a:lnTo>
                  <a:lnTo>
                    <a:pt x="389674" y="43180"/>
                  </a:lnTo>
                  <a:lnTo>
                    <a:pt x="533996" y="43180"/>
                  </a:lnTo>
                  <a:lnTo>
                    <a:pt x="533996" y="129489"/>
                  </a:lnTo>
                  <a:lnTo>
                    <a:pt x="577291" y="129489"/>
                  </a:lnTo>
                  <a:lnTo>
                    <a:pt x="577291" y="43180"/>
                  </a:lnTo>
                  <a:lnTo>
                    <a:pt x="577291" y="42887"/>
                  </a:lnTo>
                  <a:lnTo>
                    <a:pt x="577291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93235" y="2729991"/>
              <a:ext cx="577850" cy="403860"/>
            </a:xfrm>
            <a:custGeom>
              <a:avLst/>
              <a:gdLst/>
              <a:ahLst/>
              <a:cxnLst/>
              <a:rect l="l" t="t" r="r" b="b"/>
              <a:pathLst>
                <a:path w="577850" h="403860">
                  <a:moveTo>
                    <a:pt x="577291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0" y="129540"/>
                  </a:lnTo>
                  <a:lnTo>
                    <a:pt x="0" y="403860"/>
                  </a:lnTo>
                  <a:lnTo>
                    <a:pt x="577291" y="403860"/>
                  </a:lnTo>
                  <a:lnTo>
                    <a:pt x="577291" y="360680"/>
                  </a:lnTo>
                  <a:lnTo>
                    <a:pt x="43294" y="360680"/>
                  </a:lnTo>
                  <a:lnTo>
                    <a:pt x="43294" y="274320"/>
                  </a:lnTo>
                  <a:lnTo>
                    <a:pt x="187617" y="274320"/>
                  </a:lnTo>
                  <a:lnTo>
                    <a:pt x="187617" y="360413"/>
                  </a:lnTo>
                  <a:lnTo>
                    <a:pt x="216484" y="360413"/>
                  </a:lnTo>
                  <a:lnTo>
                    <a:pt x="216484" y="274320"/>
                  </a:lnTo>
                  <a:lnTo>
                    <a:pt x="360807" y="274320"/>
                  </a:lnTo>
                  <a:lnTo>
                    <a:pt x="360807" y="360413"/>
                  </a:lnTo>
                  <a:lnTo>
                    <a:pt x="389674" y="360413"/>
                  </a:lnTo>
                  <a:lnTo>
                    <a:pt x="389674" y="274320"/>
                  </a:lnTo>
                  <a:lnTo>
                    <a:pt x="533996" y="274320"/>
                  </a:lnTo>
                  <a:lnTo>
                    <a:pt x="533996" y="360413"/>
                  </a:lnTo>
                  <a:lnTo>
                    <a:pt x="577291" y="360413"/>
                  </a:lnTo>
                  <a:lnTo>
                    <a:pt x="577291" y="274320"/>
                  </a:lnTo>
                  <a:lnTo>
                    <a:pt x="577291" y="273812"/>
                  </a:lnTo>
                  <a:lnTo>
                    <a:pt x="577291" y="245110"/>
                  </a:lnTo>
                  <a:lnTo>
                    <a:pt x="43294" y="245110"/>
                  </a:lnTo>
                  <a:lnTo>
                    <a:pt x="43294" y="158750"/>
                  </a:lnTo>
                  <a:lnTo>
                    <a:pt x="187617" y="158750"/>
                  </a:lnTo>
                  <a:lnTo>
                    <a:pt x="187617" y="244944"/>
                  </a:lnTo>
                  <a:lnTo>
                    <a:pt x="216484" y="244944"/>
                  </a:lnTo>
                  <a:lnTo>
                    <a:pt x="216484" y="158750"/>
                  </a:lnTo>
                  <a:lnTo>
                    <a:pt x="360807" y="158750"/>
                  </a:lnTo>
                  <a:lnTo>
                    <a:pt x="360807" y="244944"/>
                  </a:lnTo>
                  <a:lnTo>
                    <a:pt x="389674" y="244944"/>
                  </a:lnTo>
                  <a:lnTo>
                    <a:pt x="389674" y="158750"/>
                  </a:lnTo>
                  <a:lnTo>
                    <a:pt x="533996" y="158750"/>
                  </a:lnTo>
                  <a:lnTo>
                    <a:pt x="533996" y="244944"/>
                  </a:lnTo>
                  <a:lnTo>
                    <a:pt x="577291" y="244944"/>
                  </a:lnTo>
                  <a:lnTo>
                    <a:pt x="577291" y="158750"/>
                  </a:lnTo>
                  <a:lnTo>
                    <a:pt x="577291" y="158343"/>
                  </a:lnTo>
                  <a:lnTo>
                    <a:pt x="577291" y="129540"/>
                  </a:lnTo>
                  <a:lnTo>
                    <a:pt x="43294" y="129540"/>
                  </a:lnTo>
                  <a:lnTo>
                    <a:pt x="43294" y="43180"/>
                  </a:lnTo>
                  <a:lnTo>
                    <a:pt x="187617" y="43180"/>
                  </a:lnTo>
                  <a:lnTo>
                    <a:pt x="187617" y="129489"/>
                  </a:lnTo>
                  <a:lnTo>
                    <a:pt x="216484" y="129489"/>
                  </a:lnTo>
                  <a:lnTo>
                    <a:pt x="216484" y="43180"/>
                  </a:lnTo>
                  <a:lnTo>
                    <a:pt x="360807" y="43180"/>
                  </a:lnTo>
                  <a:lnTo>
                    <a:pt x="360807" y="129489"/>
                  </a:lnTo>
                  <a:lnTo>
                    <a:pt x="389674" y="129489"/>
                  </a:lnTo>
                  <a:lnTo>
                    <a:pt x="389674" y="43180"/>
                  </a:lnTo>
                  <a:lnTo>
                    <a:pt x="533996" y="43180"/>
                  </a:lnTo>
                  <a:lnTo>
                    <a:pt x="533996" y="129489"/>
                  </a:lnTo>
                  <a:lnTo>
                    <a:pt x="577291" y="129489"/>
                  </a:lnTo>
                  <a:lnTo>
                    <a:pt x="577291" y="43180"/>
                  </a:lnTo>
                  <a:lnTo>
                    <a:pt x="577291" y="42887"/>
                  </a:lnTo>
                  <a:lnTo>
                    <a:pt x="577291" y="0"/>
                  </a:lnTo>
                  <a:close/>
                </a:path>
              </a:pathLst>
            </a:custGeom>
            <a:solidFill>
              <a:srgbClr val="0092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645661" y="3284473"/>
            <a:ext cx="3027045" cy="883285"/>
            <a:chOff x="3645661" y="3284473"/>
            <a:chExt cx="3027045" cy="883285"/>
          </a:xfrm>
        </p:grpSpPr>
        <p:sp>
          <p:nvSpPr>
            <p:cNvPr id="17" name="object 17"/>
            <p:cNvSpPr/>
            <p:nvPr/>
          </p:nvSpPr>
          <p:spPr>
            <a:xfrm>
              <a:off x="5163565" y="3297173"/>
              <a:ext cx="1496695" cy="300355"/>
            </a:xfrm>
            <a:custGeom>
              <a:avLst/>
              <a:gdLst/>
              <a:ahLst/>
              <a:cxnLst/>
              <a:rect l="l" t="t" r="r" b="b"/>
              <a:pathLst>
                <a:path w="1496695" h="300354">
                  <a:moveTo>
                    <a:pt x="1467739" y="0"/>
                  </a:moveTo>
                  <a:lnTo>
                    <a:pt x="1346073" y="75056"/>
                  </a:lnTo>
                  <a:lnTo>
                    <a:pt x="1383664" y="75056"/>
                  </a:lnTo>
                  <a:lnTo>
                    <a:pt x="1364592" y="88815"/>
                  </a:lnTo>
                  <a:lnTo>
                    <a:pt x="1317583" y="115406"/>
                  </a:lnTo>
                  <a:lnTo>
                    <a:pt x="1259322" y="140669"/>
                  </a:lnTo>
                  <a:lnTo>
                    <a:pt x="1190488" y="164494"/>
                  </a:lnTo>
                  <a:lnTo>
                    <a:pt x="1152317" y="175833"/>
                  </a:lnTo>
                  <a:lnTo>
                    <a:pt x="1111758" y="186771"/>
                  </a:lnTo>
                  <a:lnTo>
                    <a:pt x="1068894" y="197294"/>
                  </a:lnTo>
                  <a:lnTo>
                    <a:pt x="1023811" y="207389"/>
                  </a:lnTo>
                  <a:lnTo>
                    <a:pt x="976593" y="217042"/>
                  </a:lnTo>
                  <a:lnTo>
                    <a:pt x="927326" y="226238"/>
                  </a:lnTo>
                  <a:lnTo>
                    <a:pt x="876093" y="234965"/>
                  </a:lnTo>
                  <a:lnTo>
                    <a:pt x="822980" y="243209"/>
                  </a:lnTo>
                  <a:lnTo>
                    <a:pt x="768072" y="250955"/>
                  </a:lnTo>
                  <a:lnTo>
                    <a:pt x="711453" y="258190"/>
                  </a:lnTo>
                  <a:lnTo>
                    <a:pt x="653209" y="264900"/>
                  </a:lnTo>
                  <a:lnTo>
                    <a:pt x="593423" y="271071"/>
                  </a:lnTo>
                  <a:lnTo>
                    <a:pt x="532181" y="276690"/>
                  </a:lnTo>
                  <a:lnTo>
                    <a:pt x="469568" y="281743"/>
                  </a:lnTo>
                  <a:lnTo>
                    <a:pt x="405668" y="286216"/>
                  </a:lnTo>
                  <a:lnTo>
                    <a:pt x="340567" y="290095"/>
                  </a:lnTo>
                  <a:lnTo>
                    <a:pt x="274348" y="293366"/>
                  </a:lnTo>
                  <a:lnTo>
                    <a:pt x="207097" y="296016"/>
                  </a:lnTo>
                  <a:lnTo>
                    <a:pt x="138899" y="298031"/>
                  </a:lnTo>
                  <a:lnTo>
                    <a:pt x="69838" y="299397"/>
                  </a:lnTo>
                  <a:lnTo>
                    <a:pt x="0" y="300100"/>
                  </a:lnTo>
                  <a:lnTo>
                    <a:pt x="68038" y="300136"/>
                  </a:lnTo>
                  <a:lnTo>
                    <a:pt x="135474" y="299538"/>
                  </a:lnTo>
                  <a:lnTo>
                    <a:pt x="202230" y="298319"/>
                  </a:lnTo>
                  <a:lnTo>
                    <a:pt x="268225" y="296491"/>
                  </a:lnTo>
                  <a:lnTo>
                    <a:pt x="333381" y="294067"/>
                  </a:lnTo>
                  <a:lnTo>
                    <a:pt x="397619" y="291058"/>
                  </a:lnTo>
                  <a:lnTo>
                    <a:pt x="460861" y="287477"/>
                  </a:lnTo>
                  <a:lnTo>
                    <a:pt x="523026" y="283336"/>
                  </a:lnTo>
                  <a:lnTo>
                    <a:pt x="584037" y="278646"/>
                  </a:lnTo>
                  <a:lnTo>
                    <a:pt x="643814" y="273421"/>
                  </a:lnTo>
                  <a:lnTo>
                    <a:pt x="702279" y="267672"/>
                  </a:lnTo>
                  <a:lnTo>
                    <a:pt x="759352" y="261411"/>
                  </a:lnTo>
                  <a:lnTo>
                    <a:pt x="814954" y="254651"/>
                  </a:lnTo>
                  <a:lnTo>
                    <a:pt x="869007" y="247403"/>
                  </a:lnTo>
                  <a:lnTo>
                    <a:pt x="921432" y="239680"/>
                  </a:lnTo>
                  <a:lnTo>
                    <a:pt x="972150" y="231494"/>
                  </a:lnTo>
                  <a:lnTo>
                    <a:pt x="1021081" y="222857"/>
                  </a:lnTo>
                  <a:lnTo>
                    <a:pt x="1068147" y="213781"/>
                  </a:lnTo>
                  <a:lnTo>
                    <a:pt x="1113269" y="204278"/>
                  </a:lnTo>
                  <a:lnTo>
                    <a:pt x="1156367" y="194361"/>
                  </a:lnTo>
                  <a:lnTo>
                    <a:pt x="1197364" y="184042"/>
                  </a:lnTo>
                  <a:lnTo>
                    <a:pt x="1236180" y="173332"/>
                  </a:lnTo>
                  <a:lnTo>
                    <a:pt x="1272736" y="162243"/>
                  </a:lnTo>
                  <a:lnTo>
                    <a:pt x="1338753" y="138981"/>
                  </a:lnTo>
                  <a:lnTo>
                    <a:pt x="1394783" y="114352"/>
                  </a:lnTo>
                  <a:lnTo>
                    <a:pt x="1440195" y="88452"/>
                  </a:lnTo>
                  <a:lnTo>
                    <a:pt x="1458722" y="75056"/>
                  </a:lnTo>
                  <a:lnTo>
                    <a:pt x="1496187" y="75056"/>
                  </a:lnTo>
                  <a:lnTo>
                    <a:pt x="1467739" y="0"/>
                  </a:lnTo>
                  <a:close/>
                </a:path>
              </a:pathLst>
            </a:custGeom>
            <a:solidFill>
              <a:srgbClr val="00C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658361" y="3297173"/>
              <a:ext cx="1543050" cy="300355"/>
            </a:xfrm>
            <a:custGeom>
              <a:avLst/>
              <a:gdLst/>
              <a:ahLst/>
              <a:cxnLst/>
              <a:rect l="l" t="t" r="r" b="b"/>
              <a:pathLst>
                <a:path w="1543050" h="300354">
                  <a:moveTo>
                    <a:pt x="75057" y="0"/>
                  </a:moveTo>
                  <a:lnTo>
                    <a:pt x="0" y="0"/>
                  </a:lnTo>
                  <a:lnTo>
                    <a:pt x="1909" y="15454"/>
                  </a:lnTo>
                  <a:lnTo>
                    <a:pt x="29817" y="60520"/>
                  </a:lnTo>
                  <a:lnTo>
                    <a:pt x="65983" y="89297"/>
                  </a:lnTo>
                  <a:lnTo>
                    <a:pt x="115337" y="116883"/>
                  </a:lnTo>
                  <a:lnTo>
                    <a:pt x="177141" y="143128"/>
                  </a:lnTo>
                  <a:lnTo>
                    <a:pt x="250658" y="167882"/>
                  </a:lnTo>
                  <a:lnTo>
                    <a:pt x="291578" y="179652"/>
                  </a:lnTo>
                  <a:lnTo>
                    <a:pt x="335150" y="190993"/>
                  </a:lnTo>
                  <a:lnTo>
                    <a:pt x="381281" y="201886"/>
                  </a:lnTo>
                  <a:lnTo>
                    <a:pt x="429879" y="212312"/>
                  </a:lnTo>
                  <a:lnTo>
                    <a:pt x="480852" y="222251"/>
                  </a:lnTo>
                  <a:lnTo>
                    <a:pt x="534107" y="231686"/>
                  </a:lnTo>
                  <a:lnTo>
                    <a:pt x="589553" y="240598"/>
                  </a:lnTo>
                  <a:lnTo>
                    <a:pt x="647098" y="248967"/>
                  </a:lnTo>
                  <a:lnTo>
                    <a:pt x="706649" y="256774"/>
                  </a:lnTo>
                  <a:lnTo>
                    <a:pt x="768113" y="264002"/>
                  </a:lnTo>
                  <a:lnTo>
                    <a:pt x="831399" y="270630"/>
                  </a:lnTo>
                  <a:lnTo>
                    <a:pt x="896415" y="276641"/>
                  </a:lnTo>
                  <a:lnTo>
                    <a:pt x="963068" y="282015"/>
                  </a:lnTo>
                  <a:lnTo>
                    <a:pt x="1031266" y="286734"/>
                  </a:lnTo>
                  <a:lnTo>
                    <a:pt x="1100917" y="290779"/>
                  </a:lnTo>
                  <a:lnTo>
                    <a:pt x="1171929" y="294130"/>
                  </a:lnTo>
                  <a:lnTo>
                    <a:pt x="1244209" y="296769"/>
                  </a:lnTo>
                  <a:lnTo>
                    <a:pt x="1317666" y="298678"/>
                  </a:lnTo>
                  <a:lnTo>
                    <a:pt x="1392206" y="299837"/>
                  </a:lnTo>
                  <a:lnTo>
                    <a:pt x="1467739" y="300228"/>
                  </a:lnTo>
                  <a:lnTo>
                    <a:pt x="1542796" y="300228"/>
                  </a:lnTo>
                  <a:lnTo>
                    <a:pt x="1467263" y="299837"/>
                  </a:lnTo>
                  <a:lnTo>
                    <a:pt x="1392723" y="298678"/>
                  </a:lnTo>
                  <a:lnTo>
                    <a:pt x="1319266" y="296769"/>
                  </a:lnTo>
                  <a:lnTo>
                    <a:pt x="1246986" y="294130"/>
                  </a:lnTo>
                  <a:lnTo>
                    <a:pt x="1175974" y="290779"/>
                  </a:lnTo>
                  <a:lnTo>
                    <a:pt x="1106323" y="286734"/>
                  </a:lnTo>
                  <a:lnTo>
                    <a:pt x="1038125" y="282015"/>
                  </a:lnTo>
                  <a:lnTo>
                    <a:pt x="971472" y="276641"/>
                  </a:lnTo>
                  <a:lnTo>
                    <a:pt x="906456" y="270630"/>
                  </a:lnTo>
                  <a:lnTo>
                    <a:pt x="843170" y="264002"/>
                  </a:lnTo>
                  <a:lnTo>
                    <a:pt x="781706" y="256774"/>
                  </a:lnTo>
                  <a:lnTo>
                    <a:pt x="722155" y="248967"/>
                  </a:lnTo>
                  <a:lnTo>
                    <a:pt x="664610" y="240598"/>
                  </a:lnTo>
                  <a:lnTo>
                    <a:pt x="609164" y="231686"/>
                  </a:lnTo>
                  <a:lnTo>
                    <a:pt x="555909" y="222251"/>
                  </a:lnTo>
                  <a:lnTo>
                    <a:pt x="504936" y="212312"/>
                  </a:lnTo>
                  <a:lnTo>
                    <a:pt x="456338" y="201886"/>
                  </a:lnTo>
                  <a:lnTo>
                    <a:pt x="410207" y="190993"/>
                  </a:lnTo>
                  <a:lnTo>
                    <a:pt x="366635" y="179652"/>
                  </a:lnTo>
                  <a:lnTo>
                    <a:pt x="325715" y="167882"/>
                  </a:lnTo>
                  <a:lnTo>
                    <a:pt x="287539" y="155701"/>
                  </a:lnTo>
                  <a:lnTo>
                    <a:pt x="219786" y="130183"/>
                  </a:lnTo>
                  <a:lnTo>
                    <a:pt x="164115" y="103248"/>
                  </a:lnTo>
                  <a:lnTo>
                    <a:pt x="121263" y="75048"/>
                  </a:lnTo>
                  <a:lnTo>
                    <a:pt x="91967" y="45733"/>
                  </a:lnTo>
                  <a:lnTo>
                    <a:pt x="76966" y="15454"/>
                  </a:lnTo>
                  <a:lnTo>
                    <a:pt x="75057" y="0"/>
                  </a:lnTo>
                  <a:close/>
                </a:path>
              </a:pathLst>
            </a:custGeom>
            <a:solidFill>
              <a:srgbClr val="009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58361" y="3297173"/>
              <a:ext cx="3001645" cy="300355"/>
            </a:xfrm>
            <a:custGeom>
              <a:avLst/>
              <a:gdLst/>
              <a:ahLst/>
              <a:cxnLst/>
              <a:rect l="l" t="t" r="r" b="b"/>
              <a:pathLst>
                <a:path w="3001645" h="300354">
                  <a:moveTo>
                    <a:pt x="1505203" y="300100"/>
                  </a:moveTo>
                  <a:lnTo>
                    <a:pt x="1575042" y="299397"/>
                  </a:lnTo>
                  <a:lnTo>
                    <a:pt x="1644103" y="298031"/>
                  </a:lnTo>
                  <a:lnTo>
                    <a:pt x="1712301" y="296016"/>
                  </a:lnTo>
                  <a:lnTo>
                    <a:pt x="1779552" y="293366"/>
                  </a:lnTo>
                  <a:lnTo>
                    <a:pt x="1845771" y="290095"/>
                  </a:lnTo>
                  <a:lnTo>
                    <a:pt x="1910872" y="286216"/>
                  </a:lnTo>
                  <a:lnTo>
                    <a:pt x="1974772" y="281743"/>
                  </a:lnTo>
                  <a:lnTo>
                    <a:pt x="2037385" y="276690"/>
                  </a:lnTo>
                  <a:lnTo>
                    <a:pt x="2098627" y="271071"/>
                  </a:lnTo>
                  <a:lnTo>
                    <a:pt x="2158413" y="264900"/>
                  </a:lnTo>
                  <a:lnTo>
                    <a:pt x="2216657" y="258190"/>
                  </a:lnTo>
                  <a:lnTo>
                    <a:pt x="2273276" y="250955"/>
                  </a:lnTo>
                  <a:lnTo>
                    <a:pt x="2328184" y="243209"/>
                  </a:lnTo>
                  <a:lnTo>
                    <a:pt x="2381297" y="234965"/>
                  </a:lnTo>
                  <a:lnTo>
                    <a:pt x="2432530" y="226238"/>
                  </a:lnTo>
                  <a:lnTo>
                    <a:pt x="2481797" y="217042"/>
                  </a:lnTo>
                  <a:lnTo>
                    <a:pt x="2529015" y="207389"/>
                  </a:lnTo>
                  <a:lnTo>
                    <a:pt x="2574098" y="197294"/>
                  </a:lnTo>
                  <a:lnTo>
                    <a:pt x="2616962" y="186771"/>
                  </a:lnTo>
                  <a:lnTo>
                    <a:pt x="2657521" y="175833"/>
                  </a:lnTo>
                  <a:lnTo>
                    <a:pt x="2695692" y="164494"/>
                  </a:lnTo>
                  <a:lnTo>
                    <a:pt x="2764526" y="140669"/>
                  </a:lnTo>
                  <a:lnTo>
                    <a:pt x="2822787" y="115406"/>
                  </a:lnTo>
                  <a:lnTo>
                    <a:pt x="2869796" y="88815"/>
                  </a:lnTo>
                  <a:lnTo>
                    <a:pt x="2888868" y="75056"/>
                  </a:lnTo>
                  <a:lnTo>
                    <a:pt x="2851277" y="75056"/>
                  </a:lnTo>
                  <a:lnTo>
                    <a:pt x="2972942" y="0"/>
                  </a:lnTo>
                  <a:lnTo>
                    <a:pt x="3001391" y="75056"/>
                  </a:lnTo>
                  <a:lnTo>
                    <a:pt x="2963926" y="75056"/>
                  </a:lnTo>
                  <a:lnTo>
                    <a:pt x="2945136" y="88628"/>
                  </a:lnTo>
                  <a:lnTo>
                    <a:pt x="2898956" y="114862"/>
                  </a:lnTo>
                  <a:lnTo>
                    <a:pt x="2841855" y="139799"/>
                  </a:lnTo>
                  <a:lnTo>
                    <a:pt x="2774487" y="163337"/>
                  </a:lnTo>
                  <a:lnTo>
                    <a:pt x="2737157" y="174548"/>
                  </a:lnTo>
                  <a:lnTo>
                    <a:pt x="2697506" y="185370"/>
                  </a:lnTo>
                  <a:lnTo>
                    <a:pt x="2655614" y="195790"/>
                  </a:lnTo>
                  <a:lnTo>
                    <a:pt x="2611564" y="205796"/>
                  </a:lnTo>
                  <a:lnTo>
                    <a:pt x="2565438" y="215374"/>
                  </a:lnTo>
                  <a:lnTo>
                    <a:pt x="2517317" y="224511"/>
                  </a:lnTo>
                  <a:lnTo>
                    <a:pt x="2467283" y="233195"/>
                  </a:lnTo>
                  <a:lnTo>
                    <a:pt x="2415418" y="241412"/>
                  </a:lnTo>
                  <a:lnTo>
                    <a:pt x="2361803" y="249150"/>
                  </a:lnTo>
                  <a:lnTo>
                    <a:pt x="2306521" y="256395"/>
                  </a:lnTo>
                  <a:lnTo>
                    <a:pt x="2249653" y="263135"/>
                  </a:lnTo>
                  <a:lnTo>
                    <a:pt x="2191280" y="269357"/>
                  </a:lnTo>
                  <a:lnTo>
                    <a:pt x="2131484" y="275048"/>
                  </a:lnTo>
                  <a:lnTo>
                    <a:pt x="2070348" y="280195"/>
                  </a:lnTo>
                  <a:lnTo>
                    <a:pt x="2007953" y="284784"/>
                  </a:lnTo>
                  <a:lnTo>
                    <a:pt x="1944380" y="288804"/>
                  </a:lnTo>
                  <a:lnTo>
                    <a:pt x="1879712" y="292240"/>
                  </a:lnTo>
                  <a:lnTo>
                    <a:pt x="1814029" y="295081"/>
                  </a:lnTo>
                  <a:lnTo>
                    <a:pt x="1747415" y="297313"/>
                  </a:lnTo>
                  <a:lnTo>
                    <a:pt x="1679950" y="298924"/>
                  </a:lnTo>
                  <a:lnTo>
                    <a:pt x="1611716" y="299899"/>
                  </a:lnTo>
                  <a:lnTo>
                    <a:pt x="1542796" y="300228"/>
                  </a:lnTo>
                  <a:lnTo>
                    <a:pt x="1467739" y="300228"/>
                  </a:lnTo>
                  <a:lnTo>
                    <a:pt x="1392206" y="299837"/>
                  </a:lnTo>
                  <a:lnTo>
                    <a:pt x="1317666" y="298678"/>
                  </a:lnTo>
                  <a:lnTo>
                    <a:pt x="1244209" y="296769"/>
                  </a:lnTo>
                  <a:lnTo>
                    <a:pt x="1171929" y="294130"/>
                  </a:lnTo>
                  <a:lnTo>
                    <a:pt x="1100917" y="290779"/>
                  </a:lnTo>
                  <a:lnTo>
                    <a:pt x="1031266" y="286734"/>
                  </a:lnTo>
                  <a:lnTo>
                    <a:pt x="963068" y="282015"/>
                  </a:lnTo>
                  <a:lnTo>
                    <a:pt x="896415" y="276641"/>
                  </a:lnTo>
                  <a:lnTo>
                    <a:pt x="831399" y="270630"/>
                  </a:lnTo>
                  <a:lnTo>
                    <a:pt x="768113" y="264002"/>
                  </a:lnTo>
                  <a:lnTo>
                    <a:pt x="706649" y="256774"/>
                  </a:lnTo>
                  <a:lnTo>
                    <a:pt x="647098" y="248967"/>
                  </a:lnTo>
                  <a:lnTo>
                    <a:pt x="589553" y="240598"/>
                  </a:lnTo>
                  <a:lnTo>
                    <a:pt x="534107" y="231686"/>
                  </a:lnTo>
                  <a:lnTo>
                    <a:pt x="480852" y="222251"/>
                  </a:lnTo>
                  <a:lnTo>
                    <a:pt x="429879" y="212312"/>
                  </a:lnTo>
                  <a:lnTo>
                    <a:pt x="381281" y="201886"/>
                  </a:lnTo>
                  <a:lnTo>
                    <a:pt x="335150" y="190993"/>
                  </a:lnTo>
                  <a:lnTo>
                    <a:pt x="291578" y="179652"/>
                  </a:lnTo>
                  <a:lnTo>
                    <a:pt x="250658" y="167882"/>
                  </a:lnTo>
                  <a:lnTo>
                    <a:pt x="212482" y="155701"/>
                  </a:lnTo>
                  <a:lnTo>
                    <a:pt x="144729" y="130183"/>
                  </a:lnTo>
                  <a:lnTo>
                    <a:pt x="89058" y="103248"/>
                  </a:lnTo>
                  <a:lnTo>
                    <a:pt x="46206" y="75048"/>
                  </a:lnTo>
                  <a:lnTo>
                    <a:pt x="16910" y="45733"/>
                  </a:lnTo>
                  <a:lnTo>
                    <a:pt x="0" y="0"/>
                  </a:lnTo>
                  <a:lnTo>
                    <a:pt x="75057" y="0"/>
                  </a:lnTo>
                  <a:lnTo>
                    <a:pt x="76966" y="15454"/>
                  </a:lnTo>
                  <a:lnTo>
                    <a:pt x="82634" y="30704"/>
                  </a:lnTo>
                  <a:lnTo>
                    <a:pt x="121263" y="75048"/>
                  </a:lnTo>
                  <a:lnTo>
                    <a:pt x="164115" y="103248"/>
                  </a:lnTo>
                  <a:lnTo>
                    <a:pt x="219786" y="130183"/>
                  </a:lnTo>
                  <a:lnTo>
                    <a:pt x="287539" y="155701"/>
                  </a:lnTo>
                  <a:lnTo>
                    <a:pt x="325715" y="167882"/>
                  </a:lnTo>
                  <a:lnTo>
                    <a:pt x="366635" y="179652"/>
                  </a:lnTo>
                  <a:lnTo>
                    <a:pt x="410207" y="190993"/>
                  </a:lnTo>
                  <a:lnTo>
                    <a:pt x="456338" y="201886"/>
                  </a:lnTo>
                  <a:lnTo>
                    <a:pt x="504936" y="212312"/>
                  </a:lnTo>
                  <a:lnTo>
                    <a:pt x="555909" y="222251"/>
                  </a:lnTo>
                  <a:lnTo>
                    <a:pt x="609164" y="231686"/>
                  </a:lnTo>
                  <a:lnTo>
                    <a:pt x="664610" y="240598"/>
                  </a:lnTo>
                  <a:lnTo>
                    <a:pt x="722155" y="248967"/>
                  </a:lnTo>
                  <a:lnTo>
                    <a:pt x="781706" y="256774"/>
                  </a:lnTo>
                  <a:lnTo>
                    <a:pt x="843170" y="264002"/>
                  </a:lnTo>
                  <a:lnTo>
                    <a:pt x="906456" y="270630"/>
                  </a:lnTo>
                  <a:lnTo>
                    <a:pt x="971472" y="276641"/>
                  </a:lnTo>
                  <a:lnTo>
                    <a:pt x="1038125" y="282015"/>
                  </a:lnTo>
                  <a:lnTo>
                    <a:pt x="1106323" y="286734"/>
                  </a:lnTo>
                  <a:lnTo>
                    <a:pt x="1175974" y="290779"/>
                  </a:lnTo>
                  <a:lnTo>
                    <a:pt x="1246986" y="294130"/>
                  </a:lnTo>
                  <a:lnTo>
                    <a:pt x="1319266" y="296769"/>
                  </a:lnTo>
                  <a:lnTo>
                    <a:pt x="1392723" y="298678"/>
                  </a:lnTo>
                  <a:lnTo>
                    <a:pt x="1467263" y="299837"/>
                  </a:lnTo>
                  <a:lnTo>
                    <a:pt x="1542796" y="300228"/>
                  </a:lnTo>
                </a:path>
              </a:pathLst>
            </a:custGeom>
            <a:ln w="25400">
              <a:solidFill>
                <a:srgbClr val="008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83251" y="3602735"/>
              <a:ext cx="1069086" cy="564641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4830317" y="3657396"/>
            <a:ext cx="7581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INSERT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539839" y="1878075"/>
            <a:ext cx="577850" cy="783590"/>
          </a:xfrm>
          <a:custGeom>
            <a:avLst/>
            <a:gdLst/>
            <a:ahLst/>
            <a:cxnLst/>
            <a:rect l="l" t="t" r="r" b="b"/>
            <a:pathLst>
              <a:path w="577850" h="783589">
                <a:moveTo>
                  <a:pt x="216484" y="652691"/>
                </a:moveTo>
                <a:lnTo>
                  <a:pt x="187617" y="652691"/>
                </a:lnTo>
                <a:lnTo>
                  <a:pt x="187617" y="739470"/>
                </a:lnTo>
                <a:lnTo>
                  <a:pt x="216484" y="739470"/>
                </a:lnTo>
                <a:lnTo>
                  <a:pt x="216484" y="652691"/>
                </a:lnTo>
                <a:close/>
              </a:path>
              <a:path w="577850" h="783589">
                <a:moveTo>
                  <a:pt x="216484" y="536968"/>
                </a:moveTo>
                <a:lnTo>
                  <a:pt x="187617" y="536968"/>
                </a:lnTo>
                <a:lnTo>
                  <a:pt x="187617" y="623760"/>
                </a:lnTo>
                <a:lnTo>
                  <a:pt x="216484" y="623760"/>
                </a:lnTo>
                <a:lnTo>
                  <a:pt x="216484" y="536968"/>
                </a:lnTo>
                <a:close/>
              </a:path>
              <a:path w="577850" h="783589">
                <a:moveTo>
                  <a:pt x="216484" y="421259"/>
                </a:moveTo>
                <a:lnTo>
                  <a:pt x="187617" y="421259"/>
                </a:lnTo>
                <a:lnTo>
                  <a:pt x="187617" y="508050"/>
                </a:lnTo>
                <a:lnTo>
                  <a:pt x="216484" y="508050"/>
                </a:lnTo>
                <a:lnTo>
                  <a:pt x="216484" y="421259"/>
                </a:lnTo>
                <a:close/>
              </a:path>
              <a:path w="577850" h="783589">
                <a:moveTo>
                  <a:pt x="389674" y="652691"/>
                </a:moveTo>
                <a:lnTo>
                  <a:pt x="360807" y="652691"/>
                </a:lnTo>
                <a:lnTo>
                  <a:pt x="360807" y="739470"/>
                </a:lnTo>
                <a:lnTo>
                  <a:pt x="389674" y="739470"/>
                </a:lnTo>
                <a:lnTo>
                  <a:pt x="389674" y="652691"/>
                </a:lnTo>
                <a:close/>
              </a:path>
              <a:path w="577850" h="783589">
                <a:moveTo>
                  <a:pt x="389674" y="536968"/>
                </a:moveTo>
                <a:lnTo>
                  <a:pt x="360807" y="536968"/>
                </a:lnTo>
                <a:lnTo>
                  <a:pt x="360807" y="623760"/>
                </a:lnTo>
                <a:lnTo>
                  <a:pt x="389674" y="623760"/>
                </a:lnTo>
                <a:lnTo>
                  <a:pt x="389674" y="536968"/>
                </a:lnTo>
                <a:close/>
              </a:path>
              <a:path w="577850" h="783589">
                <a:moveTo>
                  <a:pt x="389674" y="421259"/>
                </a:moveTo>
                <a:lnTo>
                  <a:pt x="360807" y="421259"/>
                </a:lnTo>
                <a:lnTo>
                  <a:pt x="360807" y="508050"/>
                </a:lnTo>
                <a:lnTo>
                  <a:pt x="389674" y="508050"/>
                </a:lnTo>
                <a:lnTo>
                  <a:pt x="389674" y="421259"/>
                </a:lnTo>
                <a:close/>
              </a:path>
              <a:path w="577850" h="783589">
                <a:moveTo>
                  <a:pt x="577291" y="652691"/>
                </a:moveTo>
                <a:lnTo>
                  <a:pt x="533996" y="652691"/>
                </a:lnTo>
                <a:lnTo>
                  <a:pt x="533996" y="739470"/>
                </a:lnTo>
                <a:lnTo>
                  <a:pt x="577291" y="739470"/>
                </a:lnTo>
                <a:lnTo>
                  <a:pt x="577291" y="652691"/>
                </a:lnTo>
                <a:close/>
              </a:path>
              <a:path w="577850" h="783589">
                <a:moveTo>
                  <a:pt x="577291" y="536968"/>
                </a:moveTo>
                <a:lnTo>
                  <a:pt x="533996" y="536968"/>
                </a:lnTo>
                <a:lnTo>
                  <a:pt x="533996" y="623760"/>
                </a:lnTo>
                <a:lnTo>
                  <a:pt x="577291" y="623760"/>
                </a:lnTo>
                <a:lnTo>
                  <a:pt x="577291" y="536968"/>
                </a:lnTo>
                <a:close/>
              </a:path>
              <a:path w="577850" h="783589">
                <a:moveTo>
                  <a:pt x="577291" y="421259"/>
                </a:moveTo>
                <a:lnTo>
                  <a:pt x="533996" y="421259"/>
                </a:lnTo>
                <a:lnTo>
                  <a:pt x="533996" y="508050"/>
                </a:lnTo>
                <a:lnTo>
                  <a:pt x="577291" y="508050"/>
                </a:lnTo>
                <a:lnTo>
                  <a:pt x="577291" y="421259"/>
                </a:lnTo>
                <a:close/>
              </a:path>
              <a:path w="577850" h="783589">
                <a:moveTo>
                  <a:pt x="577291" y="0"/>
                </a:moveTo>
                <a:lnTo>
                  <a:pt x="0" y="0"/>
                </a:lnTo>
                <a:lnTo>
                  <a:pt x="0" y="43180"/>
                </a:lnTo>
                <a:lnTo>
                  <a:pt x="0" y="129540"/>
                </a:lnTo>
                <a:lnTo>
                  <a:pt x="0" y="783183"/>
                </a:lnTo>
                <a:lnTo>
                  <a:pt x="577291" y="783183"/>
                </a:lnTo>
                <a:lnTo>
                  <a:pt x="577291" y="739952"/>
                </a:lnTo>
                <a:lnTo>
                  <a:pt x="43294" y="739952"/>
                </a:lnTo>
                <a:lnTo>
                  <a:pt x="43294" y="652221"/>
                </a:lnTo>
                <a:lnTo>
                  <a:pt x="577291" y="652221"/>
                </a:lnTo>
                <a:lnTo>
                  <a:pt x="577291" y="624255"/>
                </a:lnTo>
                <a:lnTo>
                  <a:pt x="43294" y="624255"/>
                </a:lnTo>
                <a:lnTo>
                  <a:pt x="43294" y="536524"/>
                </a:lnTo>
                <a:lnTo>
                  <a:pt x="577291" y="536524"/>
                </a:lnTo>
                <a:lnTo>
                  <a:pt x="577291" y="508558"/>
                </a:lnTo>
                <a:lnTo>
                  <a:pt x="43294" y="508558"/>
                </a:lnTo>
                <a:lnTo>
                  <a:pt x="43294" y="420827"/>
                </a:lnTo>
                <a:lnTo>
                  <a:pt x="577291" y="420827"/>
                </a:lnTo>
                <a:lnTo>
                  <a:pt x="577291" y="403860"/>
                </a:lnTo>
                <a:lnTo>
                  <a:pt x="577291" y="377609"/>
                </a:lnTo>
                <a:lnTo>
                  <a:pt x="577291" y="360680"/>
                </a:lnTo>
                <a:lnTo>
                  <a:pt x="43294" y="360680"/>
                </a:lnTo>
                <a:lnTo>
                  <a:pt x="43294" y="274320"/>
                </a:lnTo>
                <a:lnTo>
                  <a:pt x="187617" y="274320"/>
                </a:lnTo>
                <a:lnTo>
                  <a:pt x="187617" y="360413"/>
                </a:lnTo>
                <a:lnTo>
                  <a:pt x="216484" y="360413"/>
                </a:lnTo>
                <a:lnTo>
                  <a:pt x="216484" y="274320"/>
                </a:lnTo>
                <a:lnTo>
                  <a:pt x="360807" y="274320"/>
                </a:lnTo>
                <a:lnTo>
                  <a:pt x="360807" y="360413"/>
                </a:lnTo>
                <a:lnTo>
                  <a:pt x="389674" y="360413"/>
                </a:lnTo>
                <a:lnTo>
                  <a:pt x="389674" y="274320"/>
                </a:lnTo>
                <a:lnTo>
                  <a:pt x="533996" y="274320"/>
                </a:lnTo>
                <a:lnTo>
                  <a:pt x="533996" y="360413"/>
                </a:lnTo>
                <a:lnTo>
                  <a:pt x="577291" y="360413"/>
                </a:lnTo>
                <a:lnTo>
                  <a:pt x="577291" y="274320"/>
                </a:lnTo>
                <a:lnTo>
                  <a:pt x="577291" y="273812"/>
                </a:lnTo>
                <a:lnTo>
                  <a:pt x="577291" y="245110"/>
                </a:lnTo>
                <a:lnTo>
                  <a:pt x="43294" y="245110"/>
                </a:lnTo>
                <a:lnTo>
                  <a:pt x="43294" y="158750"/>
                </a:lnTo>
                <a:lnTo>
                  <a:pt x="187617" y="158750"/>
                </a:lnTo>
                <a:lnTo>
                  <a:pt x="187617" y="244944"/>
                </a:lnTo>
                <a:lnTo>
                  <a:pt x="216484" y="244944"/>
                </a:lnTo>
                <a:lnTo>
                  <a:pt x="216484" y="158750"/>
                </a:lnTo>
                <a:lnTo>
                  <a:pt x="360807" y="158750"/>
                </a:lnTo>
                <a:lnTo>
                  <a:pt x="360807" y="244944"/>
                </a:lnTo>
                <a:lnTo>
                  <a:pt x="389674" y="244944"/>
                </a:lnTo>
                <a:lnTo>
                  <a:pt x="389674" y="158750"/>
                </a:lnTo>
                <a:lnTo>
                  <a:pt x="533996" y="158750"/>
                </a:lnTo>
                <a:lnTo>
                  <a:pt x="533996" y="244944"/>
                </a:lnTo>
                <a:lnTo>
                  <a:pt x="577291" y="244944"/>
                </a:lnTo>
                <a:lnTo>
                  <a:pt x="577291" y="158750"/>
                </a:lnTo>
                <a:lnTo>
                  <a:pt x="577291" y="158343"/>
                </a:lnTo>
                <a:lnTo>
                  <a:pt x="577291" y="129540"/>
                </a:lnTo>
                <a:lnTo>
                  <a:pt x="43294" y="129540"/>
                </a:lnTo>
                <a:lnTo>
                  <a:pt x="43294" y="43180"/>
                </a:lnTo>
                <a:lnTo>
                  <a:pt x="187617" y="43180"/>
                </a:lnTo>
                <a:lnTo>
                  <a:pt x="187617" y="129489"/>
                </a:lnTo>
                <a:lnTo>
                  <a:pt x="216484" y="129489"/>
                </a:lnTo>
                <a:lnTo>
                  <a:pt x="216484" y="43180"/>
                </a:lnTo>
                <a:lnTo>
                  <a:pt x="360807" y="43180"/>
                </a:lnTo>
                <a:lnTo>
                  <a:pt x="360807" y="129489"/>
                </a:lnTo>
                <a:lnTo>
                  <a:pt x="389674" y="129489"/>
                </a:lnTo>
                <a:lnTo>
                  <a:pt x="389674" y="43180"/>
                </a:lnTo>
                <a:lnTo>
                  <a:pt x="533996" y="43180"/>
                </a:lnTo>
                <a:lnTo>
                  <a:pt x="533996" y="129489"/>
                </a:lnTo>
                <a:lnTo>
                  <a:pt x="577291" y="129489"/>
                </a:lnTo>
                <a:lnTo>
                  <a:pt x="577291" y="43180"/>
                </a:lnTo>
                <a:lnTo>
                  <a:pt x="577291" y="42887"/>
                </a:lnTo>
                <a:lnTo>
                  <a:pt x="577291" y="0"/>
                </a:lnTo>
                <a:close/>
              </a:path>
            </a:pathLst>
          </a:custGeom>
          <a:solidFill>
            <a:srgbClr val="66BE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539839" y="2722371"/>
            <a:ext cx="577850" cy="403860"/>
          </a:xfrm>
          <a:custGeom>
            <a:avLst/>
            <a:gdLst/>
            <a:ahLst/>
            <a:cxnLst/>
            <a:rect l="l" t="t" r="r" b="b"/>
            <a:pathLst>
              <a:path w="577850" h="403860">
                <a:moveTo>
                  <a:pt x="577291" y="0"/>
                </a:moveTo>
                <a:lnTo>
                  <a:pt x="0" y="0"/>
                </a:lnTo>
                <a:lnTo>
                  <a:pt x="0" y="43180"/>
                </a:lnTo>
                <a:lnTo>
                  <a:pt x="0" y="129540"/>
                </a:lnTo>
                <a:lnTo>
                  <a:pt x="0" y="403860"/>
                </a:lnTo>
                <a:lnTo>
                  <a:pt x="577291" y="403860"/>
                </a:lnTo>
                <a:lnTo>
                  <a:pt x="577291" y="360680"/>
                </a:lnTo>
                <a:lnTo>
                  <a:pt x="43294" y="360680"/>
                </a:lnTo>
                <a:lnTo>
                  <a:pt x="43294" y="274320"/>
                </a:lnTo>
                <a:lnTo>
                  <a:pt x="187617" y="274320"/>
                </a:lnTo>
                <a:lnTo>
                  <a:pt x="187617" y="360413"/>
                </a:lnTo>
                <a:lnTo>
                  <a:pt x="216484" y="360413"/>
                </a:lnTo>
                <a:lnTo>
                  <a:pt x="216484" y="274320"/>
                </a:lnTo>
                <a:lnTo>
                  <a:pt x="360807" y="274320"/>
                </a:lnTo>
                <a:lnTo>
                  <a:pt x="360807" y="360413"/>
                </a:lnTo>
                <a:lnTo>
                  <a:pt x="389674" y="360413"/>
                </a:lnTo>
                <a:lnTo>
                  <a:pt x="389674" y="274320"/>
                </a:lnTo>
                <a:lnTo>
                  <a:pt x="533996" y="274320"/>
                </a:lnTo>
                <a:lnTo>
                  <a:pt x="533996" y="360413"/>
                </a:lnTo>
                <a:lnTo>
                  <a:pt x="577291" y="360413"/>
                </a:lnTo>
                <a:lnTo>
                  <a:pt x="577291" y="274320"/>
                </a:lnTo>
                <a:lnTo>
                  <a:pt x="577291" y="273812"/>
                </a:lnTo>
                <a:lnTo>
                  <a:pt x="577291" y="245110"/>
                </a:lnTo>
                <a:lnTo>
                  <a:pt x="43294" y="245110"/>
                </a:lnTo>
                <a:lnTo>
                  <a:pt x="43294" y="158750"/>
                </a:lnTo>
                <a:lnTo>
                  <a:pt x="187617" y="158750"/>
                </a:lnTo>
                <a:lnTo>
                  <a:pt x="187617" y="244944"/>
                </a:lnTo>
                <a:lnTo>
                  <a:pt x="216484" y="244944"/>
                </a:lnTo>
                <a:lnTo>
                  <a:pt x="216484" y="158750"/>
                </a:lnTo>
                <a:lnTo>
                  <a:pt x="360807" y="158750"/>
                </a:lnTo>
                <a:lnTo>
                  <a:pt x="360807" y="244944"/>
                </a:lnTo>
                <a:lnTo>
                  <a:pt x="389674" y="244944"/>
                </a:lnTo>
                <a:lnTo>
                  <a:pt x="389674" y="158750"/>
                </a:lnTo>
                <a:lnTo>
                  <a:pt x="533996" y="158750"/>
                </a:lnTo>
                <a:lnTo>
                  <a:pt x="533996" y="244944"/>
                </a:lnTo>
                <a:lnTo>
                  <a:pt x="577291" y="244944"/>
                </a:lnTo>
                <a:lnTo>
                  <a:pt x="577291" y="158750"/>
                </a:lnTo>
                <a:lnTo>
                  <a:pt x="577291" y="158343"/>
                </a:lnTo>
                <a:lnTo>
                  <a:pt x="577291" y="129540"/>
                </a:lnTo>
                <a:lnTo>
                  <a:pt x="43294" y="129540"/>
                </a:lnTo>
                <a:lnTo>
                  <a:pt x="43294" y="43180"/>
                </a:lnTo>
                <a:lnTo>
                  <a:pt x="187617" y="43180"/>
                </a:lnTo>
                <a:lnTo>
                  <a:pt x="187617" y="129489"/>
                </a:lnTo>
                <a:lnTo>
                  <a:pt x="216484" y="129489"/>
                </a:lnTo>
                <a:lnTo>
                  <a:pt x="216484" y="43180"/>
                </a:lnTo>
                <a:lnTo>
                  <a:pt x="360807" y="43180"/>
                </a:lnTo>
                <a:lnTo>
                  <a:pt x="360807" y="129489"/>
                </a:lnTo>
                <a:lnTo>
                  <a:pt x="389674" y="129489"/>
                </a:lnTo>
                <a:lnTo>
                  <a:pt x="389674" y="43180"/>
                </a:lnTo>
                <a:lnTo>
                  <a:pt x="533996" y="43180"/>
                </a:lnTo>
                <a:lnTo>
                  <a:pt x="533996" y="129489"/>
                </a:lnTo>
                <a:lnTo>
                  <a:pt x="577291" y="129489"/>
                </a:lnTo>
                <a:lnTo>
                  <a:pt x="577291" y="43180"/>
                </a:lnTo>
                <a:lnTo>
                  <a:pt x="577291" y="42887"/>
                </a:lnTo>
                <a:lnTo>
                  <a:pt x="577291" y="0"/>
                </a:lnTo>
                <a:close/>
              </a:path>
            </a:pathLst>
          </a:custGeom>
          <a:solidFill>
            <a:srgbClr val="D6D6D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7548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Streams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26692" y="2761488"/>
            <a:ext cx="1776222" cy="56464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872742" y="2814574"/>
            <a:ext cx="14655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scources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30571" y="1357147"/>
            <a:ext cx="1210310" cy="1639570"/>
          </a:xfrm>
          <a:custGeom>
            <a:avLst/>
            <a:gdLst/>
            <a:ahLst/>
            <a:cxnLst/>
            <a:rect l="l" t="t" r="r" b="b"/>
            <a:pathLst>
              <a:path w="1210310" h="1639570">
                <a:moveTo>
                  <a:pt x="1209687" y="1121244"/>
                </a:moveTo>
                <a:lnTo>
                  <a:pt x="1193634" y="1160716"/>
                </a:lnTo>
                <a:lnTo>
                  <a:pt x="1147965" y="1197013"/>
                </a:lnTo>
                <a:lnTo>
                  <a:pt x="1080071" y="1227620"/>
                </a:lnTo>
                <a:lnTo>
                  <a:pt x="1080071" y="1423441"/>
                </a:lnTo>
                <a:lnTo>
                  <a:pt x="1076972" y="1441119"/>
                </a:lnTo>
                <a:lnTo>
                  <a:pt x="1068197" y="1454746"/>
                </a:lnTo>
                <a:lnTo>
                  <a:pt x="1054557" y="1463522"/>
                </a:lnTo>
                <a:lnTo>
                  <a:pt x="1036866" y="1466621"/>
                </a:lnTo>
                <a:lnTo>
                  <a:pt x="1019187" y="1463522"/>
                </a:lnTo>
                <a:lnTo>
                  <a:pt x="1005547" y="1454746"/>
                </a:lnTo>
                <a:lnTo>
                  <a:pt x="996772" y="1441119"/>
                </a:lnTo>
                <a:lnTo>
                  <a:pt x="993673" y="1423441"/>
                </a:lnTo>
                <a:lnTo>
                  <a:pt x="996772" y="1405775"/>
                </a:lnTo>
                <a:lnTo>
                  <a:pt x="1005547" y="1392148"/>
                </a:lnTo>
                <a:lnTo>
                  <a:pt x="1019187" y="1383372"/>
                </a:lnTo>
                <a:lnTo>
                  <a:pt x="1036866" y="1380274"/>
                </a:lnTo>
                <a:lnTo>
                  <a:pt x="1054557" y="1383372"/>
                </a:lnTo>
                <a:lnTo>
                  <a:pt x="1068197" y="1392148"/>
                </a:lnTo>
                <a:lnTo>
                  <a:pt x="1076972" y="1405775"/>
                </a:lnTo>
                <a:lnTo>
                  <a:pt x="1080071" y="1423441"/>
                </a:lnTo>
                <a:lnTo>
                  <a:pt x="1080071" y="1227620"/>
                </a:lnTo>
                <a:lnTo>
                  <a:pt x="1032014" y="1243203"/>
                </a:lnTo>
                <a:lnTo>
                  <a:pt x="982560" y="1255864"/>
                </a:lnTo>
                <a:lnTo>
                  <a:pt x="928471" y="1266952"/>
                </a:lnTo>
                <a:lnTo>
                  <a:pt x="870229" y="1276311"/>
                </a:lnTo>
                <a:lnTo>
                  <a:pt x="808278" y="1283817"/>
                </a:lnTo>
                <a:lnTo>
                  <a:pt x="743089" y="1289354"/>
                </a:lnTo>
                <a:lnTo>
                  <a:pt x="675119" y="1292758"/>
                </a:lnTo>
                <a:lnTo>
                  <a:pt x="604837" y="1293926"/>
                </a:lnTo>
                <a:lnTo>
                  <a:pt x="534555" y="1292758"/>
                </a:lnTo>
                <a:lnTo>
                  <a:pt x="466598" y="1289354"/>
                </a:lnTo>
                <a:lnTo>
                  <a:pt x="401408" y="1283817"/>
                </a:lnTo>
                <a:lnTo>
                  <a:pt x="339458" y="1276311"/>
                </a:lnTo>
                <a:lnTo>
                  <a:pt x="281203" y="1266952"/>
                </a:lnTo>
                <a:lnTo>
                  <a:pt x="227126" y="1255864"/>
                </a:lnTo>
                <a:lnTo>
                  <a:pt x="177673" y="1243203"/>
                </a:lnTo>
                <a:lnTo>
                  <a:pt x="133311" y="1229080"/>
                </a:lnTo>
                <a:lnTo>
                  <a:pt x="94513" y="1213637"/>
                </a:lnTo>
                <a:lnTo>
                  <a:pt x="35420" y="1179322"/>
                </a:lnTo>
                <a:lnTo>
                  <a:pt x="4089" y="1141310"/>
                </a:lnTo>
                <a:lnTo>
                  <a:pt x="0" y="1121244"/>
                </a:lnTo>
                <a:lnTo>
                  <a:pt x="0" y="1466621"/>
                </a:lnTo>
                <a:lnTo>
                  <a:pt x="16052" y="1506093"/>
                </a:lnTo>
                <a:lnTo>
                  <a:pt x="61722" y="1542389"/>
                </a:lnTo>
                <a:lnTo>
                  <a:pt x="133311" y="1574457"/>
                </a:lnTo>
                <a:lnTo>
                  <a:pt x="177673" y="1588579"/>
                </a:lnTo>
                <a:lnTo>
                  <a:pt x="227126" y="1601241"/>
                </a:lnTo>
                <a:lnTo>
                  <a:pt x="281203" y="1612328"/>
                </a:lnTo>
                <a:lnTo>
                  <a:pt x="339458" y="1621688"/>
                </a:lnTo>
                <a:lnTo>
                  <a:pt x="401408" y="1629194"/>
                </a:lnTo>
                <a:lnTo>
                  <a:pt x="466598" y="1634731"/>
                </a:lnTo>
                <a:lnTo>
                  <a:pt x="534555" y="1638134"/>
                </a:lnTo>
                <a:lnTo>
                  <a:pt x="604837" y="1639303"/>
                </a:lnTo>
                <a:lnTo>
                  <a:pt x="675119" y="1638134"/>
                </a:lnTo>
                <a:lnTo>
                  <a:pt x="743089" y="1634731"/>
                </a:lnTo>
                <a:lnTo>
                  <a:pt x="808278" y="1629194"/>
                </a:lnTo>
                <a:lnTo>
                  <a:pt x="870229" y="1621688"/>
                </a:lnTo>
                <a:lnTo>
                  <a:pt x="928484" y="1612328"/>
                </a:lnTo>
                <a:lnTo>
                  <a:pt x="982560" y="1601241"/>
                </a:lnTo>
                <a:lnTo>
                  <a:pt x="1032014" y="1588579"/>
                </a:lnTo>
                <a:lnTo>
                  <a:pt x="1076375" y="1574457"/>
                </a:lnTo>
                <a:lnTo>
                  <a:pt x="1115174" y="1559026"/>
                </a:lnTo>
                <a:lnTo>
                  <a:pt x="1174267" y="1524698"/>
                </a:lnTo>
                <a:lnTo>
                  <a:pt x="1205598" y="1486687"/>
                </a:lnTo>
                <a:lnTo>
                  <a:pt x="1209687" y="1466621"/>
                </a:lnTo>
                <a:lnTo>
                  <a:pt x="1209687" y="1380274"/>
                </a:lnTo>
                <a:lnTo>
                  <a:pt x="1209687" y="1293926"/>
                </a:lnTo>
                <a:lnTo>
                  <a:pt x="1209687" y="1121244"/>
                </a:lnTo>
                <a:close/>
              </a:path>
              <a:path w="1210310" h="1639570">
                <a:moveTo>
                  <a:pt x="1209687" y="689521"/>
                </a:moveTo>
                <a:lnTo>
                  <a:pt x="1193634" y="728992"/>
                </a:lnTo>
                <a:lnTo>
                  <a:pt x="1147965" y="765289"/>
                </a:lnTo>
                <a:lnTo>
                  <a:pt x="1080071" y="795896"/>
                </a:lnTo>
                <a:lnTo>
                  <a:pt x="1080071" y="991730"/>
                </a:lnTo>
                <a:lnTo>
                  <a:pt x="1076972" y="1009396"/>
                </a:lnTo>
                <a:lnTo>
                  <a:pt x="1068197" y="1023023"/>
                </a:lnTo>
                <a:lnTo>
                  <a:pt x="1054557" y="1031798"/>
                </a:lnTo>
                <a:lnTo>
                  <a:pt x="1036866" y="1034897"/>
                </a:lnTo>
                <a:lnTo>
                  <a:pt x="1019187" y="1031798"/>
                </a:lnTo>
                <a:lnTo>
                  <a:pt x="1005547" y="1023023"/>
                </a:lnTo>
                <a:lnTo>
                  <a:pt x="996772" y="1009396"/>
                </a:lnTo>
                <a:lnTo>
                  <a:pt x="993673" y="991730"/>
                </a:lnTo>
                <a:lnTo>
                  <a:pt x="996772" y="974051"/>
                </a:lnTo>
                <a:lnTo>
                  <a:pt x="1005547" y="960424"/>
                </a:lnTo>
                <a:lnTo>
                  <a:pt x="1019187" y="951661"/>
                </a:lnTo>
                <a:lnTo>
                  <a:pt x="1036866" y="948550"/>
                </a:lnTo>
                <a:lnTo>
                  <a:pt x="1054557" y="951661"/>
                </a:lnTo>
                <a:lnTo>
                  <a:pt x="1068197" y="960424"/>
                </a:lnTo>
                <a:lnTo>
                  <a:pt x="1076972" y="974051"/>
                </a:lnTo>
                <a:lnTo>
                  <a:pt x="1080071" y="991730"/>
                </a:lnTo>
                <a:lnTo>
                  <a:pt x="1080071" y="795896"/>
                </a:lnTo>
                <a:lnTo>
                  <a:pt x="1032014" y="811479"/>
                </a:lnTo>
                <a:lnTo>
                  <a:pt x="982560" y="824141"/>
                </a:lnTo>
                <a:lnTo>
                  <a:pt x="928471" y="835228"/>
                </a:lnTo>
                <a:lnTo>
                  <a:pt x="870229" y="844588"/>
                </a:lnTo>
                <a:lnTo>
                  <a:pt x="808278" y="852093"/>
                </a:lnTo>
                <a:lnTo>
                  <a:pt x="743089" y="857631"/>
                </a:lnTo>
                <a:lnTo>
                  <a:pt x="675119" y="861047"/>
                </a:lnTo>
                <a:lnTo>
                  <a:pt x="604837" y="862203"/>
                </a:lnTo>
                <a:lnTo>
                  <a:pt x="534555" y="861047"/>
                </a:lnTo>
                <a:lnTo>
                  <a:pt x="466598" y="857631"/>
                </a:lnTo>
                <a:lnTo>
                  <a:pt x="401408" y="852093"/>
                </a:lnTo>
                <a:lnTo>
                  <a:pt x="339458" y="844588"/>
                </a:lnTo>
                <a:lnTo>
                  <a:pt x="281203" y="835228"/>
                </a:lnTo>
                <a:lnTo>
                  <a:pt x="227126" y="824141"/>
                </a:lnTo>
                <a:lnTo>
                  <a:pt x="177673" y="811479"/>
                </a:lnTo>
                <a:lnTo>
                  <a:pt x="133311" y="797356"/>
                </a:lnTo>
                <a:lnTo>
                  <a:pt x="94513" y="781926"/>
                </a:lnTo>
                <a:lnTo>
                  <a:pt x="35420" y="747598"/>
                </a:lnTo>
                <a:lnTo>
                  <a:pt x="4089" y="709587"/>
                </a:lnTo>
                <a:lnTo>
                  <a:pt x="0" y="689521"/>
                </a:lnTo>
                <a:lnTo>
                  <a:pt x="0" y="1034897"/>
                </a:lnTo>
                <a:lnTo>
                  <a:pt x="16052" y="1074369"/>
                </a:lnTo>
                <a:lnTo>
                  <a:pt x="61722" y="1110665"/>
                </a:lnTo>
                <a:lnTo>
                  <a:pt x="133311" y="1142733"/>
                </a:lnTo>
                <a:lnTo>
                  <a:pt x="177673" y="1156855"/>
                </a:lnTo>
                <a:lnTo>
                  <a:pt x="227126" y="1169530"/>
                </a:lnTo>
                <a:lnTo>
                  <a:pt x="281203" y="1180604"/>
                </a:lnTo>
                <a:lnTo>
                  <a:pt x="339458" y="1189964"/>
                </a:lnTo>
                <a:lnTo>
                  <a:pt x="401408" y="1197470"/>
                </a:lnTo>
                <a:lnTo>
                  <a:pt x="466598" y="1203007"/>
                </a:lnTo>
                <a:lnTo>
                  <a:pt x="534555" y="1206423"/>
                </a:lnTo>
                <a:lnTo>
                  <a:pt x="604837" y="1207592"/>
                </a:lnTo>
                <a:lnTo>
                  <a:pt x="675119" y="1206423"/>
                </a:lnTo>
                <a:lnTo>
                  <a:pt x="743089" y="1203007"/>
                </a:lnTo>
                <a:lnTo>
                  <a:pt x="808278" y="1197470"/>
                </a:lnTo>
                <a:lnTo>
                  <a:pt x="870229" y="1189964"/>
                </a:lnTo>
                <a:lnTo>
                  <a:pt x="928471" y="1180604"/>
                </a:lnTo>
                <a:lnTo>
                  <a:pt x="982560" y="1169530"/>
                </a:lnTo>
                <a:lnTo>
                  <a:pt x="1032014" y="1156855"/>
                </a:lnTo>
                <a:lnTo>
                  <a:pt x="1076375" y="1142746"/>
                </a:lnTo>
                <a:lnTo>
                  <a:pt x="1115174" y="1127302"/>
                </a:lnTo>
                <a:lnTo>
                  <a:pt x="1174267" y="1092987"/>
                </a:lnTo>
                <a:lnTo>
                  <a:pt x="1205598" y="1054963"/>
                </a:lnTo>
                <a:lnTo>
                  <a:pt x="1209687" y="1034897"/>
                </a:lnTo>
                <a:lnTo>
                  <a:pt x="1209687" y="948550"/>
                </a:lnTo>
                <a:lnTo>
                  <a:pt x="1209687" y="862203"/>
                </a:lnTo>
                <a:lnTo>
                  <a:pt x="1209687" y="689521"/>
                </a:lnTo>
                <a:close/>
              </a:path>
              <a:path w="1210310" h="1639570">
                <a:moveTo>
                  <a:pt x="1209687" y="257797"/>
                </a:moveTo>
                <a:lnTo>
                  <a:pt x="1193634" y="297268"/>
                </a:lnTo>
                <a:lnTo>
                  <a:pt x="1147965" y="333565"/>
                </a:lnTo>
                <a:lnTo>
                  <a:pt x="1080071" y="364185"/>
                </a:lnTo>
                <a:lnTo>
                  <a:pt x="1080071" y="560006"/>
                </a:lnTo>
                <a:lnTo>
                  <a:pt x="1076972" y="577672"/>
                </a:lnTo>
                <a:lnTo>
                  <a:pt x="1068197" y="591299"/>
                </a:lnTo>
                <a:lnTo>
                  <a:pt x="1054557" y="600075"/>
                </a:lnTo>
                <a:lnTo>
                  <a:pt x="1036866" y="603173"/>
                </a:lnTo>
                <a:lnTo>
                  <a:pt x="1019187" y="600075"/>
                </a:lnTo>
                <a:lnTo>
                  <a:pt x="1005547" y="591299"/>
                </a:lnTo>
                <a:lnTo>
                  <a:pt x="996772" y="577672"/>
                </a:lnTo>
                <a:lnTo>
                  <a:pt x="993673" y="560006"/>
                </a:lnTo>
                <a:lnTo>
                  <a:pt x="996772" y="542328"/>
                </a:lnTo>
                <a:lnTo>
                  <a:pt x="1005547" y="528701"/>
                </a:lnTo>
                <a:lnTo>
                  <a:pt x="1019187" y="519938"/>
                </a:lnTo>
                <a:lnTo>
                  <a:pt x="1036866" y="516826"/>
                </a:lnTo>
                <a:lnTo>
                  <a:pt x="1054557" y="519938"/>
                </a:lnTo>
                <a:lnTo>
                  <a:pt x="1068197" y="528701"/>
                </a:lnTo>
                <a:lnTo>
                  <a:pt x="1076972" y="542328"/>
                </a:lnTo>
                <a:lnTo>
                  <a:pt x="1080071" y="560006"/>
                </a:lnTo>
                <a:lnTo>
                  <a:pt x="1080071" y="364185"/>
                </a:lnTo>
                <a:lnTo>
                  <a:pt x="1032014" y="379755"/>
                </a:lnTo>
                <a:lnTo>
                  <a:pt x="982560" y="392430"/>
                </a:lnTo>
                <a:lnTo>
                  <a:pt x="928471" y="403504"/>
                </a:lnTo>
                <a:lnTo>
                  <a:pt x="870229" y="412864"/>
                </a:lnTo>
                <a:lnTo>
                  <a:pt x="808278" y="420370"/>
                </a:lnTo>
                <a:lnTo>
                  <a:pt x="743089" y="425907"/>
                </a:lnTo>
                <a:lnTo>
                  <a:pt x="675119" y="429323"/>
                </a:lnTo>
                <a:lnTo>
                  <a:pt x="604837" y="430491"/>
                </a:lnTo>
                <a:lnTo>
                  <a:pt x="534555" y="429323"/>
                </a:lnTo>
                <a:lnTo>
                  <a:pt x="466598" y="425907"/>
                </a:lnTo>
                <a:lnTo>
                  <a:pt x="401408" y="420370"/>
                </a:lnTo>
                <a:lnTo>
                  <a:pt x="339458" y="412864"/>
                </a:lnTo>
                <a:lnTo>
                  <a:pt x="281203" y="403504"/>
                </a:lnTo>
                <a:lnTo>
                  <a:pt x="227126" y="392430"/>
                </a:lnTo>
                <a:lnTo>
                  <a:pt x="177673" y="379755"/>
                </a:lnTo>
                <a:lnTo>
                  <a:pt x="133311" y="365645"/>
                </a:lnTo>
                <a:lnTo>
                  <a:pt x="94513" y="350202"/>
                </a:lnTo>
                <a:lnTo>
                  <a:pt x="35420" y="315887"/>
                </a:lnTo>
                <a:lnTo>
                  <a:pt x="4089" y="277863"/>
                </a:lnTo>
                <a:lnTo>
                  <a:pt x="0" y="257797"/>
                </a:lnTo>
                <a:lnTo>
                  <a:pt x="0" y="603173"/>
                </a:lnTo>
                <a:lnTo>
                  <a:pt x="16052" y="642645"/>
                </a:lnTo>
                <a:lnTo>
                  <a:pt x="61722" y="678942"/>
                </a:lnTo>
                <a:lnTo>
                  <a:pt x="133311" y="711022"/>
                </a:lnTo>
                <a:lnTo>
                  <a:pt x="177673" y="725131"/>
                </a:lnTo>
                <a:lnTo>
                  <a:pt x="227126" y="737806"/>
                </a:lnTo>
                <a:lnTo>
                  <a:pt x="281203" y="748880"/>
                </a:lnTo>
                <a:lnTo>
                  <a:pt x="339458" y="758240"/>
                </a:lnTo>
                <a:lnTo>
                  <a:pt x="401408" y="765759"/>
                </a:lnTo>
                <a:lnTo>
                  <a:pt x="466598" y="771283"/>
                </a:lnTo>
                <a:lnTo>
                  <a:pt x="534555" y="774700"/>
                </a:lnTo>
                <a:lnTo>
                  <a:pt x="604837" y="775868"/>
                </a:lnTo>
                <a:lnTo>
                  <a:pt x="675119" y="774700"/>
                </a:lnTo>
                <a:lnTo>
                  <a:pt x="743089" y="771283"/>
                </a:lnTo>
                <a:lnTo>
                  <a:pt x="808278" y="765759"/>
                </a:lnTo>
                <a:lnTo>
                  <a:pt x="870229" y="758240"/>
                </a:lnTo>
                <a:lnTo>
                  <a:pt x="928471" y="748880"/>
                </a:lnTo>
                <a:lnTo>
                  <a:pt x="982560" y="737806"/>
                </a:lnTo>
                <a:lnTo>
                  <a:pt x="1032014" y="725131"/>
                </a:lnTo>
                <a:lnTo>
                  <a:pt x="1076375" y="711022"/>
                </a:lnTo>
                <a:lnTo>
                  <a:pt x="1115174" y="695579"/>
                </a:lnTo>
                <a:lnTo>
                  <a:pt x="1174267" y="661263"/>
                </a:lnTo>
                <a:lnTo>
                  <a:pt x="1205598" y="623239"/>
                </a:lnTo>
                <a:lnTo>
                  <a:pt x="1209687" y="603173"/>
                </a:lnTo>
                <a:lnTo>
                  <a:pt x="1209687" y="516826"/>
                </a:lnTo>
                <a:lnTo>
                  <a:pt x="1209687" y="430491"/>
                </a:lnTo>
                <a:lnTo>
                  <a:pt x="1209687" y="257797"/>
                </a:lnTo>
                <a:close/>
              </a:path>
              <a:path w="1210310" h="1639570">
                <a:moveTo>
                  <a:pt x="1209687" y="171450"/>
                </a:moveTo>
                <a:lnTo>
                  <a:pt x="1193711" y="131864"/>
                </a:lnTo>
                <a:lnTo>
                  <a:pt x="1148207" y="95516"/>
                </a:lnTo>
                <a:lnTo>
                  <a:pt x="1076807" y="63474"/>
                </a:lnTo>
                <a:lnTo>
                  <a:pt x="1032535" y="49377"/>
                </a:lnTo>
                <a:lnTo>
                  <a:pt x="983145" y="36741"/>
                </a:lnTo>
                <a:lnTo>
                  <a:pt x="929093" y="25704"/>
                </a:lnTo>
                <a:lnTo>
                  <a:pt x="808837" y="8890"/>
                </a:lnTo>
                <a:lnTo>
                  <a:pt x="675386" y="0"/>
                </a:lnTo>
                <a:lnTo>
                  <a:pt x="534301" y="0"/>
                </a:lnTo>
                <a:lnTo>
                  <a:pt x="400862" y="8890"/>
                </a:lnTo>
                <a:lnTo>
                  <a:pt x="280606" y="25704"/>
                </a:lnTo>
                <a:lnTo>
                  <a:pt x="226555" y="36741"/>
                </a:lnTo>
                <a:lnTo>
                  <a:pt x="177165" y="49377"/>
                </a:lnTo>
                <a:lnTo>
                  <a:pt x="132880" y="63474"/>
                </a:lnTo>
                <a:lnTo>
                  <a:pt x="94170" y="78892"/>
                </a:lnTo>
                <a:lnTo>
                  <a:pt x="35267" y="113220"/>
                </a:lnTo>
                <a:lnTo>
                  <a:pt x="4076" y="151320"/>
                </a:lnTo>
                <a:lnTo>
                  <a:pt x="0" y="171450"/>
                </a:lnTo>
                <a:lnTo>
                  <a:pt x="4076" y="191592"/>
                </a:lnTo>
                <a:lnTo>
                  <a:pt x="35267" y="229692"/>
                </a:lnTo>
                <a:lnTo>
                  <a:pt x="94170" y="264033"/>
                </a:lnTo>
                <a:lnTo>
                  <a:pt x="132880" y="279463"/>
                </a:lnTo>
                <a:lnTo>
                  <a:pt x="177165" y="293560"/>
                </a:lnTo>
                <a:lnTo>
                  <a:pt x="226555" y="306209"/>
                </a:lnTo>
                <a:lnTo>
                  <a:pt x="280606" y="317258"/>
                </a:lnTo>
                <a:lnTo>
                  <a:pt x="400862" y="334073"/>
                </a:lnTo>
                <a:lnTo>
                  <a:pt x="534301" y="342976"/>
                </a:lnTo>
                <a:lnTo>
                  <a:pt x="675386" y="342976"/>
                </a:lnTo>
                <a:lnTo>
                  <a:pt x="808837" y="334073"/>
                </a:lnTo>
                <a:lnTo>
                  <a:pt x="929093" y="317258"/>
                </a:lnTo>
                <a:lnTo>
                  <a:pt x="983145" y="306209"/>
                </a:lnTo>
                <a:lnTo>
                  <a:pt x="1032535" y="293560"/>
                </a:lnTo>
                <a:lnTo>
                  <a:pt x="1076807" y="279463"/>
                </a:lnTo>
                <a:lnTo>
                  <a:pt x="1115517" y="264033"/>
                </a:lnTo>
                <a:lnTo>
                  <a:pt x="1174419" y="229692"/>
                </a:lnTo>
                <a:lnTo>
                  <a:pt x="1205611" y="191592"/>
                </a:lnTo>
                <a:lnTo>
                  <a:pt x="1209687" y="171450"/>
                </a:lnTo>
                <a:close/>
              </a:path>
            </a:pathLst>
          </a:custGeom>
          <a:solidFill>
            <a:srgbClr val="006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5444220" y="3221562"/>
            <a:ext cx="579120" cy="1216025"/>
            <a:chOff x="5444220" y="3221562"/>
            <a:chExt cx="579120" cy="1216025"/>
          </a:xfrm>
        </p:grpSpPr>
        <p:sp>
          <p:nvSpPr>
            <p:cNvPr id="7" name="object 7"/>
            <p:cNvSpPr/>
            <p:nvPr/>
          </p:nvSpPr>
          <p:spPr>
            <a:xfrm>
              <a:off x="5444210" y="3221570"/>
              <a:ext cx="579120" cy="784225"/>
            </a:xfrm>
            <a:custGeom>
              <a:avLst/>
              <a:gdLst/>
              <a:ahLst/>
              <a:cxnLst/>
              <a:rect l="l" t="t" r="r" b="b"/>
              <a:pathLst>
                <a:path w="579120" h="784225">
                  <a:moveTo>
                    <a:pt x="216954" y="274485"/>
                  </a:moveTo>
                  <a:lnTo>
                    <a:pt x="188036" y="274485"/>
                  </a:lnTo>
                  <a:lnTo>
                    <a:pt x="188036" y="361086"/>
                  </a:lnTo>
                  <a:lnTo>
                    <a:pt x="216954" y="361086"/>
                  </a:lnTo>
                  <a:lnTo>
                    <a:pt x="216954" y="274485"/>
                  </a:lnTo>
                  <a:close/>
                </a:path>
                <a:path w="579120" h="784225">
                  <a:moveTo>
                    <a:pt x="216954" y="159016"/>
                  </a:moveTo>
                  <a:lnTo>
                    <a:pt x="188036" y="159016"/>
                  </a:lnTo>
                  <a:lnTo>
                    <a:pt x="188036" y="245618"/>
                  </a:lnTo>
                  <a:lnTo>
                    <a:pt x="216954" y="245618"/>
                  </a:lnTo>
                  <a:lnTo>
                    <a:pt x="216954" y="159016"/>
                  </a:lnTo>
                  <a:close/>
                </a:path>
                <a:path w="579120" h="784225">
                  <a:moveTo>
                    <a:pt x="216954" y="43561"/>
                  </a:moveTo>
                  <a:lnTo>
                    <a:pt x="188036" y="43561"/>
                  </a:lnTo>
                  <a:lnTo>
                    <a:pt x="188036" y="130149"/>
                  </a:lnTo>
                  <a:lnTo>
                    <a:pt x="216954" y="130149"/>
                  </a:lnTo>
                  <a:lnTo>
                    <a:pt x="216954" y="43561"/>
                  </a:lnTo>
                  <a:close/>
                </a:path>
                <a:path w="579120" h="784225">
                  <a:moveTo>
                    <a:pt x="390525" y="274485"/>
                  </a:moveTo>
                  <a:lnTo>
                    <a:pt x="361594" y="274485"/>
                  </a:lnTo>
                  <a:lnTo>
                    <a:pt x="361594" y="361086"/>
                  </a:lnTo>
                  <a:lnTo>
                    <a:pt x="390525" y="361086"/>
                  </a:lnTo>
                  <a:lnTo>
                    <a:pt x="390525" y="274485"/>
                  </a:lnTo>
                  <a:close/>
                </a:path>
                <a:path w="579120" h="784225">
                  <a:moveTo>
                    <a:pt x="390525" y="159016"/>
                  </a:moveTo>
                  <a:lnTo>
                    <a:pt x="361594" y="159016"/>
                  </a:lnTo>
                  <a:lnTo>
                    <a:pt x="361594" y="245618"/>
                  </a:lnTo>
                  <a:lnTo>
                    <a:pt x="390525" y="245618"/>
                  </a:lnTo>
                  <a:lnTo>
                    <a:pt x="390525" y="159016"/>
                  </a:lnTo>
                  <a:close/>
                </a:path>
                <a:path w="579120" h="784225">
                  <a:moveTo>
                    <a:pt x="390525" y="43561"/>
                  </a:moveTo>
                  <a:lnTo>
                    <a:pt x="361594" y="43561"/>
                  </a:lnTo>
                  <a:lnTo>
                    <a:pt x="361594" y="130149"/>
                  </a:lnTo>
                  <a:lnTo>
                    <a:pt x="390525" y="130162"/>
                  </a:lnTo>
                  <a:lnTo>
                    <a:pt x="390525" y="43561"/>
                  </a:lnTo>
                  <a:close/>
                </a:path>
                <a:path w="579120" h="784225">
                  <a:moveTo>
                    <a:pt x="578548" y="274485"/>
                  </a:moveTo>
                  <a:lnTo>
                    <a:pt x="535152" y="274485"/>
                  </a:lnTo>
                  <a:lnTo>
                    <a:pt x="535152" y="361086"/>
                  </a:lnTo>
                  <a:lnTo>
                    <a:pt x="578548" y="361086"/>
                  </a:lnTo>
                  <a:lnTo>
                    <a:pt x="578548" y="274485"/>
                  </a:lnTo>
                  <a:close/>
                </a:path>
                <a:path w="579120" h="784225">
                  <a:moveTo>
                    <a:pt x="578548" y="159016"/>
                  </a:moveTo>
                  <a:lnTo>
                    <a:pt x="535152" y="159016"/>
                  </a:lnTo>
                  <a:lnTo>
                    <a:pt x="535152" y="245618"/>
                  </a:lnTo>
                  <a:lnTo>
                    <a:pt x="578548" y="245618"/>
                  </a:lnTo>
                  <a:lnTo>
                    <a:pt x="578548" y="159016"/>
                  </a:lnTo>
                  <a:close/>
                </a:path>
                <a:path w="579120" h="784225">
                  <a:moveTo>
                    <a:pt x="578548" y="43561"/>
                  </a:moveTo>
                  <a:lnTo>
                    <a:pt x="535152" y="43561"/>
                  </a:lnTo>
                  <a:lnTo>
                    <a:pt x="535152" y="130162"/>
                  </a:lnTo>
                  <a:lnTo>
                    <a:pt x="578548" y="130162"/>
                  </a:lnTo>
                  <a:lnTo>
                    <a:pt x="578548" y="43561"/>
                  </a:lnTo>
                  <a:close/>
                </a:path>
                <a:path w="579120" h="784225">
                  <a:moveTo>
                    <a:pt x="578548" y="0"/>
                  </a:moveTo>
                  <a:lnTo>
                    <a:pt x="0" y="0"/>
                  </a:lnTo>
                  <a:lnTo>
                    <a:pt x="0" y="43129"/>
                  </a:lnTo>
                  <a:lnTo>
                    <a:pt x="0" y="130670"/>
                  </a:lnTo>
                  <a:lnTo>
                    <a:pt x="0" y="784009"/>
                  </a:lnTo>
                  <a:lnTo>
                    <a:pt x="578548" y="784009"/>
                  </a:lnTo>
                  <a:lnTo>
                    <a:pt x="578548" y="740143"/>
                  </a:lnTo>
                  <a:lnTo>
                    <a:pt x="578548" y="739559"/>
                  </a:lnTo>
                  <a:lnTo>
                    <a:pt x="578548" y="653364"/>
                  </a:lnTo>
                  <a:lnTo>
                    <a:pt x="535152" y="653364"/>
                  </a:lnTo>
                  <a:lnTo>
                    <a:pt x="535152" y="739559"/>
                  </a:lnTo>
                  <a:lnTo>
                    <a:pt x="390525" y="739559"/>
                  </a:lnTo>
                  <a:lnTo>
                    <a:pt x="390525" y="653364"/>
                  </a:lnTo>
                  <a:lnTo>
                    <a:pt x="361594" y="653364"/>
                  </a:lnTo>
                  <a:lnTo>
                    <a:pt x="361594" y="739559"/>
                  </a:lnTo>
                  <a:lnTo>
                    <a:pt x="216954" y="739559"/>
                  </a:lnTo>
                  <a:lnTo>
                    <a:pt x="216954" y="653364"/>
                  </a:lnTo>
                  <a:lnTo>
                    <a:pt x="188036" y="653364"/>
                  </a:lnTo>
                  <a:lnTo>
                    <a:pt x="188036" y="739559"/>
                  </a:lnTo>
                  <a:lnTo>
                    <a:pt x="43395" y="739559"/>
                  </a:lnTo>
                  <a:lnTo>
                    <a:pt x="43395" y="653199"/>
                  </a:lnTo>
                  <a:lnTo>
                    <a:pt x="578548" y="653199"/>
                  </a:lnTo>
                  <a:lnTo>
                    <a:pt x="578548" y="624433"/>
                  </a:lnTo>
                  <a:lnTo>
                    <a:pt x="578548" y="623989"/>
                  </a:lnTo>
                  <a:lnTo>
                    <a:pt x="578548" y="537641"/>
                  </a:lnTo>
                  <a:lnTo>
                    <a:pt x="535152" y="537641"/>
                  </a:lnTo>
                  <a:lnTo>
                    <a:pt x="535152" y="623989"/>
                  </a:lnTo>
                  <a:lnTo>
                    <a:pt x="390525" y="623989"/>
                  </a:lnTo>
                  <a:lnTo>
                    <a:pt x="390525" y="537641"/>
                  </a:lnTo>
                  <a:lnTo>
                    <a:pt x="361594" y="537641"/>
                  </a:lnTo>
                  <a:lnTo>
                    <a:pt x="361594" y="623989"/>
                  </a:lnTo>
                  <a:lnTo>
                    <a:pt x="216954" y="623989"/>
                  </a:lnTo>
                  <a:lnTo>
                    <a:pt x="216954" y="537641"/>
                  </a:lnTo>
                  <a:lnTo>
                    <a:pt x="188036" y="537641"/>
                  </a:lnTo>
                  <a:lnTo>
                    <a:pt x="188036" y="623989"/>
                  </a:lnTo>
                  <a:lnTo>
                    <a:pt x="43395" y="623989"/>
                  </a:lnTo>
                  <a:lnTo>
                    <a:pt x="43395" y="537629"/>
                  </a:lnTo>
                  <a:lnTo>
                    <a:pt x="578548" y="537629"/>
                  </a:lnTo>
                  <a:lnTo>
                    <a:pt x="578548" y="508723"/>
                  </a:lnTo>
                  <a:lnTo>
                    <a:pt x="578548" y="361556"/>
                  </a:lnTo>
                  <a:lnTo>
                    <a:pt x="535152" y="361556"/>
                  </a:lnTo>
                  <a:lnTo>
                    <a:pt x="535152" y="422059"/>
                  </a:lnTo>
                  <a:lnTo>
                    <a:pt x="535152" y="508419"/>
                  </a:lnTo>
                  <a:lnTo>
                    <a:pt x="390525" y="508419"/>
                  </a:lnTo>
                  <a:lnTo>
                    <a:pt x="390525" y="422059"/>
                  </a:lnTo>
                  <a:lnTo>
                    <a:pt x="535152" y="422059"/>
                  </a:lnTo>
                  <a:lnTo>
                    <a:pt x="535152" y="361556"/>
                  </a:lnTo>
                  <a:lnTo>
                    <a:pt x="361594" y="361556"/>
                  </a:lnTo>
                  <a:lnTo>
                    <a:pt x="361594" y="422059"/>
                  </a:lnTo>
                  <a:lnTo>
                    <a:pt x="361594" y="508419"/>
                  </a:lnTo>
                  <a:lnTo>
                    <a:pt x="216954" y="508419"/>
                  </a:lnTo>
                  <a:lnTo>
                    <a:pt x="216954" y="422059"/>
                  </a:lnTo>
                  <a:lnTo>
                    <a:pt x="361594" y="422059"/>
                  </a:lnTo>
                  <a:lnTo>
                    <a:pt x="361594" y="361556"/>
                  </a:lnTo>
                  <a:lnTo>
                    <a:pt x="188036" y="361556"/>
                  </a:lnTo>
                  <a:lnTo>
                    <a:pt x="188036" y="422059"/>
                  </a:lnTo>
                  <a:lnTo>
                    <a:pt x="188036" y="508419"/>
                  </a:lnTo>
                  <a:lnTo>
                    <a:pt x="43395" y="508419"/>
                  </a:lnTo>
                  <a:lnTo>
                    <a:pt x="43395" y="422059"/>
                  </a:lnTo>
                  <a:lnTo>
                    <a:pt x="188036" y="422059"/>
                  </a:lnTo>
                  <a:lnTo>
                    <a:pt x="188036" y="361556"/>
                  </a:lnTo>
                  <a:lnTo>
                    <a:pt x="43395" y="361556"/>
                  </a:lnTo>
                  <a:lnTo>
                    <a:pt x="43395" y="274027"/>
                  </a:lnTo>
                  <a:lnTo>
                    <a:pt x="578548" y="274027"/>
                  </a:lnTo>
                  <a:lnTo>
                    <a:pt x="578548" y="246113"/>
                  </a:lnTo>
                  <a:lnTo>
                    <a:pt x="43395" y="246113"/>
                  </a:lnTo>
                  <a:lnTo>
                    <a:pt x="43395" y="158584"/>
                  </a:lnTo>
                  <a:lnTo>
                    <a:pt x="578548" y="158584"/>
                  </a:lnTo>
                  <a:lnTo>
                    <a:pt x="578548" y="130670"/>
                  </a:lnTo>
                  <a:lnTo>
                    <a:pt x="43395" y="130670"/>
                  </a:lnTo>
                  <a:lnTo>
                    <a:pt x="43395" y="43129"/>
                  </a:lnTo>
                  <a:lnTo>
                    <a:pt x="578548" y="43129"/>
                  </a:lnTo>
                  <a:lnTo>
                    <a:pt x="578548" y="0"/>
                  </a:lnTo>
                  <a:close/>
                </a:path>
              </a:pathLst>
            </a:custGeom>
            <a:solidFill>
              <a:srgbClr val="66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444210" y="4032338"/>
              <a:ext cx="579120" cy="405130"/>
            </a:xfrm>
            <a:custGeom>
              <a:avLst/>
              <a:gdLst/>
              <a:ahLst/>
              <a:cxnLst/>
              <a:rect l="l" t="t" r="r" b="b"/>
              <a:pathLst>
                <a:path w="579120" h="405129">
                  <a:moveTo>
                    <a:pt x="216954" y="274485"/>
                  </a:moveTo>
                  <a:lnTo>
                    <a:pt x="188036" y="274485"/>
                  </a:lnTo>
                  <a:lnTo>
                    <a:pt x="188036" y="361086"/>
                  </a:lnTo>
                  <a:lnTo>
                    <a:pt x="216954" y="361086"/>
                  </a:lnTo>
                  <a:lnTo>
                    <a:pt x="216954" y="274485"/>
                  </a:lnTo>
                  <a:close/>
                </a:path>
                <a:path w="579120" h="405129">
                  <a:moveTo>
                    <a:pt x="216954" y="159016"/>
                  </a:moveTo>
                  <a:lnTo>
                    <a:pt x="188036" y="159016"/>
                  </a:lnTo>
                  <a:lnTo>
                    <a:pt x="188036" y="245618"/>
                  </a:lnTo>
                  <a:lnTo>
                    <a:pt x="216954" y="245618"/>
                  </a:lnTo>
                  <a:lnTo>
                    <a:pt x="216954" y="159016"/>
                  </a:lnTo>
                  <a:close/>
                </a:path>
                <a:path w="579120" h="405129">
                  <a:moveTo>
                    <a:pt x="216954" y="43561"/>
                  </a:moveTo>
                  <a:lnTo>
                    <a:pt x="188036" y="43561"/>
                  </a:lnTo>
                  <a:lnTo>
                    <a:pt x="188036" y="130149"/>
                  </a:lnTo>
                  <a:lnTo>
                    <a:pt x="216954" y="130149"/>
                  </a:lnTo>
                  <a:lnTo>
                    <a:pt x="216954" y="43561"/>
                  </a:lnTo>
                  <a:close/>
                </a:path>
                <a:path w="579120" h="405129">
                  <a:moveTo>
                    <a:pt x="390525" y="274485"/>
                  </a:moveTo>
                  <a:lnTo>
                    <a:pt x="361594" y="274485"/>
                  </a:lnTo>
                  <a:lnTo>
                    <a:pt x="361594" y="361086"/>
                  </a:lnTo>
                  <a:lnTo>
                    <a:pt x="390525" y="361086"/>
                  </a:lnTo>
                  <a:lnTo>
                    <a:pt x="390525" y="274485"/>
                  </a:lnTo>
                  <a:close/>
                </a:path>
                <a:path w="579120" h="405129">
                  <a:moveTo>
                    <a:pt x="390525" y="159016"/>
                  </a:moveTo>
                  <a:lnTo>
                    <a:pt x="361594" y="159016"/>
                  </a:lnTo>
                  <a:lnTo>
                    <a:pt x="361594" y="245618"/>
                  </a:lnTo>
                  <a:lnTo>
                    <a:pt x="390525" y="245618"/>
                  </a:lnTo>
                  <a:lnTo>
                    <a:pt x="390525" y="159016"/>
                  </a:lnTo>
                  <a:close/>
                </a:path>
                <a:path w="579120" h="405129">
                  <a:moveTo>
                    <a:pt x="390525" y="43561"/>
                  </a:moveTo>
                  <a:lnTo>
                    <a:pt x="361594" y="43561"/>
                  </a:lnTo>
                  <a:lnTo>
                    <a:pt x="361594" y="130149"/>
                  </a:lnTo>
                  <a:lnTo>
                    <a:pt x="390525" y="130149"/>
                  </a:lnTo>
                  <a:lnTo>
                    <a:pt x="390525" y="43561"/>
                  </a:lnTo>
                  <a:close/>
                </a:path>
                <a:path w="579120" h="405129">
                  <a:moveTo>
                    <a:pt x="578548" y="274485"/>
                  </a:moveTo>
                  <a:lnTo>
                    <a:pt x="535152" y="274485"/>
                  </a:lnTo>
                  <a:lnTo>
                    <a:pt x="535152" y="361086"/>
                  </a:lnTo>
                  <a:lnTo>
                    <a:pt x="578548" y="361086"/>
                  </a:lnTo>
                  <a:lnTo>
                    <a:pt x="578548" y="274485"/>
                  </a:lnTo>
                  <a:close/>
                </a:path>
                <a:path w="579120" h="405129">
                  <a:moveTo>
                    <a:pt x="578548" y="159016"/>
                  </a:moveTo>
                  <a:lnTo>
                    <a:pt x="535152" y="159016"/>
                  </a:lnTo>
                  <a:lnTo>
                    <a:pt x="535152" y="245618"/>
                  </a:lnTo>
                  <a:lnTo>
                    <a:pt x="578548" y="245618"/>
                  </a:lnTo>
                  <a:lnTo>
                    <a:pt x="578548" y="159016"/>
                  </a:lnTo>
                  <a:close/>
                </a:path>
                <a:path w="579120" h="405129">
                  <a:moveTo>
                    <a:pt x="578548" y="43561"/>
                  </a:moveTo>
                  <a:lnTo>
                    <a:pt x="535152" y="43561"/>
                  </a:lnTo>
                  <a:lnTo>
                    <a:pt x="535152" y="130149"/>
                  </a:lnTo>
                  <a:lnTo>
                    <a:pt x="578548" y="130149"/>
                  </a:lnTo>
                  <a:lnTo>
                    <a:pt x="578548" y="43561"/>
                  </a:lnTo>
                  <a:close/>
                </a:path>
                <a:path w="579120" h="405129">
                  <a:moveTo>
                    <a:pt x="578548" y="0"/>
                  </a:moveTo>
                  <a:lnTo>
                    <a:pt x="0" y="0"/>
                  </a:lnTo>
                  <a:lnTo>
                    <a:pt x="0" y="43129"/>
                  </a:lnTo>
                  <a:lnTo>
                    <a:pt x="0" y="130670"/>
                  </a:lnTo>
                  <a:lnTo>
                    <a:pt x="0" y="404698"/>
                  </a:lnTo>
                  <a:lnTo>
                    <a:pt x="578548" y="404698"/>
                  </a:lnTo>
                  <a:lnTo>
                    <a:pt x="578548" y="361556"/>
                  </a:lnTo>
                  <a:lnTo>
                    <a:pt x="43395" y="361556"/>
                  </a:lnTo>
                  <a:lnTo>
                    <a:pt x="43395" y="274027"/>
                  </a:lnTo>
                  <a:lnTo>
                    <a:pt x="578548" y="274027"/>
                  </a:lnTo>
                  <a:lnTo>
                    <a:pt x="578548" y="246113"/>
                  </a:lnTo>
                  <a:lnTo>
                    <a:pt x="43395" y="246113"/>
                  </a:lnTo>
                  <a:lnTo>
                    <a:pt x="43395" y="158584"/>
                  </a:lnTo>
                  <a:lnTo>
                    <a:pt x="578548" y="158584"/>
                  </a:lnTo>
                  <a:lnTo>
                    <a:pt x="578548" y="130670"/>
                  </a:lnTo>
                  <a:lnTo>
                    <a:pt x="43395" y="130670"/>
                  </a:lnTo>
                  <a:lnTo>
                    <a:pt x="43395" y="43129"/>
                  </a:lnTo>
                  <a:lnTo>
                    <a:pt x="578548" y="43129"/>
                  </a:lnTo>
                  <a:lnTo>
                    <a:pt x="578548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238755" y="1211580"/>
            <a:ext cx="2379345" cy="3225800"/>
            <a:chOff x="2238755" y="1211580"/>
            <a:chExt cx="2379345" cy="322580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8755" y="1211580"/>
              <a:ext cx="751332" cy="173888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72611" y="2348496"/>
              <a:ext cx="1245120" cy="40841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19855" y="2382012"/>
              <a:ext cx="1153668" cy="3048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419855" y="2382012"/>
              <a:ext cx="1153795" cy="304800"/>
            </a:xfrm>
            <a:custGeom>
              <a:avLst/>
              <a:gdLst/>
              <a:ahLst/>
              <a:cxnLst/>
              <a:rect l="l" t="t" r="r" b="b"/>
              <a:pathLst>
                <a:path w="1153795" h="304800">
                  <a:moveTo>
                    <a:pt x="0" y="76200"/>
                  </a:moveTo>
                  <a:lnTo>
                    <a:pt x="1001268" y="76200"/>
                  </a:lnTo>
                  <a:lnTo>
                    <a:pt x="1001268" y="0"/>
                  </a:lnTo>
                  <a:lnTo>
                    <a:pt x="1153668" y="152400"/>
                  </a:lnTo>
                  <a:lnTo>
                    <a:pt x="1001268" y="304800"/>
                  </a:lnTo>
                  <a:lnTo>
                    <a:pt x="1001268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01595" y="3216147"/>
              <a:ext cx="577850" cy="783590"/>
            </a:xfrm>
            <a:custGeom>
              <a:avLst/>
              <a:gdLst/>
              <a:ahLst/>
              <a:cxnLst/>
              <a:rect l="l" t="t" r="r" b="b"/>
              <a:pathLst>
                <a:path w="577850" h="783589">
                  <a:moveTo>
                    <a:pt x="216484" y="652691"/>
                  </a:moveTo>
                  <a:lnTo>
                    <a:pt x="187617" y="652691"/>
                  </a:lnTo>
                  <a:lnTo>
                    <a:pt x="187617" y="739470"/>
                  </a:lnTo>
                  <a:lnTo>
                    <a:pt x="216484" y="739470"/>
                  </a:lnTo>
                  <a:lnTo>
                    <a:pt x="216484" y="652691"/>
                  </a:lnTo>
                  <a:close/>
                </a:path>
                <a:path w="577850" h="783589">
                  <a:moveTo>
                    <a:pt x="216484" y="536968"/>
                  </a:moveTo>
                  <a:lnTo>
                    <a:pt x="187617" y="536968"/>
                  </a:lnTo>
                  <a:lnTo>
                    <a:pt x="187617" y="623760"/>
                  </a:lnTo>
                  <a:lnTo>
                    <a:pt x="216484" y="623760"/>
                  </a:lnTo>
                  <a:lnTo>
                    <a:pt x="216484" y="536968"/>
                  </a:lnTo>
                  <a:close/>
                </a:path>
                <a:path w="577850" h="783589">
                  <a:moveTo>
                    <a:pt x="216484" y="421259"/>
                  </a:moveTo>
                  <a:lnTo>
                    <a:pt x="187617" y="421259"/>
                  </a:lnTo>
                  <a:lnTo>
                    <a:pt x="187617" y="508050"/>
                  </a:lnTo>
                  <a:lnTo>
                    <a:pt x="216484" y="508050"/>
                  </a:lnTo>
                  <a:lnTo>
                    <a:pt x="216484" y="421259"/>
                  </a:lnTo>
                  <a:close/>
                </a:path>
                <a:path w="577850" h="783589">
                  <a:moveTo>
                    <a:pt x="389674" y="652691"/>
                  </a:moveTo>
                  <a:lnTo>
                    <a:pt x="360807" y="652691"/>
                  </a:lnTo>
                  <a:lnTo>
                    <a:pt x="360807" y="739470"/>
                  </a:lnTo>
                  <a:lnTo>
                    <a:pt x="389674" y="739470"/>
                  </a:lnTo>
                  <a:lnTo>
                    <a:pt x="389674" y="652691"/>
                  </a:lnTo>
                  <a:close/>
                </a:path>
                <a:path w="577850" h="783589">
                  <a:moveTo>
                    <a:pt x="389674" y="536968"/>
                  </a:moveTo>
                  <a:lnTo>
                    <a:pt x="360807" y="536968"/>
                  </a:lnTo>
                  <a:lnTo>
                    <a:pt x="360807" y="623760"/>
                  </a:lnTo>
                  <a:lnTo>
                    <a:pt x="389674" y="623760"/>
                  </a:lnTo>
                  <a:lnTo>
                    <a:pt x="389674" y="536968"/>
                  </a:lnTo>
                  <a:close/>
                </a:path>
                <a:path w="577850" h="783589">
                  <a:moveTo>
                    <a:pt x="389674" y="421259"/>
                  </a:moveTo>
                  <a:lnTo>
                    <a:pt x="360807" y="421259"/>
                  </a:lnTo>
                  <a:lnTo>
                    <a:pt x="360807" y="508050"/>
                  </a:lnTo>
                  <a:lnTo>
                    <a:pt x="389674" y="508050"/>
                  </a:lnTo>
                  <a:lnTo>
                    <a:pt x="389674" y="421259"/>
                  </a:lnTo>
                  <a:close/>
                </a:path>
                <a:path w="577850" h="783589">
                  <a:moveTo>
                    <a:pt x="577291" y="652691"/>
                  </a:moveTo>
                  <a:lnTo>
                    <a:pt x="533996" y="652691"/>
                  </a:lnTo>
                  <a:lnTo>
                    <a:pt x="533996" y="739470"/>
                  </a:lnTo>
                  <a:lnTo>
                    <a:pt x="577291" y="739470"/>
                  </a:lnTo>
                  <a:lnTo>
                    <a:pt x="577291" y="652691"/>
                  </a:lnTo>
                  <a:close/>
                </a:path>
                <a:path w="577850" h="783589">
                  <a:moveTo>
                    <a:pt x="577291" y="536968"/>
                  </a:moveTo>
                  <a:lnTo>
                    <a:pt x="533996" y="536968"/>
                  </a:lnTo>
                  <a:lnTo>
                    <a:pt x="533996" y="623760"/>
                  </a:lnTo>
                  <a:lnTo>
                    <a:pt x="577291" y="623760"/>
                  </a:lnTo>
                  <a:lnTo>
                    <a:pt x="577291" y="536968"/>
                  </a:lnTo>
                  <a:close/>
                </a:path>
                <a:path w="577850" h="783589">
                  <a:moveTo>
                    <a:pt x="577291" y="421259"/>
                  </a:moveTo>
                  <a:lnTo>
                    <a:pt x="533996" y="421259"/>
                  </a:lnTo>
                  <a:lnTo>
                    <a:pt x="533996" y="508050"/>
                  </a:lnTo>
                  <a:lnTo>
                    <a:pt x="577291" y="508050"/>
                  </a:lnTo>
                  <a:lnTo>
                    <a:pt x="577291" y="421259"/>
                  </a:lnTo>
                  <a:close/>
                </a:path>
                <a:path w="577850" h="783589">
                  <a:moveTo>
                    <a:pt x="577291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0" y="129540"/>
                  </a:lnTo>
                  <a:lnTo>
                    <a:pt x="0" y="783183"/>
                  </a:lnTo>
                  <a:lnTo>
                    <a:pt x="577291" y="783183"/>
                  </a:lnTo>
                  <a:lnTo>
                    <a:pt x="577291" y="739952"/>
                  </a:lnTo>
                  <a:lnTo>
                    <a:pt x="43294" y="739952"/>
                  </a:lnTo>
                  <a:lnTo>
                    <a:pt x="43294" y="652221"/>
                  </a:lnTo>
                  <a:lnTo>
                    <a:pt x="577291" y="652221"/>
                  </a:lnTo>
                  <a:lnTo>
                    <a:pt x="577291" y="624255"/>
                  </a:lnTo>
                  <a:lnTo>
                    <a:pt x="43294" y="624255"/>
                  </a:lnTo>
                  <a:lnTo>
                    <a:pt x="43294" y="536524"/>
                  </a:lnTo>
                  <a:lnTo>
                    <a:pt x="577291" y="536524"/>
                  </a:lnTo>
                  <a:lnTo>
                    <a:pt x="577291" y="508558"/>
                  </a:lnTo>
                  <a:lnTo>
                    <a:pt x="43294" y="508558"/>
                  </a:lnTo>
                  <a:lnTo>
                    <a:pt x="43294" y="420827"/>
                  </a:lnTo>
                  <a:lnTo>
                    <a:pt x="577291" y="420827"/>
                  </a:lnTo>
                  <a:lnTo>
                    <a:pt x="577291" y="403860"/>
                  </a:lnTo>
                  <a:lnTo>
                    <a:pt x="577291" y="377609"/>
                  </a:lnTo>
                  <a:lnTo>
                    <a:pt x="577291" y="360680"/>
                  </a:lnTo>
                  <a:lnTo>
                    <a:pt x="43294" y="360680"/>
                  </a:lnTo>
                  <a:lnTo>
                    <a:pt x="43294" y="274320"/>
                  </a:lnTo>
                  <a:lnTo>
                    <a:pt x="187617" y="274320"/>
                  </a:lnTo>
                  <a:lnTo>
                    <a:pt x="187617" y="360413"/>
                  </a:lnTo>
                  <a:lnTo>
                    <a:pt x="216484" y="360413"/>
                  </a:lnTo>
                  <a:lnTo>
                    <a:pt x="216484" y="274320"/>
                  </a:lnTo>
                  <a:lnTo>
                    <a:pt x="360807" y="274320"/>
                  </a:lnTo>
                  <a:lnTo>
                    <a:pt x="360807" y="360413"/>
                  </a:lnTo>
                  <a:lnTo>
                    <a:pt x="389674" y="360413"/>
                  </a:lnTo>
                  <a:lnTo>
                    <a:pt x="389674" y="274320"/>
                  </a:lnTo>
                  <a:lnTo>
                    <a:pt x="533996" y="274320"/>
                  </a:lnTo>
                  <a:lnTo>
                    <a:pt x="533996" y="360413"/>
                  </a:lnTo>
                  <a:lnTo>
                    <a:pt x="577291" y="360413"/>
                  </a:lnTo>
                  <a:lnTo>
                    <a:pt x="577291" y="274320"/>
                  </a:lnTo>
                  <a:lnTo>
                    <a:pt x="577291" y="273812"/>
                  </a:lnTo>
                  <a:lnTo>
                    <a:pt x="577291" y="245110"/>
                  </a:lnTo>
                  <a:lnTo>
                    <a:pt x="43294" y="245110"/>
                  </a:lnTo>
                  <a:lnTo>
                    <a:pt x="43294" y="158750"/>
                  </a:lnTo>
                  <a:lnTo>
                    <a:pt x="187617" y="158750"/>
                  </a:lnTo>
                  <a:lnTo>
                    <a:pt x="187617" y="244944"/>
                  </a:lnTo>
                  <a:lnTo>
                    <a:pt x="216484" y="244944"/>
                  </a:lnTo>
                  <a:lnTo>
                    <a:pt x="216484" y="158750"/>
                  </a:lnTo>
                  <a:lnTo>
                    <a:pt x="360807" y="158750"/>
                  </a:lnTo>
                  <a:lnTo>
                    <a:pt x="360807" y="244944"/>
                  </a:lnTo>
                  <a:lnTo>
                    <a:pt x="389674" y="244944"/>
                  </a:lnTo>
                  <a:lnTo>
                    <a:pt x="389674" y="158750"/>
                  </a:lnTo>
                  <a:lnTo>
                    <a:pt x="533996" y="158750"/>
                  </a:lnTo>
                  <a:lnTo>
                    <a:pt x="533996" y="244944"/>
                  </a:lnTo>
                  <a:lnTo>
                    <a:pt x="577291" y="244944"/>
                  </a:lnTo>
                  <a:lnTo>
                    <a:pt x="577291" y="158750"/>
                  </a:lnTo>
                  <a:lnTo>
                    <a:pt x="577291" y="158343"/>
                  </a:lnTo>
                  <a:lnTo>
                    <a:pt x="577291" y="129540"/>
                  </a:lnTo>
                  <a:lnTo>
                    <a:pt x="43294" y="129540"/>
                  </a:lnTo>
                  <a:lnTo>
                    <a:pt x="43294" y="43180"/>
                  </a:lnTo>
                  <a:lnTo>
                    <a:pt x="187617" y="43180"/>
                  </a:lnTo>
                  <a:lnTo>
                    <a:pt x="187617" y="129476"/>
                  </a:lnTo>
                  <a:lnTo>
                    <a:pt x="216484" y="129476"/>
                  </a:lnTo>
                  <a:lnTo>
                    <a:pt x="216484" y="43180"/>
                  </a:lnTo>
                  <a:lnTo>
                    <a:pt x="360807" y="43180"/>
                  </a:lnTo>
                  <a:lnTo>
                    <a:pt x="360807" y="129476"/>
                  </a:lnTo>
                  <a:lnTo>
                    <a:pt x="389674" y="129476"/>
                  </a:lnTo>
                  <a:lnTo>
                    <a:pt x="389674" y="43180"/>
                  </a:lnTo>
                  <a:lnTo>
                    <a:pt x="533996" y="43180"/>
                  </a:lnTo>
                  <a:lnTo>
                    <a:pt x="533996" y="129476"/>
                  </a:lnTo>
                  <a:lnTo>
                    <a:pt x="577291" y="129476"/>
                  </a:lnTo>
                  <a:lnTo>
                    <a:pt x="577291" y="43180"/>
                  </a:lnTo>
                  <a:lnTo>
                    <a:pt x="577291" y="42887"/>
                  </a:lnTo>
                  <a:lnTo>
                    <a:pt x="577291" y="0"/>
                  </a:lnTo>
                  <a:close/>
                </a:path>
              </a:pathLst>
            </a:custGeom>
            <a:solidFill>
              <a:srgbClr val="66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23844" y="3456444"/>
              <a:ext cx="1245120" cy="40841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71088" y="3489959"/>
              <a:ext cx="1153667" cy="30479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371088" y="3489959"/>
              <a:ext cx="1153795" cy="304800"/>
            </a:xfrm>
            <a:custGeom>
              <a:avLst/>
              <a:gdLst/>
              <a:ahLst/>
              <a:cxnLst/>
              <a:rect l="l" t="t" r="r" b="b"/>
              <a:pathLst>
                <a:path w="1153795" h="304800">
                  <a:moveTo>
                    <a:pt x="0" y="76199"/>
                  </a:moveTo>
                  <a:lnTo>
                    <a:pt x="1001267" y="76199"/>
                  </a:lnTo>
                  <a:lnTo>
                    <a:pt x="1001267" y="0"/>
                  </a:lnTo>
                  <a:lnTo>
                    <a:pt x="1153667" y="152399"/>
                  </a:lnTo>
                  <a:lnTo>
                    <a:pt x="1001267" y="304799"/>
                  </a:lnTo>
                  <a:lnTo>
                    <a:pt x="1001267" y="228599"/>
                  </a:lnTo>
                  <a:lnTo>
                    <a:pt x="0" y="228599"/>
                  </a:lnTo>
                  <a:lnTo>
                    <a:pt x="0" y="76199"/>
                  </a:lnTo>
                  <a:close/>
                </a:path>
              </a:pathLst>
            </a:custGeom>
            <a:ln w="9524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301595" y="4033011"/>
              <a:ext cx="577850" cy="403860"/>
            </a:xfrm>
            <a:custGeom>
              <a:avLst/>
              <a:gdLst/>
              <a:ahLst/>
              <a:cxnLst/>
              <a:rect l="l" t="t" r="r" b="b"/>
              <a:pathLst>
                <a:path w="577850" h="403860">
                  <a:moveTo>
                    <a:pt x="577291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0" y="129540"/>
                  </a:lnTo>
                  <a:lnTo>
                    <a:pt x="0" y="403860"/>
                  </a:lnTo>
                  <a:lnTo>
                    <a:pt x="577291" y="403860"/>
                  </a:lnTo>
                  <a:lnTo>
                    <a:pt x="577291" y="360680"/>
                  </a:lnTo>
                  <a:lnTo>
                    <a:pt x="43294" y="360680"/>
                  </a:lnTo>
                  <a:lnTo>
                    <a:pt x="43294" y="274320"/>
                  </a:lnTo>
                  <a:lnTo>
                    <a:pt x="187617" y="274320"/>
                  </a:lnTo>
                  <a:lnTo>
                    <a:pt x="187617" y="360413"/>
                  </a:lnTo>
                  <a:lnTo>
                    <a:pt x="216484" y="360413"/>
                  </a:lnTo>
                  <a:lnTo>
                    <a:pt x="216484" y="274320"/>
                  </a:lnTo>
                  <a:lnTo>
                    <a:pt x="360807" y="274320"/>
                  </a:lnTo>
                  <a:lnTo>
                    <a:pt x="360807" y="360413"/>
                  </a:lnTo>
                  <a:lnTo>
                    <a:pt x="389674" y="360413"/>
                  </a:lnTo>
                  <a:lnTo>
                    <a:pt x="389674" y="274320"/>
                  </a:lnTo>
                  <a:lnTo>
                    <a:pt x="533996" y="274320"/>
                  </a:lnTo>
                  <a:lnTo>
                    <a:pt x="533996" y="360413"/>
                  </a:lnTo>
                  <a:lnTo>
                    <a:pt x="577291" y="360413"/>
                  </a:lnTo>
                  <a:lnTo>
                    <a:pt x="577291" y="274320"/>
                  </a:lnTo>
                  <a:lnTo>
                    <a:pt x="577291" y="273812"/>
                  </a:lnTo>
                  <a:lnTo>
                    <a:pt x="577291" y="245110"/>
                  </a:lnTo>
                  <a:lnTo>
                    <a:pt x="43294" y="245110"/>
                  </a:lnTo>
                  <a:lnTo>
                    <a:pt x="43294" y="158750"/>
                  </a:lnTo>
                  <a:lnTo>
                    <a:pt x="187617" y="158750"/>
                  </a:lnTo>
                  <a:lnTo>
                    <a:pt x="187617" y="244944"/>
                  </a:lnTo>
                  <a:lnTo>
                    <a:pt x="216484" y="244944"/>
                  </a:lnTo>
                  <a:lnTo>
                    <a:pt x="216484" y="158750"/>
                  </a:lnTo>
                  <a:lnTo>
                    <a:pt x="360807" y="158750"/>
                  </a:lnTo>
                  <a:lnTo>
                    <a:pt x="360807" y="244944"/>
                  </a:lnTo>
                  <a:lnTo>
                    <a:pt x="389674" y="244944"/>
                  </a:lnTo>
                  <a:lnTo>
                    <a:pt x="389674" y="158750"/>
                  </a:lnTo>
                  <a:lnTo>
                    <a:pt x="533996" y="158750"/>
                  </a:lnTo>
                  <a:lnTo>
                    <a:pt x="533996" y="244944"/>
                  </a:lnTo>
                  <a:lnTo>
                    <a:pt x="577291" y="244944"/>
                  </a:lnTo>
                  <a:lnTo>
                    <a:pt x="577291" y="158750"/>
                  </a:lnTo>
                  <a:lnTo>
                    <a:pt x="577291" y="158343"/>
                  </a:lnTo>
                  <a:lnTo>
                    <a:pt x="577291" y="129540"/>
                  </a:lnTo>
                  <a:lnTo>
                    <a:pt x="43294" y="129540"/>
                  </a:lnTo>
                  <a:lnTo>
                    <a:pt x="43294" y="43180"/>
                  </a:lnTo>
                  <a:lnTo>
                    <a:pt x="187617" y="43180"/>
                  </a:lnTo>
                  <a:lnTo>
                    <a:pt x="187617" y="129476"/>
                  </a:lnTo>
                  <a:lnTo>
                    <a:pt x="216484" y="129476"/>
                  </a:lnTo>
                  <a:lnTo>
                    <a:pt x="216484" y="43180"/>
                  </a:lnTo>
                  <a:lnTo>
                    <a:pt x="360807" y="43180"/>
                  </a:lnTo>
                  <a:lnTo>
                    <a:pt x="360807" y="129476"/>
                  </a:lnTo>
                  <a:lnTo>
                    <a:pt x="389674" y="129476"/>
                  </a:lnTo>
                  <a:lnTo>
                    <a:pt x="389674" y="43180"/>
                  </a:lnTo>
                  <a:lnTo>
                    <a:pt x="533996" y="43180"/>
                  </a:lnTo>
                  <a:lnTo>
                    <a:pt x="533996" y="129476"/>
                  </a:lnTo>
                  <a:lnTo>
                    <a:pt x="577291" y="129476"/>
                  </a:lnTo>
                  <a:lnTo>
                    <a:pt x="577291" y="43180"/>
                  </a:lnTo>
                  <a:lnTo>
                    <a:pt x="577291" y="42887"/>
                  </a:lnTo>
                  <a:lnTo>
                    <a:pt x="577291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91303" y="1501394"/>
              <a:ext cx="504825" cy="640080"/>
            </a:xfrm>
            <a:custGeom>
              <a:avLst/>
              <a:gdLst/>
              <a:ahLst/>
              <a:cxnLst/>
              <a:rect l="l" t="t" r="r" b="b"/>
              <a:pathLst>
                <a:path w="504825" h="640080">
                  <a:moveTo>
                    <a:pt x="369115" y="0"/>
                  </a:moveTo>
                  <a:lnTo>
                    <a:pt x="369115" y="55244"/>
                  </a:lnTo>
                  <a:lnTo>
                    <a:pt x="321581" y="66558"/>
                  </a:lnTo>
                  <a:lnTo>
                    <a:pt x="276665" y="81893"/>
                  </a:lnTo>
                  <a:lnTo>
                    <a:pt x="234526" y="100962"/>
                  </a:lnTo>
                  <a:lnTo>
                    <a:pt x="195324" y="123477"/>
                  </a:lnTo>
                  <a:lnTo>
                    <a:pt x="159219" y="149151"/>
                  </a:lnTo>
                  <a:lnTo>
                    <a:pt x="126371" y="177696"/>
                  </a:lnTo>
                  <a:lnTo>
                    <a:pt x="96939" y="208825"/>
                  </a:lnTo>
                  <a:lnTo>
                    <a:pt x="71083" y="242251"/>
                  </a:lnTo>
                  <a:lnTo>
                    <a:pt x="48964" y="277685"/>
                  </a:lnTo>
                  <a:lnTo>
                    <a:pt x="30740" y="314841"/>
                  </a:lnTo>
                  <a:lnTo>
                    <a:pt x="16572" y="353431"/>
                  </a:lnTo>
                  <a:lnTo>
                    <a:pt x="6619" y="393168"/>
                  </a:lnTo>
                  <a:lnTo>
                    <a:pt x="1042" y="433764"/>
                  </a:lnTo>
                  <a:lnTo>
                    <a:pt x="0" y="474932"/>
                  </a:lnTo>
                  <a:lnTo>
                    <a:pt x="3652" y="516384"/>
                  </a:lnTo>
                  <a:lnTo>
                    <a:pt x="12159" y="557833"/>
                  </a:lnTo>
                  <a:lnTo>
                    <a:pt x="25680" y="598991"/>
                  </a:lnTo>
                  <a:lnTo>
                    <a:pt x="44376" y="639571"/>
                  </a:lnTo>
                  <a:lnTo>
                    <a:pt x="179758" y="557529"/>
                  </a:lnTo>
                  <a:lnTo>
                    <a:pt x="170144" y="533937"/>
                  </a:lnTo>
                  <a:lnTo>
                    <a:pt x="163232" y="509762"/>
                  </a:lnTo>
                  <a:lnTo>
                    <a:pt x="159059" y="485181"/>
                  </a:lnTo>
                  <a:lnTo>
                    <a:pt x="157660" y="460374"/>
                  </a:lnTo>
                  <a:lnTo>
                    <a:pt x="162256" y="416306"/>
                  </a:lnTo>
                  <a:lnTo>
                    <a:pt x="174019" y="374334"/>
                  </a:lnTo>
                  <a:lnTo>
                    <a:pt x="192486" y="335080"/>
                  </a:lnTo>
                  <a:lnTo>
                    <a:pt x="217191" y="299164"/>
                  </a:lnTo>
                  <a:lnTo>
                    <a:pt x="247671" y="267207"/>
                  </a:lnTo>
                  <a:lnTo>
                    <a:pt x="283461" y="239829"/>
                  </a:lnTo>
                  <a:lnTo>
                    <a:pt x="324097" y="217651"/>
                  </a:lnTo>
                  <a:lnTo>
                    <a:pt x="369115" y="201294"/>
                  </a:lnTo>
                  <a:lnTo>
                    <a:pt x="369115" y="252221"/>
                  </a:lnTo>
                  <a:lnTo>
                    <a:pt x="504624" y="130428"/>
                  </a:lnTo>
                  <a:lnTo>
                    <a:pt x="369115" y="0"/>
                  </a:lnTo>
                  <a:close/>
                </a:path>
              </a:pathLst>
            </a:custGeom>
            <a:ln w="9525">
              <a:solidFill>
                <a:srgbClr val="A4B7C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038600" y="1554734"/>
              <a:ext cx="376555" cy="629285"/>
            </a:xfrm>
            <a:custGeom>
              <a:avLst/>
              <a:gdLst/>
              <a:ahLst/>
              <a:cxnLst/>
              <a:rect l="l" t="t" r="r" b="b"/>
              <a:pathLst>
                <a:path w="376554" h="629285">
                  <a:moveTo>
                    <a:pt x="0" y="0"/>
                  </a:moveTo>
                  <a:lnTo>
                    <a:pt x="0" y="146176"/>
                  </a:lnTo>
                  <a:lnTo>
                    <a:pt x="46022" y="162632"/>
                  </a:lnTo>
                  <a:lnTo>
                    <a:pt x="87786" y="185068"/>
                  </a:lnTo>
                  <a:lnTo>
                    <a:pt x="124714" y="212812"/>
                  </a:lnTo>
                  <a:lnTo>
                    <a:pt x="156225" y="245189"/>
                  </a:lnTo>
                  <a:lnTo>
                    <a:pt x="181742" y="281525"/>
                  </a:lnTo>
                  <a:lnTo>
                    <a:pt x="200685" y="321145"/>
                  </a:lnTo>
                  <a:lnTo>
                    <a:pt x="212476" y="363376"/>
                  </a:lnTo>
                  <a:lnTo>
                    <a:pt x="216535" y="407542"/>
                  </a:lnTo>
                  <a:lnTo>
                    <a:pt x="215590" y="430750"/>
                  </a:lnTo>
                  <a:lnTo>
                    <a:pt x="212598" y="453755"/>
                  </a:lnTo>
                  <a:lnTo>
                    <a:pt x="207319" y="476355"/>
                  </a:lnTo>
                  <a:lnTo>
                    <a:pt x="199516" y="498347"/>
                  </a:lnTo>
                  <a:lnTo>
                    <a:pt x="137795" y="458469"/>
                  </a:lnTo>
                  <a:lnTo>
                    <a:pt x="174878" y="628903"/>
                  </a:lnTo>
                  <a:lnTo>
                    <a:pt x="371348" y="602488"/>
                  </a:lnTo>
                  <a:lnTo>
                    <a:pt x="334517" y="577849"/>
                  </a:lnTo>
                  <a:lnTo>
                    <a:pt x="352585" y="537255"/>
                  </a:lnTo>
                  <a:lnTo>
                    <a:pt x="365712" y="495220"/>
                  </a:lnTo>
                  <a:lnTo>
                    <a:pt x="373719" y="451923"/>
                  </a:lnTo>
                  <a:lnTo>
                    <a:pt x="376427" y="407542"/>
                  </a:lnTo>
                  <a:lnTo>
                    <a:pt x="373636" y="362111"/>
                  </a:lnTo>
                  <a:lnTo>
                    <a:pt x="365450" y="317977"/>
                  </a:lnTo>
                  <a:lnTo>
                    <a:pt x="352151" y="275425"/>
                  </a:lnTo>
                  <a:lnTo>
                    <a:pt x="334022" y="234743"/>
                  </a:lnTo>
                  <a:lnTo>
                    <a:pt x="311344" y="196217"/>
                  </a:lnTo>
                  <a:lnTo>
                    <a:pt x="284399" y="160133"/>
                  </a:lnTo>
                  <a:lnTo>
                    <a:pt x="253469" y="126778"/>
                  </a:lnTo>
                  <a:lnTo>
                    <a:pt x="218836" y="96439"/>
                  </a:lnTo>
                  <a:lnTo>
                    <a:pt x="180783" y="69401"/>
                  </a:lnTo>
                  <a:lnTo>
                    <a:pt x="139590" y="45952"/>
                  </a:lnTo>
                  <a:lnTo>
                    <a:pt x="95541" y="26378"/>
                  </a:lnTo>
                  <a:lnTo>
                    <a:pt x="48917" y="1096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859FB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96639" y="2127758"/>
              <a:ext cx="673735" cy="250190"/>
            </a:xfrm>
            <a:custGeom>
              <a:avLst/>
              <a:gdLst/>
              <a:ahLst/>
              <a:cxnLst/>
              <a:rect l="l" t="t" r="r" b="b"/>
              <a:pathLst>
                <a:path w="673735" h="250189">
                  <a:moveTo>
                    <a:pt x="37211" y="0"/>
                  </a:moveTo>
                  <a:lnTo>
                    <a:pt x="0" y="170306"/>
                  </a:lnTo>
                  <a:lnTo>
                    <a:pt x="46862" y="141478"/>
                  </a:lnTo>
                  <a:lnTo>
                    <a:pt x="85903" y="170225"/>
                  </a:lnTo>
                  <a:lnTo>
                    <a:pt x="127417" y="194531"/>
                  </a:lnTo>
                  <a:lnTo>
                    <a:pt x="170983" y="214403"/>
                  </a:lnTo>
                  <a:lnTo>
                    <a:pt x="216182" y="229847"/>
                  </a:lnTo>
                  <a:lnTo>
                    <a:pt x="262594" y="240871"/>
                  </a:lnTo>
                  <a:lnTo>
                    <a:pt x="309799" y="247480"/>
                  </a:lnTo>
                  <a:lnTo>
                    <a:pt x="357377" y="249681"/>
                  </a:lnTo>
                  <a:lnTo>
                    <a:pt x="406058" y="247374"/>
                  </a:lnTo>
                  <a:lnTo>
                    <a:pt x="454274" y="240459"/>
                  </a:lnTo>
                  <a:lnTo>
                    <a:pt x="501592" y="228948"/>
                  </a:lnTo>
                  <a:lnTo>
                    <a:pt x="547580" y="212851"/>
                  </a:lnTo>
                  <a:lnTo>
                    <a:pt x="591804" y="192180"/>
                  </a:lnTo>
                  <a:lnTo>
                    <a:pt x="633830" y="166946"/>
                  </a:lnTo>
                  <a:lnTo>
                    <a:pt x="673226" y="137160"/>
                  </a:lnTo>
                  <a:lnTo>
                    <a:pt x="673226" y="135000"/>
                  </a:lnTo>
                  <a:lnTo>
                    <a:pt x="537845" y="53086"/>
                  </a:lnTo>
                  <a:lnTo>
                    <a:pt x="496292" y="76888"/>
                  </a:lnTo>
                  <a:lnTo>
                    <a:pt x="451738" y="93964"/>
                  </a:lnTo>
                  <a:lnTo>
                    <a:pt x="405185" y="104253"/>
                  </a:lnTo>
                  <a:lnTo>
                    <a:pt x="357632" y="107696"/>
                  </a:lnTo>
                  <a:lnTo>
                    <a:pt x="312070" y="104534"/>
                  </a:lnTo>
                  <a:lnTo>
                    <a:pt x="267176" y="95075"/>
                  </a:lnTo>
                  <a:lnTo>
                    <a:pt x="223758" y="79353"/>
                  </a:lnTo>
                  <a:lnTo>
                    <a:pt x="182625" y="57404"/>
                  </a:lnTo>
                  <a:lnTo>
                    <a:pt x="231775" y="28829"/>
                  </a:lnTo>
                  <a:lnTo>
                    <a:pt x="37211" y="0"/>
                  </a:lnTo>
                  <a:close/>
                </a:path>
              </a:pathLst>
            </a:custGeom>
            <a:ln w="9525">
              <a:solidFill>
                <a:srgbClr val="5F7C9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824478" y="1854200"/>
            <a:ext cx="2762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25" dirty="0">
                <a:solidFill>
                  <a:srgbClr val="FFFFFF"/>
                </a:solidFill>
                <a:latin typeface="Calibri"/>
                <a:cs typeface="Calibri"/>
              </a:rPr>
              <a:t>ETL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308603" y="4139184"/>
            <a:ext cx="1247140" cy="227329"/>
            <a:chOff x="3308603" y="4139184"/>
            <a:chExt cx="1247140" cy="227329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08603" y="4139184"/>
              <a:ext cx="1246631" cy="22701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55847" y="4172712"/>
              <a:ext cx="1155191" cy="12344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3355847" y="4172712"/>
              <a:ext cx="1155700" cy="123825"/>
            </a:xfrm>
            <a:custGeom>
              <a:avLst/>
              <a:gdLst/>
              <a:ahLst/>
              <a:cxnLst/>
              <a:rect l="l" t="t" r="r" b="b"/>
              <a:pathLst>
                <a:path w="1155700" h="123825">
                  <a:moveTo>
                    <a:pt x="0" y="30860"/>
                  </a:moveTo>
                  <a:lnTo>
                    <a:pt x="1093469" y="30860"/>
                  </a:lnTo>
                  <a:lnTo>
                    <a:pt x="1093469" y="0"/>
                  </a:lnTo>
                  <a:lnTo>
                    <a:pt x="1155191" y="61721"/>
                  </a:lnTo>
                  <a:lnTo>
                    <a:pt x="1093469" y="123443"/>
                  </a:lnTo>
                  <a:lnTo>
                    <a:pt x="1093469" y="92582"/>
                  </a:lnTo>
                  <a:lnTo>
                    <a:pt x="0" y="92582"/>
                  </a:lnTo>
                  <a:lnTo>
                    <a:pt x="0" y="30860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7548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Streams</a:t>
            </a:r>
          </a:p>
        </p:txBody>
      </p:sp>
      <p:sp>
        <p:nvSpPr>
          <p:cNvPr id="3" name="object 3"/>
          <p:cNvSpPr/>
          <p:nvPr/>
        </p:nvSpPr>
        <p:spPr>
          <a:xfrm>
            <a:off x="3970477" y="1195603"/>
            <a:ext cx="1209040" cy="1639570"/>
          </a:xfrm>
          <a:custGeom>
            <a:avLst/>
            <a:gdLst/>
            <a:ahLst/>
            <a:cxnLst/>
            <a:rect l="l" t="t" r="r" b="b"/>
            <a:pathLst>
              <a:path w="1209039" h="1639570">
                <a:moveTo>
                  <a:pt x="1208786" y="1121244"/>
                </a:moveTo>
                <a:lnTo>
                  <a:pt x="1192745" y="1160716"/>
                </a:lnTo>
                <a:lnTo>
                  <a:pt x="1147114" y="1197013"/>
                </a:lnTo>
                <a:lnTo>
                  <a:pt x="1079271" y="1227620"/>
                </a:lnTo>
                <a:lnTo>
                  <a:pt x="1079271" y="1423441"/>
                </a:lnTo>
                <a:lnTo>
                  <a:pt x="1076172" y="1441119"/>
                </a:lnTo>
                <a:lnTo>
                  <a:pt x="1067396" y="1454746"/>
                </a:lnTo>
                <a:lnTo>
                  <a:pt x="1053769" y="1463509"/>
                </a:lnTo>
                <a:lnTo>
                  <a:pt x="1036104" y="1466621"/>
                </a:lnTo>
                <a:lnTo>
                  <a:pt x="1018425" y="1463509"/>
                </a:lnTo>
                <a:lnTo>
                  <a:pt x="1004798" y="1454746"/>
                </a:lnTo>
                <a:lnTo>
                  <a:pt x="996035" y="1441119"/>
                </a:lnTo>
                <a:lnTo>
                  <a:pt x="992936" y="1423441"/>
                </a:lnTo>
                <a:lnTo>
                  <a:pt x="996035" y="1405775"/>
                </a:lnTo>
                <a:lnTo>
                  <a:pt x="1004798" y="1392148"/>
                </a:lnTo>
                <a:lnTo>
                  <a:pt x="1018425" y="1383372"/>
                </a:lnTo>
                <a:lnTo>
                  <a:pt x="1036104" y="1380274"/>
                </a:lnTo>
                <a:lnTo>
                  <a:pt x="1053769" y="1383372"/>
                </a:lnTo>
                <a:lnTo>
                  <a:pt x="1067396" y="1392148"/>
                </a:lnTo>
                <a:lnTo>
                  <a:pt x="1076172" y="1405775"/>
                </a:lnTo>
                <a:lnTo>
                  <a:pt x="1079271" y="1423441"/>
                </a:lnTo>
                <a:lnTo>
                  <a:pt x="1079271" y="1227620"/>
                </a:lnTo>
                <a:lnTo>
                  <a:pt x="1031240" y="1243203"/>
                </a:lnTo>
                <a:lnTo>
                  <a:pt x="981824" y="1255864"/>
                </a:lnTo>
                <a:lnTo>
                  <a:pt x="927785" y="1266952"/>
                </a:lnTo>
                <a:lnTo>
                  <a:pt x="869581" y="1276311"/>
                </a:lnTo>
                <a:lnTo>
                  <a:pt x="807681" y="1283817"/>
                </a:lnTo>
                <a:lnTo>
                  <a:pt x="742543" y="1289354"/>
                </a:lnTo>
                <a:lnTo>
                  <a:pt x="674624" y="1292758"/>
                </a:lnTo>
                <a:lnTo>
                  <a:pt x="604393" y="1293926"/>
                </a:lnTo>
                <a:lnTo>
                  <a:pt x="534162" y="1292758"/>
                </a:lnTo>
                <a:lnTo>
                  <a:pt x="466242" y="1289354"/>
                </a:lnTo>
                <a:lnTo>
                  <a:pt x="401104" y="1283817"/>
                </a:lnTo>
                <a:lnTo>
                  <a:pt x="339204" y="1276311"/>
                </a:lnTo>
                <a:lnTo>
                  <a:pt x="281000" y="1266952"/>
                </a:lnTo>
                <a:lnTo>
                  <a:pt x="226961" y="1255864"/>
                </a:lnTo>
                <a:lnTo>
                  <a:pt x="177546" y="1243203"/>
                </a:lnTo>
                <a:lnTo>
                  <a:pt x="133210" y="1229080"/>
                </a:lnTo>
                <a:lnTo>
                  <a:pt x="94437" y="1213637"/>
                </a:lnTo>
                <a:lnTo>
                  <a:pt x="35382" y="1179322"/>
                </a:lnTo>
                <a:lnTo>
                  <a:pt x="4089" y="1141310"/>
                </a:lnTo>
                <a:lnTo>
                  <a:pt x="0" y="1121244"/>
                </a:lnTo>
                <a:lnTo>
                  <a:pt x="0" y="1466621"/>
                </a:lnTo>
                <a:lnTo>
                  <a:pt x="16040" y="1506093"/>
                </a:lnTo>
                <a:lnTo>
                  <a:pt x="61671" y="1542389"/>
                </a:lnTo>
                <a:lnTo>
                  <a:pt x="133210" y="1574457"/>
                </a:lnTo>
                <a:lnTo>
                  <a:pt x="177546" y="1588579"/>
                </a:lnTo>
                <a:lnTo>
                  <a:pt x="226961" y="1601241"/>
                </a:lnTo>
                <a:lnTo>
                  <a:pt x="281000" y="1612328"/>
                </a:lnTo>
                <a:lnTo>
                  <a:pt x="339204" y="1621688"/>
                </a:lnTo>
                <a:lnTo>
                  <a:pt x="401104" y="1629194"/>
                </a:lnTo>
                <a:lnTo>
                  <a:pt x="466242" y="1634731"/>
                </a:lnTo>
                <a:lnTo>
                  <a:pt x="534162" y="1638134"/>
                </a:lnTo>
                <a:lnTo>
                  <a:pt x="604393" y="1639303"/>
                </a:lnTo>
                <a:lnTo>
                  <a:pt x="674624" y="1638134"/>
                </a:lnTo>
                <a:lnTo>
                  <a:pt x="742543" y="1634731"/>
                </a:lnTo>
                <a:lnTo>
                  <a:pt x="807681" y="1629194"/>
                </a:lnTo>
                <a:lnTo>
                  <a:pt x="869581" y="1621688"/>
                </a:lnTo>
                <a:lnTo>
                  <a:pt x="927785" y="1612328"/>
                </a:lnTo>
                <a:lnTo>
                  <a:pt x="981824" y="1601241"/>
                </a:lnTo>
                <a:lnTo>
                  <a:pt x="1031240" y="1588579"/>
                </a:lnTo>
                <a:lnTo>
                  <a:pt x="1075575" y="1574457"/>
                </a:lnTo>
                <a:lnTo>
                  <a:pt x="1114348" y="1559026"/>
                </a:lnTo>
                <a:lnTo>
                  <a:pt x="1173403" y="1524698"/>
                </a:lnTo>
                <a:lnTo>
                  <a:pt x="1204696" y="1486687"/>
                </a:lnTo>
                <a:lnTo>
                  <a:pt x="1208786" y="1466621"/>
                </a:lnTo>
                <a:lnTo>
                  <a:pt x="1208786" y="1380274"/>
                </a:lnTo>
                <a:lnTo>
                  <a:pt x="1208786" y="1293926"/>
                </a:lnTo>
                <a:lnTo>
                  <a:pt x="1208786" y="1121244"/>
                </a:lnTo>
                <a:close/>
              </a:path>
              <a:path w="1209039" h="1639570">
                <a:moveTo>
                  <a:pt x="1208786" y="689521"/>
                </a:moveTo>
                <a:lnTo>
                  <a:pt x="1192745" y="728992"/>
                </a:lnTo>
                <a:lnTo>
                  <a:pt x="1147114" y="765289"/>
                </a:lnTo>
                <a:lnTo>
                  <a:pt x="1079271" y="795896"/>
                </a:lnTo>
                <a:lnTo>
                  <a:pt x="1079271" y="991730"/>
                </a:lnTo>
                <a:lnTo>
                  <a:pt x="1076172" y="1009396"/>
                </a:lnTo>
                <a:lnTo>
                  <a:pt x="1067396" y="1023023"/>
                </a:lnTo>
                <a:lnTo>
                  <a:pt x="1053769" y="1031798"/>
                </a:lnTo>
                <a:lnTo>
                  <a:pt x="1036104" y="1034897"/>
                </a:lnTo>
                <a:lnTo>
                  <a:pt x="1018425" y="1031798"/>
                </a:lnTo>
                <a:lnTo>
                  <a:pt x="1004798" y="1023023"/>
                </a:lnTo>
                <a:lnTo>
                  <a:pt x="996035" y="1009396"/>
                </a:lnTo>
                <a:lnTo>
                  <a:pt x="992936" y="991730"/>
                </a:lnTo>
                <a:lnTo>
                  <a:pt x="996035" y="974051"/>
                </a:lnTo>
                <a:lnTo>
                  <a:pt x="1004798" y="960424"/>
                </a:lnTo>
                <a:lnTo>
                  <a:pt x="1018425" y="951661"/>
                </a:lnTo>
                <a:lnTo>
                  <a:pt x="1036104" y="948550"/>
                </a:lnTo>
                <a:lnTo>
                  <a:pt x="1053769" y="951661"/>
                </a:lnTo>
                <a:lnTo>
                  <a:pt x="1067396" y="960424"/>
                </a:lnTo>
                <a:lnTo>
                  <a:pt x="1076172" y="974051"/>
                </a:lnTo>
                <a:lnTo>
                  <a:pt x="1079271" y="991730"/>
                </a:lnTo>
                <a:lnTo>
                  <a:pt x="1079271" y="795896"/>
                </a:lnTo>
                <a:lnTo>
                  <a:pt x="1031240" y="811479"/>
                </a:lnTo>
                <a:lnTo>
                  <a:pt x="981824" y="824141"/>
                </a:lnTo>
                <a:lnTo>
                  <a:pt x="927785" y="835228"/>
                </a:lnTo>
                <a:lnTo>
                  <a:pt x="869581" y="844588"/>
                </a:lnTo>
                <a:lnTo>
                  <a:pt x="807681" y="852093"/>
                </a:lnTo>
                <a:lnTo>
                  <a:pt x="742543" y="857631"/>
                </a:lnTo>
                <a:lnTo>
                  <a:pt x="674624" y="861034"/>
                </a:lnTo>
                <a:lnTo>
                  <a:pt x="604393" y="862203"/>
                </a:lnTo>
                <a:lnTo>
                  <a:pt x="534162" y="861034"/>
                </a:lnTo>
                <a:lnTo>
                  <a:pt x="466242" y="857631"/>
                </a:lnTo>
                <a:lnTo>
                  <a:pt x="401104" y="852093"/>
                </a:lnTo>
                <a:lnTo>
                  <a:pt x="339204" y="844588"/>
                </a:lnTo>
                <a:lnTo>
                  <a:pt x="281000" y="835228"/>
                </a:lnTo>
                <a:lnTo>
                  <a:pt x="226961" y="824141"/>
                </a:lnTo>
                <a:lnTo>
                  <a:pt x="177546" y="811479"/>
                </a:lnTo>
                <a:lnTo>
                  <a:pt x="133210" y="797356"/>
                </a:lnTo>
                <a:lnTo>
                  <a:pt x="94437" y="781926"/>
                </a:lnTo>
                <a:lnTo>
                  <a:pt x="35382" y="747598"/>
                </a:lnTo>
                <a:lnTo>
                  <a:pt x="4089" y="709587"/>
                </a:lnTo>
                <a:lnTo>
                  <a:pt x="0" y="689521"/>
                </a:lnTo>
                <a:lnTo>
                  <a:pt x="0" y="1034897"/>
                </a:lnTo>
                <a:lnTo>
                  <a:pt x="16040" y="1074369"/>
                </a:lnTo>
                <a:lnTo>
                  <a:pt x="61671" y="1110665"/>
                </a:lnTo>
                <a:lnTo>
                  <a:pt x="133210" y="1142733"/>
                </a:lnTo>
                <a:lnTo>
                  <a:pt x="177546" y="1156855"/>
                </a:lnTo>
                <a:lnTo>
                  <a:pt x="226961" y="1169517"/>
                </a:lnTo>
                <a:lnTo>
                  <a:pt x="281000" y="1180604"/>
                </a:lnTo>
                <a:lnTo>
                  <a:pt x="339204" y="1189964"/>
                </a:lnTo>
                <a:lnTo>
                  <a:pt x="401104" y="1197470"/>
                </a:lnTo>
                <a:lnTo>
                  <a:pt x="466242" y="1203007"/>
                </a:lnTo>
                <a:lnTo>
                  <a:pt x="534162" y="1206423"/>
                </a:lnTo>
                <a:lnTo>
                  <a:pt x="604393" y="1207592"/>
                </a:lnTo>
                <a:lnTo>
                  <a:pt x="674624" y="1206423"/>
                </a:lnTo>
                <a:lnTo>
                  <a:pt x="742543" y="1203007"/>
                </a:lnTo>
                <a:lnTo>
                  <a:pt x="807681" y="1197470"/>
                </a:lnTo>
                <a:lnTo>
                  <a:pt x="869581" y="1189964"/>
                </a:lnTo>
                <a:lnTo>
                  <a:pt x="927785" y="1180604"/>
                </a:lnTo>
                <a:lnTo>
                  <a:pt x="981824" y="1169517"/>
                </a:lnTo>
                <a:lnTo>
                  <a:pt x="1031240" y="1156855"/>
                </a:lnTo>
                <a:lnTo>
                  <a:pt x="1075575" y="1142733"/>
                </a:lnTo>
                <a:lnTo>
                  <a:pt x="1114348" y="1127302"/>
                </a:lnTo>
                <a:lnTo>
                  <a:pt x="1173403" y="1092987"/>
                </a:lnTo>
                <a:lnTo>
                  <a:pt x="1204696" y="1054963"/>
                </a:lnTo>
                <a:lnTo>
                  <a:pt x="1208786" y="1034897"/>
                </a:lnTo>
                <a:lnTo>
                  <a:pt x="1208786" y="948550"/>
                </a:lnTo>
                <a:lnTo>
                  <a:pt x="1208786" y="862203"/>
                </a:lnTo>
                <a:lnTo>
                  <a:pt x="1208786" y="689521"/>
                </a:lnTo>
                <a:close/>
              </a:path>
              <a:path w="1209039" h="1639570">
                <a:moveTo>
                  <a:pt x="1208786" y="257797"/>
                </a:moveTo>
                <a:lnTo>
                  <a:pt x="1192745" y="297268"/>
                </a:lnTo>
                <a:lnTo>
                  <a:pt x="1147114" y="333565"/>
                </a:lnTo>
                <a:lnTo>
                  <a:pt x="1079271" y="364185"/>
                </a:lnTo>
                <a:lnTo>
                  <a:pt x="1079271" y="560006"/>
                </a:lnTo>
                <a:lnTo>
                  <a:pt x="1076172" y="577672"/>
                </a:lnTo>
                <a:lnTo>
                  <a:pt x="1067396" y="591299"/>
                </a:lnTo>
                <a:lnTo>
                  <a:pt x="1053769" y="600075"/>
                </a:lnTo>
                <a:lnTo>
                  <a:pt x="1036104" y="603173"/>
                </a:lnTo>
                <a:lnTo>
                  <a:pt x="1018425" y="600075"/>
                </a:lnTo>
                <a:lnTo>
                  <a:pt x="1004798" y="591299"/>
                </a:lnTo>
                <a:lnTo>
                  <a:pt x="996035" y="577672"/>
                </a:lnTo>
                <a:lnTo>
                  <a:pt x="992924" y="560006"/>
                </a:lnTo>
                <a:lnTo>
                  <a:pt x="996035" y="542328"/>
                </a:lnTo>
                <a:lnTo>
                  <a:pt x="1004798" y="528701"/>
                </a:lnTo>
                <a:lnTo>
                  <a:pt x="1018425" y="519938"/>
                </a:lnTo>
                <a:lnTo>
                  <a:pt x="1036104" y="516826"/>
                </a:lnTo>
                <a:lnTo>
                  <a:pt x="1053769" y="519938"/>
                </a:lnTo>
                <a:lnTo>
                  <a:pt x="1067396" y="528701"/>
                </a:lnTo>
                <a:lnTo>
                  <a:pt x="1076172" y="542328"/>
                </a:lnTo>
                <a:lnTo>
                  <a:pt x="1079271" y="560006"/>
                </a:lnTo>
                <a:lnTo>
                  <a:pt x="1079271" y="364185"/>
                </a:lnTo>
                <a:lnTo>
                  <a:pt x="1031240" y="379755"/>
                </a:lnTo>
                <a:lnTo>
                  <a:pt x="981824" y="392430"/>
                </a:lnTo>
                <a:lnTo>
                  <a:pt x="927785" y="403504"/>
                </a:lnTo>
                <a:lnTo>
                  <a:pt x="869581" y="412864"/>
                </a:lnTo>
                <a:lnTo>
                  <a:pt x="807681" y="420370"/>
                </a:lnTo>
                <a:lnTo>
                  <a:pt x="742543" y="425907"/>
                </a:lnTo>
                <a:lnTo>
                  <a:pt x="674624" y="429323"/>
                </a:lnTo>
                <a:lnTo>
                  <a:pt x="604393" y="430491"/>
                </a:lnTo>
                <a:lnTo>
                  <a:pt x="534162" y="429323"/>
                </a:lnTo>
                <a:lnTo>
                  <a:pt x="466242" y="425907"/>
                </a:lnTo>
                <a:lnTo>
                  <a:pt x="401104" y="420370"/>
                </a:lnTo>
                <a:lnTo>
                  <a:pt x="339204" y="412864"/>
                </a:lnTo>
                <a:lnTo>
                  <a:pt x="281000" y="403504"/>
                </a:lnTo>
                <a:lnTo>
                  <a:pt x="226961" y="392430"/>
                </a:lnTo>
                <a:lnTo>
                  <a:pt x="177546" y="379755"/>
                </a:lnTo>
                <a:lnTo>
                  <a:pt x="133210" y="365645"/>
                </a:lnTo>
                <a:lnTo>
                  <a:pt x="94437" y="350202"/>
                </a:lnTo>
                <a:lnTo>
                  <a:pt x="35382" y="315887"/>
                </a:lnTo>
                <a:lnTo>
                  <a:pt x="4089" y="277863"/>
                </a:lnTo>
                <a:lnTo>
                  <a:pt x="0" y="257797"/>
                </a:lnTo>
                <a:lnTo>
                  <a:pt x="0" y="603173"/>
                </a:lnTo>
                <a:lnTo>
                  <a:pt x="16040" y="642645"/>
                </a:lnTo>
                <a:lnTo>
                  <a:pt x="61671" y="678942"/>
                </a:lnTo>
                <a:lnTo>
                  <a:pt x="133210" y="711022"/>
                </a:lnTo>
                <a:lnTo>
                  <a:pt x="177546" y="725131"/>
                </a:lnTo>
                <a:lnTo>
                  <a:pt x="226961" y="737806"/>
                </a:lnTo>
                <a:lnTo>
                  <a:pt x="281000" y="748880"/>
                </a:lnTo>
                <a:lnTo>
                  <a:pt x="339204" y="758240"/>
                </a:lnTo>
                <a:lnTo>
                  <a:pt x="401104" y="765759"/>
                </a:lnTo>
                <a:lnTo>
                  <a:pt x="466242" y="771283"/>
                </a:lnTo>
                <a:lnTo>
                  <a:pt x="534162" y="774700"/>
                </a:lnTo>
                <a:lnTo>
                  <a:pt x="604393" y="775868"/>
                </a:lnTo>
                <a:lnTo>
                  <a:pt x="674624" y="774700"/>
                </a:lnTo>
                <a:lnTo>
                  <a:pt x="742543" y="771283"/>
                </a:lnTo>
                <a:lnTo>
                  <a:pt x="807681" y="765759"/>
                </a:lnTo>
                <a:lnTo>
                  <a:pt x="869581" y="758240"/>
                </a:lnTo>
                <a:lnTo>
                  <a:pt x="927785" y="748880"/>
                </a:lnTo>
                <a:lnTo>
                  <a:pt x="981824" y="737806"/>
                </a:lnTo>
                <a:lnTo>
                  <a:pt x="1031240" y="725131"/>
                </a:lnTo>
                <a:lnTo>
                  <a:pt x="1075575" y="711022"/>
                </a:lnTo>
                <a:lnTo>
                  <a:pt x="1114348" y="695579"/>
                </a:lnTo>
                <a:lnTo>
                  <a:pt x="1173403" y="661263"/>
                </a:lnTo>
                <a:lnTo>
                  <a:pt x="1204696" y="623239"/>
                </a:lnTo>
                <a:lnTo>
                  <a:pt x="1208786" y="603173"/>
                </a:lnTo>
                <a:lnTo>
                  <a:pt x="1208786" y="516826"/>
                </a:lnTo>
                <a:lnTo>
                  <a:pt x="1208786" y="430491"/>
                </a:lnTo>
                <a:lnTo>
                  <a:pt x="1208786" y="257797"/>
                </a:lnTo>
                <a:close/>
              </a:path>
              <a:path w="1209039" h="1639570">
                <a:moveTo>
                  <a:pt x="1208786" y="171450"/>
                </a:moveTo>
                <a:lnTo>
                  <a:pt x="1192822" y="131864"/>
                </a:lnTo>
                <a:lnTo>
                  <a:pt x="1147356" y="95516"/>
                </a:lnTo>
                <a:lnTo>
                  <a:pt x="1076007" y="63474"/>
                </a:lnTo>
                <a:lnTo>
                  <a:pt x="1031760" y="49377"/>
                </a:lnTo>
                <a:lnTo>
                  <a:pt x="982408" y="36741"/>
                </a:lnTo>
                <a:lnTo>
                  <a:pt x="928408" y="25704"/>
                </a:lnTo>
                <a:lnTo>
                  <a:pt x="808228" y="8890"/>
                </a:lnTo>
                <a:lnTo>
                  <a:pt x="674878" y="0"/>
                </a:lnTo>
                <a:lnTo>
                  <a:pt x="533908" y="0"/>
                </a:lnTo>
                <a:lnTo>
                  <a:pt x="400558" y="8890"/>
                </a:lnTo>
                <a:lnTo>
                  <a:pt x="280390" y="25704"/>
                </a:lnTo>
                <a:lnTo>
                  <a:pt x="226377" y="36741"/>
                </a:lnTo>
                <a:lnTo>
                  <a:pt x="177025" y="49377"/>
                </a:lnTo>
                <a:lnTo>
                  <a:pt x="132778" y="63474"/>
                </a:lnTo>
                <a:lnTo>
                  <a:pt x="94107" y="78892"/>
                </a:lnTo>
                <a:lnTo>
                  <a:pt x="35242" y="113220"/>
                </a:lnTo>
                <a:lnTo>
                  <a:pt x="4064" y="151320"/>
                </a:lnTo>
                <a:lnTo>
                  <a:pt x="0" y="171450"/>
                </a:lnTo>
                <a:lnTo>
                  <a:pt x="4064" y="191592"/>
                </a:lnTo>
                <a:lnTo>
                  <a:pt x="35242" y="229692"/>
                </a:lnTo>
                <a:lnTo>
                  <a:pt x="94107" y="264033"/>
                </a:lnTo>
                <a:lnTo>
                  <a:pt x="132778" y="279463"/>
                </a:lnTo>
                <a:lnTo>
                  <a:pt x="177025" y="293560"/>
                </a:lnTo>
                <a:lnTo>
                  <a:pt x="226377" y="306209"/>
                </a:lnTo>
                <a:lnTo>
                  <a:pt x="280390" y="317258"/>
                </a:lnTo>
                <a:lnTo>
                  <a:pt x="400558" y="334073"/>
                </a:lnTo>
                <a:lnTo>
                  <a:pt x="533908" y="342976"/>
                </a:lnTo>
                <a:lnTo>
                  <a:pt x="674878" y="342976"/>
                </a:lnTo>
                <a:lnTo>
                  <a:pt x="808228" y="334073"/>
                </a:lnTo>
                <a:lnTo>
                  <a:pt x="928408" y="317258"/>
                </a:lnTo>
                <a:lnTo>
                  <a:pt x="982408" y="306209"/>
                </a:lnTo>
                <a:lnTo>
                  <a:pt x="1031760" y="293560"/>
                </a:lnTo>
                <a:lnTo>
                  <a:pt x="1076007" y="279463"/>
                </a:lnTo>
                <a:lnTo>
                  <a:pt x="1114691" y="264033"/>
                </a:lnTo>
                <a:lnTo>
                  <a:pt x="1173543" y="229692"/>
                </a:lnTo>
                <a:lnTo>
                  <a:pt x="1204722" y="191592"/>
                </a:lnTo>
                <a:lnTo>
                  <a:pt x="1208786" y="171450"/>
                </a:lnTo>
                <a:close/>
              </a:path>
            </a:pathLst>
          </a:custGeom>
          <a:solidFill>
            <a:srgbClr val="006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336" y="3741420"/>
            <a:ext cx="1776222" cy="56464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48741" y="3796080"/>
            <a:ext cx="14655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scources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950717" y="2964433"/>
            <a:ext cx="635000" cy="825500"/>
            <a:chOff x="2950717" y="2964433"/>
            <a:chExt cx="635000" cy="825500"/>
          </a:xfrm>
        </p:grpSpPr>
        <p:sp>
          <p:nvSpPr>
            <p:cNvPr id="7" name="object 7"/>
            <p:cNvSpPr/>
            <p:nvPr/>
          </p:nvSpPr>
          <p:spPr>
            <a:xfrm>
              <a:off x="2963417" y="2977133"/>
              <a:ext cx="609600" cy="800100"/>
            </a:xfrm>
            <a:custGeom>
              <a:avLst/>
              <a:gdLst/>
              <a:ahLst/>
              <a:cxnLst/>
              <a:rect l="l" t="t" r="r" b="b"/>
              <a:pathLst>
                <a:path w="609600" h="800100">
                  <a:moveTo>
                    <a:pt x="507999" y="0"/>
                  </a:moveTo>
                  <a:lnTo>
                    <a:pt x="101600" y="0"/>
                  </a:lnTo>
                  <a:lnTo>
                    <a:pt x="62043" y="7981"/>
                  </a:lnTo>
                  <a:lnTo>
                    <a:pt x="29749" y="29749"/>
                  </a:lnTo>
                  <a:lnTo>
                    <a:pt x="7981" y="62043"/>
                  </a:lnTo>
                  <a:lnTo>
                    <a:pt x="0" y="101600"/>
                  </a:lnTo>
                  <a:lnTo>
                    <a:pt x="0" y="698500"/>
                  </a:lnTo>
                  <a:lnTo>
                    <a:pt x="7981" y="738056"/>
                  </a:lnTo>
                  <a:lnTo>
                    <a:pt x="29749" y="770350"/>
                  </a:lnTo>
                  <a:lnTo>
                    <a:pt x="62043" y="792118"/>
                  </a:lnTo>
                  <a:lnTo>
                    <a:pt x="101600" y="800100"/>
                  </a:lnTo>
                  <a:lnTo>
                    <a:pt x="507999" y="800100"/>
                  </a:lnTo>
                  <a:lnTo>
                    <a:pt x="547556" y="792118"/>
                  </a:lnTo>
                  <a:lnTo>
                    <a:pt x="579850" y="770350"/>
                  </a:lnTo>
                  <a:lnTo>
                    <a:pt x="601618" y="738056"/>
                  </a:lnTo>
                  <a:lnTo>
                    <a:pt x="609599" y="698500"/>
                  </a:lnTo>
                  <a:lnTo>
                    <a:pt x="609599" y="101600"/>
                  </a:lnTo>
                  <a:lnTo>
                    <a:pt x="601618" y="62043"/>
                  </a:lnTo>
                  <a:lnTo>
                    <a:pt x="579850" y="29749"/>
                  </a:lnTo>
                  <a:lnTo>
                    <a:pt x="547556" y="7981"/>
                  </a:lnTo>
                  <a:lnTo>
                    <a:pt x="507999" y="0"/>
                  </a:lnTo>
                  <a:close/>
                </a:path>
              </a:pathLst>
            </a:custGeom>
            <a:solidFill>
              <a:srgbClr val="9B9B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63417" y="2977133"/>
              <a:ext cx="609600" cy="800100"/>
            </a:xfrm>
            <a:custGeom>
              <a:avLst/>
              <a:gdLst/>
              <a:ahLst/>
              <a:cxnLst/>
              <a:rect l="l" t="t" r="r" b="b"/>
              <a:pathLst>
                <a:path w="609600" h="80010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507999" y="0"/>
                  </a:lnTo>
                  <a:lnTo>
                    <a:pt x="547556" y="7981"/>
                  </a:lnTo>
                  <a:lnTo>
                    <a:pt x="579850" y="29749"/>
                  </a:lnTo>
                  <a:lnTo>
                    <a:pt x="601618" y="62043"/>
                  </a:lnTo>
                  <a:lnTo>
                    <a:pt x="609599" y="101600"/>
                  </a:lnTo>
                  <a:lnTo>
                    <a:pt x="609599" y="698500"/>
                  </a:lnTo>
                  <a:lnTo>
                    <a:pt x="601618" y="738056"/>
                  </a:lnTo>
                  <a:lnTo>
                    <a:pt x="579850" y="770350"/>
                  </a:lnTo>
                  <a:lnTo>
                    <a:pt x="547556" y="792118"/>
                  </a:lnTo>
                  <a:lnTo>
                    <a:pt x="507999" y="800100"/>
                  </a:lnTo>
                  <a:lnTo>
                    <a:pt x="101600" y="800100"/>
                  </a:lnTo>
                  <a:lnTo>
                    <a:pt x="62043" y="792118"/>
                  </a:lnTo>
                  <a:lnTo>
                    <a:pt x="29749" y="770350"/>
                  </a:lnTo>
                  <a:lnTo>
                    <a:pt x="7981" y="738056"/>
                  </a:lnTo>
                  <a:lnTo>
                    <a:pt x="0" y="698500"/>
                  </a:lnTo>
                  <a:lnTo>
                    <a:pt x="0" y="101600"/>
                  </a:lnTo>
                  <a:close/>
                </a:path>
              </a:pathLst>
            </a:custGeom>
            <a:ln w="25400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14400" y="2039111"/>
            <a:ext cx="1943100" cy="1737360"/>
            <a:chOff x="914400" y="2039111"/>
            <a:chExt cx="1943100" cy="173736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2039111"/>
              <a:ext cx="751332" cy="17373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6108" y="2935211"/>
              <a:ext cx="1231392" cy="5608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4241" y="2964433"/>
              <a:ext cx="1137920" cy="46418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674241" y="2964433"/>
              <a:ext cx="1137920" cy="464184"/>
            </a:xfrm>
            <a:custGeom>
              <a:avLst/>
              <a:gdLst/>
              <a:ahLst/>
              <a:cxnLst/>
              <a:rect l="l" t="t" r="r" b="b"/>
              <a:pathLst>
                <a:path w="1137920" h="464185">
                  <a:moveTo>
                    <a:pt x="36956" y="0"/>
                  </a:moveTo>
                  <a:lnTo>
                    <a:pt x="1008507" y="242443"/>
                  </a:lnTo>
                  <a:lnTo>
                    <a:pt x="1026921" y="168529"/>
                  </a:lnTo>
                  <a:lnTo>
                    <a:pt x="1137920" y="353187"/>
                  </a:lnTo>
                  <a:lnTo>
                    <a:pt x="953134" y="464185"/>
                  </a:lnTo>
                  <a:lnTo>
                    <a:pt x="971550" y="390271"/>
                  </a:lnTo>
                  <a:lnTo>
                    <a:pt x="0" y="147828"/>
                  </a:lnTo>
                  <a:lnTo>
                    <a:pt x="36956" y="0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081020" y="3149854"/>
            <a:ext cx="3740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5080" indent="-3175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Bahnschrift"/>
                <a:cs typeface="Bahnschrift"/>
              </a:rPr>
              <a:t>Raw </a:t>
            </a:r>
            <a:r>
              <a:rPr sz="1400" spc="-20" dirty="0">
                <a:solidFill>
                  <a:srgbClr val="FFFFFF"/>
                </a:solidFill>
                <a:latin typeface="Bahnschrift"/>
                <a:cs typeface="Bahnschrift"/>
              </a:rPr>
              <a:t>data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721861" y="2964433"/>
            <a:ext cx="1319530" cy="825500"/>
            <a:chOff x="3721861" y="2964433"/>
            <a:chExt cx="1319530" cy="825500"/>
          </a:xfrm>
        </p:grpSpPr>
        <p:sp>
          <p:nvSpPr>
            <p:cNvPr id="16" name="object 16"/>
            <p:cNvSpPr/>
            <p:nvPr/>
          </p:nvSpPr>
          <p:spPr>
            <a:xfrm>
              <a:off x="3734561" y="2977133"/>
              <a:ext cx="1294130" cy="800100"/>
            </a:xfrm>
            <a:custGeom>
              <a:avLst/>
              <a:gdLst/>
              <a:ahLst/>
              <a:cxnLst/>
              <a:rect l="l" t="t" r="r" b="b"/>
              <a:pathLst>
                <a:path w="1294129" h="800100">
                  <a:moveTo>
                    <a:pt x="1160526" y="0"/>
                  </a:moveTo>
                  <a:lnTo>
                    <a:pt x="133350" y="0"/>
                  </a:ln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0" y="666750"/>
                  </a:lnTo>
                  <a:lnTo>
                    <a:pt x="6797" y="708903"/>
                  </a:lnTo>
                  <a:lnTo>
                    <a:pt x="25725" y="745510"/>
                  </a:lnTo>
                  <a:lnTo>
                    <a:pt x="54589" y="774374"/>
                  </a:lnTo>
                  <a:lnTo>
                    <a:pt x="91196" y="793302"/>
                  </a:lnTo>
                  <a:lnTo>
                    <a:pt x="133350" y="800100"/>
                  </a:lnTo>
                  <a:lnTo>
                    <a:pt x="1160526" y="800100"/>
                  </a:lnTo>
                  <a:lnTo>
                    <a:pt x="1202679" y="793302"/>
                  </a:lnTo>
                  <a:lnTo>
                    <a:pt x="1239286" y="774374"/>
                  </a:lnTo>
                  <a:lnTo>
                    <a:pt x="1268150" y="745510"/>
                  </a:lnTo>
                  <a:lnTo>
                    <a:pt x="1287078" y="708903"/>
                  </a:lnTo>
                  <a:lnTo>
                    <a:pt x="1293876" y="666750"/>
                  </a:lnTo>
                  <a:lnTo>
                    <a:pt x="1293876" y="133350"/>
                  </a:lnTo>
                  <a:lnTo>
                    <a:pt x="1287078" y="91196"/>
                  </a:lnTo>
                  <a:lnTo>
                    <a:pt x="1268150" y="54589"/>
                  </a:lnTo>
                  <a:lnTo>
                    <a:pt x="1239286" y="25725"/>
                  </a:lnTo>
                  <a:lnTo>
                    <a:pt x="1202679" y="6797"/>
                  </a:lnTo>
                  <a:lnTo>
                    <a:pt x="1160526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34561" y="2977133"/>
              <a:ext cx="1294130" cy="800100"/>
            </a:xfrm>
            <a:custGeom>
              <a:avLst/>
              <a:gdLst/>
              <a:ahLst/>
              <a:cxnLst/>
              <a:rect l="l" t="t" r="r" b="b"/>
              <a:pathLst>
                <a:path w="1294129" h="800100">
                  <a:moveTo>
                    <a:pt x="0" y="133350"/>
                  </a:moveTo>
                  <a:lnTo>
                    <a:pt x="6797" y="91196"/>
                  </a:lnTo>
                  <a:lnTo>
                    <a:pt x="25725" y="54589"/>
                  </a:lnTo>
                  <a:lnTo>
                    <a:pt x="54589" y="25725"/>
                  </a:lnTo>
                  <a:lnTo>
                    <a:pt x="91196" y="6797"/>
                  </a:lnTo>
                  <a:lnTo>
                    <a:pt x="133350" y="0"/>
                  </a:lnTo>
                  <a:lnTo>
                    <a:pt x="1160526" y="0"/>
                  </a:lnTo>
                  <a:lnTo>
                    <a:pt x="1202679" y="6797"/>
                  </a:lnTo>
                  <a:lnTo>
                    <a:pt x="1239286" y="25725"/>
                  </a:lnTo>
                  <a:lnTo>
                    <a:pt x="1268150" y="54589"/>
                  </a:lnTo>
                  <a:lnTo>
                    <a:pt x="1287078" y="91196"/>
                  </a:lnTo>
                  <a:lnTo>
                    <a:pt x="1293876" y="133350"/>
                  </a:lnTo>
                  <a:lnTo>
                    <a:pt x="1293876" y="666750"/>
                  </a:lnTo>
                  <a:lnTo>
                    <a:pt x="1287078" y="708903"/>
                  </a:lnTo>
                  <a:lnTo>
                    <a:pt x="1268150" y="745510"/>
                  </a:lnTo>
                  <a:lnTo>
                    <a:pt x="1239286" y="774374"/>
                  </a:lnTo>
                  <a:lnTo>
                    <a:pt x="1202679" y="793302"/>
                  </a:lnTo>
                  <a:lnTo>
                    <a:pt x="1160526" y="800100"/>
                  </a:lnTo>
                  <a:lnTo>
                    <a:pt x="133350" y="800100"/>
                  </a:lnTo>
                  <a:lnTo>
                    <a:pt x="91196" y="793302"/>
                  </a:lnTo>
                  <a:lnTo>
                    <a:pt x="54589" y="774374"/>
                  </a:lnTo>
                  <a:lnTo>
                    <a:pt x="25725" y="745510"/>
                  </a:lnTo>
                  <a:lnTo>
                    <a:pt x="6797" y="708903"/>
                  </a:lnTo>
                  <a:lnTo>
                    <a:pt x="0" y="666750"/>
                  </a:lnTo>
                  <a:lnTo>
                    <a:pt x="0" y="133350"/>
                  </a:lnTo>
                  <a:close/>
                </a:path>
              </a:pathLst>
            </a:custGeom>
            <a:ln w="25400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936872" y="3149854"/>
            <a:ext cx="8890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9554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Bahnschrift"/>
                <a:cs typeface="Bahnschrift"/>
              </a:rPr>
              <a:t>Data </a:t>
            </a:r>
            <a:r>
              <a:rPr sz="1400" spc="-10" dirty="0">
                <a:solidFill>
                  <a:srgbClr val="FFFFFF"/>
                </a:solidFill>
                <a:latin typeface="Bahnschrift"/>
                <a:cs typeface="Bahnschrift"/>
              </a:rPr>
              <a:t>integration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177282" y="2967482"/>
            <a:ext cx="1320800" cy="827405"/>
            <a:chOff x="5177282" y="2967482"/>
            <a:chExt cx="1320800" cy="827405"/>
          </a:xfrm>
        </p:grpSpPr>
        <p:sp>
          <p:nvSpPr>
            <p:cNvPr id="20" name="object 20"/>
            <p:cNvSpPr/>
            <p:nvPr/>
          </p:nvSpPr>
          <p:spPr>
            <a:xfrm>
              <a:off x="5189982" y="2980182"/>
              <a:ext cx="1295400" cy="802005"/>
            </a:xfrm>
            <a:custGeom>
              <a:avLst/>
              <a:gdLst/>
              <a:ahLst/>
              <a:cxnLst/>
              <a:rect l="l" t="t" r="r" b="b"/>
              <a:pathLst>
                <a:path w="1295400" h="802004">
                  <a:moveTo>
                    <a:pt x="1161795" y="0"/>
                  </a:moveTo>
                  <a:lnTo>
                    <a:pt x="133603" y="0"/>
                  </a:lnTo>
                  <a:lnTo>
                    <a:pt x="91374" y="6811"/>
                  </a:lnTo>
                  <a:lnTo>
                    <a:pt x="54699" y="25777"/>
                  </a:lnTo>
                  <a:lnTo>
                    <a:pt x="25777" y="54699"/>
                  </a:lnTo>
                  <a:lnTo>
                    <a:pt x="6811" y="91374"/>
                  </a:lnTo>
                  <a:lnTo>
                    <a:pt x="0" y="133604"/>
                  </a:lnTo>
                  <a:lnTo>
                    <a:pt x="0" y="668020"/>
                  </a:lnTo>
                  <a:lnTo>
                    <a:pt x="6811" y="710249"/>
                  </a:lnTo>
                  <a:lnTo>
                    <a:pt x="25777" y="746924"/>
                  </a:lnTo>
                  <a:lnTo>
                    <a:pt x="54699" y="775846"/>
                  </a:lnTo>
                  <a:lnTo>
                    <a:pt x="91374" y="794812"/>
                  </a:lnTo>
                  <a:lnTo>
                    <a:pt x="133603" y="801624"/>
                  </a:lnTo>
                  <a:lnTo>
                    <a:pt x="1161795" y="801624"/>
                  </a:lnTo>
                  <a:lnTo>
                    <a:pt x="1204025" y="794812"/>
                  </a:lnTo>
                  <a:lnTo>
                    <a:pt x="1240700" y="775846"/>
                  </a:lnTo>
                  <a:lnTo>
                    <a:pt x="1269622" y="746924"/>
                  </a:lnTo>
                  <a:lnTo>
                    <a:pt x="1288588" y="710249"/>
                  </a:lnTo>
                  <a:lnTo>
                    <a:pt x="1295400" y="668020"/>
                  </a:lnTo>
                  <a:lnTo>
                    <a:pt x="1295400" y="133604"/>
                  </a:lnTo>
                  <a:lnTo>
                    <a:pt x="1288588" y="91374"/>
                  </a:lnTo>
                  <a:lnTo>
                    <a:pt x="1269622" y="54699"/>
                  </a:lnTo>
                  <a:lnTo>
                    <a:pt x="1240700" y="25777"/>
                  </a:lnTo>
                  <a:lnTo>
                    <a:pt x="1204025" y="6811"/>
                  </a:lnTo>
                  <a:lnTo>
                    <a:pt x="1161795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89982" y="2980182"/>
              <a:ext cx="1295400" cy="802005"/>
            </a:xfrm>
            <a:custGeom>
              <a:avLst/>
              <a:gdLst/>
              <a:ahLst/>
              <a:cxnLst/>
              <a:rect l="l" t="t" r="r" b="b"/>
              <a:pathLst>
                <a:path w="1295400" h="802004">
                  <a:moveTo>
                    <a:pt x="0" y="133604"/>
                  </a:moveTo>
                  <a:lnTo>
                    <a:pt x="6811" y="91374"/>
                  </a:lnTo>
                  <a:lnTo>
                    <a:pt x="25777" y="54699"/>
                  </a:lnTo>
                  <a:lnTo>
                    <a:pt x="54699" y="25777"/>
                  </a:lnTo>
                  <a:lnTo>
                    <a:pt x="91374" y="6811"/>
                  </a:lnTo>
                  <a:lnTo>
                    <a:pt x="133603" y="0"/>
                  </a:lnTo>
                  <a:lnTo>
                    <a:pt x="1161795" y="0"/>
                  </a:lnTo>
                  <a:lnTo>
                    <a:pt x="1204025" y="6811"/>
                  </a:lnTo>
                  <a:lnTo>
                    <a:pt x="1240700" y="25777"/>
                  </a:lnTo>
                  <a:lnTo>
                    <a:pt x="1269622" y="54699"/>
                  </a:lnTo>
                  <a:lnTo>
                    <a:pt x="1288588" y="91374"/>
                  </a:lnTo>
                  <a:lnTo>
                    <a:pt x="1295400" y="133604"/>
                  </a:lnTo>
                  <a:lnTo>
                    <a:pt x="1295400" y="668020"/>
                  </a:lnTo>
                  <a:lnTo>
                    <a:pt x="1288588" y="710249"/>
                  </a:lnTo>
                  <a:lnTo>
                    <a:pt x="1269622" y="746924"/>
                  </a:lnTo>
                  <a:lnTo>
                    <a:pt x="1240700" y="775846"/>
                  </a:lnTo>
                  <a:lnTo>
                    <a:pt x="1204025" y="794812"/>
                  </a:lnTo>
                  <a:lnTo>
                    <a:pt x="1161795" y="801624"/>
                  </a:lnTo>
                  <a:lnTo>
                    <a:pt x="133603" y="801624"/>
                  </a:lnTo>
                  <a:lnTo>
                    <a:pt x="91374" y="794812"/>
                  </a:lnTo>
                  <a:lnTo>
                    <a:pt x="54699" y="775846"/>
                  </a:lnTo>
                  <a:lnTo>
                    <a:pt x="25777" y="746924"/>
                  </a:lnTo>
                  <a:lnTo>
                    <a:pt x="6811" y="710249"/>
                  </a:lnTo>
                  <a:lnTo>
                    <a:pt x="0" y="668020"/>
                  </a:lnTo>
                  <a:lnTo>
                    <a:pt x="0" y="133604"/>
                  </a:lnTo>
                  <a:close/>
                </a:path>
              </a:pathLst>
            </a:custGeom>
            <a:ln w="25400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312409" y="3260597"/>
            <a:ext cx="10509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Bahnschrift"/>
                <a:cs typeface="Bahnschrift"/>
              </a:rPr>
              <a:t>Access</a:t>
            </a:r>
            <a:r>
              <a:rPr sz="1400" spc="120" dirty="0">
                <a:solidFill>
                  <a:srgbClr val="FFFFFF"/>
                </a:solidFill>
                <a:latin typeface="Bahnschrift"/>
                <a:cs typeface="Bahnschrif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Bahnschrift"/>
                <a:cs typeface="Bahnschrift"/>
              </a:rPr>
              <a:t>layer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246873" y="2123185"/>
            <a:ext cx="1252220" cy="1029969"/>
            <a:chOff x="7246873" y="2123185"/>
            <a:chExt cx="1252220" cy="1029969"/>
          </a:xfrm>
        </p:grpSpPr>
        <p:sp>
          <p:nvSpPr>
            <p:cNvPr id="24" name="object 24"/>
            <p:cNvSpPr/>
            <p:nvPr/>
          </p:nvSpPr>
          <p:spPr>
            <a:xfrm>
              <a:off x="7259573" y="2135885"/>
              <a:ext cx="1226820" cy="1004569"/>
            </a:xfrm>
            <a:custGeom>
              <a:avLst/>
              <a:gdLst/>
              <a:ahLst/>
              <a:cxnLst/>
              <a:rect l="l" t="t" r="r" b="b"/>
              <a:pathLst>
                <a:path w="1226820" h="1004569">
                  <a:moveTo>
                    <a:pt x="1059433" y="0"/>
                  </a:moveTo>
                  <a:lnTo>
                    <a:pt x="167385" y="0"/>
                  </a:lnTo>
                  <a:lnTo>
                    <a:pt x="122884" y="5978"/>
                  </a:lnTo>
                  <a:lnTo>
                    <a:pt x="82898" y="22850"/>
                  </a:lnTo>
                  <a:lnTo>
                    <a:pt x="49022" y="49021"/>
                  </a:lnTo>
                  <a:lnTo>
                    <a:pt x="22850" y="82898"/>
                  </a:lnTo>
                  <a:lnTo>
                    <a:pt x="5978" y="122884"/>
                  </a:lnTo>
                  <a:lnTo>
                    <a:pt x="0" y="167386"/>
                  </a:lnTo>
                  <a:lnTo>
                    <a:pt x="0" y="836930"/>
                  </a:lnTo>
                  <a:lnTo>
                    <a:pt x="5978" y="881431"/>
                  </a:lnTo>
                  <a:lnTo>
                    <a:pt x="22850" y="921417"/>
                  </a:lnTo>
                  <a:lnTo>
                    <a:pt x="49022" y="955294"/>
                  </a:lnTo>
                  <a:lnTo>
                    <a:pt x="82898" y="981465"/>
                  </a:lnTo>
                  <a:lnTo>
                    <a:pt x="122884" y="998337"/>
                  </a:lnTo>
                  <a:lnTo>
                    <a:pt x="167385" y="1004315"/>
                  </a:lnTo>
                  <a:lnTo>
                    <a:pt x="1059433" y="1004315"/>
                  </a:lnTo>
                  <a:lnTo>
                    <a:pt x="1103935" y="998337"/>
                  </a:lnTo>
                  <a:lnTo>
                    <a:pt x="1143921" y="981465"/>
                  </a:lnTo>
                  <a:lnTo>
                    <a:pt x="1177798" y="955294"/>
                  </a:lnTo>
                  <a:lnTo>
                    <a:pt x="1203969" y="921417"/>
                  </a:lnTo>
                  <a:lnTo>
                    <a:pt x="1220841" y="881431"/>
                  </a:lnTo>
                  <a:lnTo>
                    <a:pt x="1226820" y="836930"/>
                  </a:lnTo>
                  <a:lnTo>
                    <a:pt x="1226820" y="167386"/>
                  </a:lnTo>
                  <a:lnTo>
                    <a:pt x="1220841" y="122884"/>
                  </a:lnTo>
                  <a:lnTo>
                    <a:pt x="1203969" y="82898"/>
                  </a:lnTo>
                  <a:lnTo>
                    <a:pt x="1177798" y="49022"/>
                  </a:lnTo>
                  <a:lnTo>
                    <a:pt x="1143921" y="22850"/>
                  </a:lnTo>
                  <a:lnTo>
                    <a:pt x="1103935" y="5978"/>
                  </a:lnTo>
                  <a:lnTo>
                    <a:pt x="105943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59573" y="2135885"/>
              <a:ext cx="1226820" cy="1004569"/>
            </a:xfrm>
            <a:custGeom>
              <a:avLst/>
              <a:gdLst/>
              <a:ahLst/>
              <a:cxnLst/>
              <a:rect l="l" t="t" r="r" b="b"/>
              <a:pathLst>
                <a:path w="1226820" h="1004569">
                  <a:moveTo>
                    <a:pt x="0" y="167386"/>
                  </a:moveTo>
                  <a:lnTo>
                    <a:pt x="5978" y="122884"/>
                  </a:lnTo>
                  <a:lnTo>
                    <a:pt x="22850" y="82898"/>
                  </a:lnTo>
                  <a:lnTo>
                    <a:pt x="49022" y="49021"/>
                  </a:lnTo>
                  <a:lnTo>
                    <a:pt x="82898" y="22850"/>
                  </a:lnTo>
                  <a:lnTo>
                    <a:pt x="122884" y="5978"/>
                  </a:lnTo>
                  <a:lnTo>
                    <a:pt x="167385" y="0"/>
                  </a:lnTo>
                  <a:lnTo>
                    <a:pt x="1059433" y="0"/>
                  </a:lnTo>
                  <a:lnTo>
                    <a:pt x="1103935" y="5978"/>
                  </a:lnTo>
                  <a:lnTo>
                    <a:pt x="1143921" y="22850"/>
                  </a:lnTo>
                  <a:lnTo>
                    <a:pt x="1177798" y="49022"/>
                  </a:lnTo>
                  <a:lnTo>
                    <a:pt x="1203969" y="82898"/>
                  </a:lnTo>
                  <a:lnTo>
                    <a:pt x="1220841" y="122884"/>
                  </a:lnTo>
                  <a:lnTo>
                    <a:pt x="1226820" y="167386"/>
                  </a:lnTo>
                  <a:lnTo>
                    <a:pt x="1226820" y="836930"/>
                  </a:lnTo>
                  <a:lnTo>
                    <a:pt x="1220841" y="881431"/>
                  </a:lnTo>
                  <a:lnTo>
                    <a:pt x="1203969" y="921417"/>
                  </a:lnTo>
                  <a:lnTo>
                    <a:pt x="1177798" y="955294"/>
                  </a:lnTo>
                  <a:lnTo>
                    <a:pt x="1143921" y="981465"/>
                  </a:lnTo>
                  <a:lnTo>
                    <a:pt x="1103935" y="998337"/>
                  </a:lnTo>
                  <a:lnTo>
                    <a:pt x="1059433" y="1004315"/>
                  </a:lnTo>
                  <a:lnTo>
                    <a:pt x="167385" y="1004315"/>
                  </a:lnTo>
                  <a:lnTo>
                    <a:pt x="122884" y="998337"/>
                  </a:lnTo>
                  <a:lnTo>
                    <a:pt x="82898" y="981465"/>
                  </a:lnTo>
                  <a:lnTo>
                    <a:pt x="49022" y="955294"/>
                  </a:lnTo>
                  <a:lnTo>
                    <a:pt x="22850" y="921417"/>
                  </a:lnTo>
                  <a:lnTo>
                    <a:pt x="5978" y="881431"/>
                  </a:lnTo>
                  <a:lnTo>
                    <a:pt x="0" y="836930"/>
                  </a:lnTo>
                  <a:lnTo>
                    <a:pt x="0" y="167386"/>
                  </a:lnTo>
                  <a:close/>
                </a:path>
              </a:pathLst>
            </a:custGeom>
            <a:ln w="25400">
              <a:solidFill>
                <a:srgbClr val="9B9B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3482340" y="3098279"/>
            <a:ext cx="3584575" cy="521334"/>
            <a:chOff x="3482340" y="3098279"/>
            <a:chExt cx="3584575" cy="521334"/>
          </a:xfrm>
        </p:grpSpPr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82340" y="3211080"/>
              <a:ext cx="434339" cy="40841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29584" y="3244595"/>
              <a:ext cx="342900" cy="3048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529584" y="3244595"/>
              <a:ext cx="342900" cy="304800"/>
            </a:xfrm>
            <a:custGeom>
              <a:avLst/>
              <a:gdLst/>
              <a:ahLst/>
              <a:cxnLst/>
              <a:rect l="l" t="t" r="r" b="b"/>
              <a:pathLst>
                <a:path w="342900" h="304800">
                  <a:moveTo>
                    <a:pt x="0" y="76200"/>
                  </a:moveTo>
                  <a:lnTo>
                    <a:pt x="190500" y="76200"/>
                  </a:lnTo>
                  <a:lnTo>
                    <a:pt x="190500" y="0"/>
                  </a:lnTo>
                  <a:lnTo>
                    <a:pt x="342900" y="152400"/>
                  </a:lnTo>
                  <a:lnTo>
                    <a:pt x="190500" y="304800"/>
                  </a:lnTo>
                  <a:lnTo>
                    <a:pt x="190500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79848" y="3191268"/>
              <a:ext cx="435851" cy="40841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27092" y="3224784"/>
              <a:ext cx="344424" cy="3048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927092" y="3224784"/>
              <a:ext cx="344805" cy="304800"/>
            </a:xfrm>
            <a:custGeom>
              <a:avLst/>
              <a:gdLst/>
              <a:ahLst/>
              <a:cxnLst/>
              <a:rect l="l" t="t" r="r" b="b"/>
              <a:pathLst>
                <a:path w="344804" h="304800">
                  <a:moveTo>
                    <a:pt x="0" y="76200"/>
                  </a:moveTo>
                  <a:lnTo>
                    <a:pt x="192024" y="76200"/>
                  </a:lnTo>
                  <a:lnTo>
                    <a:pt x="192024" y="0"/>
                  </a:lnTo>
                  <a:lnTo>
                    <a:pt x="344424" y="152400"/>
                  </a:lnTo>
                  <a:lnTo>
                    <a:pt x="192024" y="304800"/>
                  </a:lnTo>
                  <a:lnTo>
                    <a:pt x="192024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73952" y="3098279"/>
              <a:ext cx="592810" cy="46940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22847" y="3130295"/>
              <a:ext cx="499236" cy="37287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522847" y="3130295"/>
              <a:ext cx="499745" cy="373380"/>
            </a:xfrm>
            <a:custGeom>
              <a:avLst/>
              <a:gdLst/>
              <a:ahLst/>
              <a:cxnLst/>
              <a:rect l="l" t="t" r="r" b="b"/>
              <a:pathLst>
                <a:path w="499745" h="373379">
                  <a:moveTo>
                    <a:pt x="0" y="210693"/>
                  </a:moveTo>
                  <a:lnTo>
                    <a:pt x="302259" y="81153"/>
                  </a:lnTo>
                  <a:lnTo>
                    <a:pt x="267461" y="0"/>
                  </a:lnTo>
                  <a:lnTo>
                    <a:pt x="499236" y="92710"/>
                  </a:lnTo>
                  <a:lnTo>
                    <a:pt x="406526" y="324358"/>
                  </a:lnTo>
                  <a:lnTo>
                    <a:pt x="371855" y="243331"/>
                  </a:lnTo>
                  <a:lnTo>
                    <a:pt x="69469" y="372872"/>
                  </a:lnTo>
                  <a:lnTo>
                    <a:pt x="0" y="210693"/>
                  </a:lnTo>
                  <a:close/>
                </a:path>
              </a:pathLst>
            </a:custGeom>
            <a:ln w="9524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332091" y="2813685"/>
            <a:ext cx="10617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52525"/>
                </a:solidFill>
                <a:latin typeface="Bahnschrift"/>
                <a:cs typeface="Bahnschrift"/>
              </a:rPr>
              <a:t>Data</a:t>
            </a:r>
            <a:r>
              <a:rPr sz="1400" spc="100" dirty="0">
                <a:solidFill>
                  <a:srgbClr val="252525"/>
                </a:solidFill>
                <a:latin typeface="Bahnschrift"/>
                <a:cs typeface="Bahnschrift"/>
              </a:rPr>
              <a:t> </a:t>
            </a:r>
            <a:r>
              <a:rPr sz="1400" spc="-10" dirty="0">
                <a:solidFill>
                  <a:srgbClr val="252525"/>
                </a:solidFill>
                <a:latin typeface="Bahnschrift"/>
                <a:cs typeface="Bahnschrift"/>
              </a:rPr>
              <a:t>Science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688580" y="2418588"/>
            <a:ext cx="365760" cy="289560"/>
            <a:chOff x="7688580" y="2418588"/>
            <a:chExt cx="365760" cy="289560"/>
          </a:xfrm>
        </p:grpSpPr>
        <p:sp>
          <p:nvSpPr>
            <p:cNvPr id="38" name="object 38"/>
            <p:cNvSpPr/>
            <p:nvPr/>
          </p:nvSpPr>
          <p:spPr>
            <a:xfrm>
              <a:off x="7688580" y="2418588"/>
              <a:ext cx="365760" cy="289560"/>
            </a:xfrm>
            <a:custGeom>
              <a:avLst/>
              <a:gdLst/>
              <a:ahLst/>
              <a:cxnLst/>
              <a:rect l="l" t="t" r="r" b="b"/>
              <a:pathLst>
                <a:path w="365759" h="289560">
                  <a:moveTo>
                    <a:pt x="360299" y="216662"/>
                  </a:moveTo>
                  <a:lnTo>
                    <a:pt x="4572" y="216662"/>
                  </a:lnTo>
                  <a:lnTo>
                    <a:pt x="0" y="222123"/>
                  </a:lnTo>
                  <a:lnTo>
                    <a:pt x="0" y="253111"/>
                  </a:lnTo>
                  <a:lnTo>
                    <a:pt x="2720" y="266842"/>
                  </a:lnTo>
                  <a:lnTo>
                    <a:pt x="10144" y="278479"/>
                  </a:lnTo>
                  <a:lnTo>
                    <a:pt x="21163" y="286543"/>
                  </a:lnTo>
                  <a:lnTo>
                    <a:pt x="34671" y="289560"/>
                  </a:lnTo>
                  <a:lnTo>
                    <a:pt x="330200" y="289560"/>
                  </a:lnTo>
                  <a:lnTo>
                    <a:pt x="343846" y="286686"/>
                  </a:lnTo>
                  <a:lnTo>
                    <a:pt x="355171" y="278860"/>
                  </a:lnTo>
                  <a:lnTo>
                    <a:pt x="362900" y="267271"/>
                  </a:lnTo>
                  <a:lnTo>
                    <a:pt x="363554" y="264032"/>
                  </a:lnTo>
                  <a:lnTo>
                    <a:pt x="28321" y="264032"/>
                  </a:lnTo>
                  <a:lnTo>
                    <a:pt x="22860" y="258572"/>
                  </a:lnTo>
                  <a:lnTo>
                    <a:pt x="22860" y="240411"/>
                  </a:lnTo>
                  <a:lnTo>
                    <a:pt x="365760" y="240411"/>
                  </a:lnTo>
                  <a:lnTo>
                    <a:pt x="365760" y="221234"/>
                  </a:lnTo>
                  <a:lnTo>
                    <a:pt x="360299" y="216662"/>
                  </a:lnTo>
                  <a:close/>
                </a:path>
                <a:path w="365759" h="289560">
                  <a:moveTo>
                    <a:pt x="365760" y="240411"/>
                  </a:moveTo>
                  <a:lnTo>
                    <a:pt x="342011" y="240411"/>
                  </a:lnTo>
                  <a:lnTo>
                    <a:pt x="342011" y="258572"/>
                  </a:lnTo>
                  <a:lnTo>
                    <a:pt x="335661" y="264032"/>
                  </a:lnTo>
                  <a:lnTo>
                    <a:pt x="363554" y="264032"/>
                  </a:lnTo>
                  <a:lnTo>
                    <a:pt x="365760" y="253111"/>
                  </a:lnTo>
                  <a:lnTo>
                    <a:pt x="365760" y="240411"/>
                  </a:lnTo>
                  <a:close/>
                </a:path>
                <a:path w="365759" h="289560">
                  <a:moveTo>
                    <a:pt x="306450" y="0"/>
                  </a:moveTo>
                  <a:lnTo>
                    <a:pt x="59309" y="0"/>
                  </a:lnTo>
                  <a:lnTo>
                    <a:pt x="44532" y="2998"/>
                  </a:lnTo>
                  <a:lnTo>
                    <a:pt x="44963" y="2998"/>
                  </a:lnTo>
                  <a:lnTo>
                    <a:pt x="33559" y="10699"/>
                  </a:lnTo>
                  <a:lnTo>
                    <a:pt x="25733" y="22288"/>
                  </a:lnTo>
                  <a:lnTo>
                    <a:pt x="22860" y="36449"/>
                  </a:lnTo>
                  <a:lnTo>
                    <a:pt x="22860" y="216662"/>
                  </a:lnTo>
                  <a:lnTo>
                    <a:pt x="47371" y="216662"/>
                  </a:lnTo>
                  <a:lnTo>
                    <a:pt x="47371" y="36449"/>
                  </a:lnTo>
                  <a:lnTo>
                    <a:pt x="46481" y="36449"/>
                  </a:lnTo>
                  <a:lnTo>
                    <a:pt x="46481" y="30099"/>
                  </a:lnTo>
                  <a:lnTo>
                    <a:pt x="51943" y="24637"/>
                  </a:lnTo>
                  <a:lnTo>
                    <a:pt x="339561" y="24637"/>
                  </a:lnTo>
                  <a:lnTo>
                    <a:pt x="339151" y="22663"/>
                  </a:lnTo>
                  <a:lnTo>
                    <a:pt x="331422" y="11033"/>
                  </a:lnTo>
                  <a:lnTo>
                    <a:pt x="320097" y="2998"/>
                  </a:lnTo>
                  <a:lnTo>
                    <a:pt x="306450" y="0"/>
                  </a:lnTo>
                  <a:close/>
                </a:path>
                <a:path w="365759" h="289560">
                  <a:moveTo>
                    <a:pt x="339561" y="24637"/>
                  </a:moveTo>
                  <a:lnTo>
                    <a:pt x="313817" y="24637"/>
                  </a:lnTo>
                  <a:lnTo>
                    <a:pt x="319277" y="30099"/>
                  </a:lnTo>
                  <a:lnTo>
                    <a:pt x="319277" y="216662"/>
                  </a:lnTo>
                  <a:lnTo>
                    <a:pt x="342011" y="216662"/>
                  </a:lnTo>
                  <a:lnTo>
                    <a:pt x="342011" y="36449"/>
                  </a:lnTo>
                  <a:lnTo>
                    <a:pt x="339561" y="24637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76972" y="2491740"/>
              <a:ext cx="169163" cy="120396"/>
            </a:xfrm>
            <a:prstGeom prst="rect">
              <a:avLst/>
            </a:prstGeom>
          </p:spPr>
        </p:pic>
      </p:grpSp>
      <p:grpSp>
        <p:nvGrpSpPr>
          <p:cNvPr id="40" name="object 40"/>
          <p:cNvGrpSpPr/>
          <p:nvPr/>
        </p:nvGrpSpPr>
        <p:grpSpPr>
          <a:xfrm>
            <a:off x="7246873" y="978661"/>
            <a:ext cx="1258570" cy="1028700"/>
            <a:chOff x="7246873" y="978661"/>
            <a:chExt cx="1258570" cy="1028700"/>
          </a:xfrm>
        </p:grpSpPr>
        <p:sp>
          <p:nvSpPr>
            <p:cNvPr id="41" name="object 41"/>
            <p:cNvSpPr/>
            <p:nvPr/>
          </p:nvSpPr>
          <p:spPr>
            <a:xfrm>
              <a:off x="7259573" y="991361"/>
              <a:ext cx="1233170" cy="1003300"/>
            </a:xfrm>
            <a:custGeom>
              <a:avLst/>
              <a:gdLst/>
              <a:ahLst/>
              <a:cxnLst/>
              <a:rect l="l" t="t" r="r" b="b"/>
              <a:pathLst>
                <a:path w="1233170" h="1003300">
                  <a:moveTo>
                    <a:pt x="1065783" y="0"/>
                  </a:moveTo>
                  <a:lnTo>
                    <a:pt x="167131" y="0"/>
                  </a:lnTo>
                  <a:lnTo>
                    <a:pt x="122693" y="5968"/>
                  </a:lnTo>
                  <a:lnTo>
                    <a:pt x="82766" y="22812"/>
                  </a:lnTo>
                  <a:lnTo>
                    <a:pt x="48942" y="48942"/>
                  </a:lnTo>
                  <a:lnTo>
                    <a:pt x="22812" y="82766"/>
                  </a:lnTo>
                  <a:lnTo>
                    <a:pt x="5968" y="122693"/>
                  </a:lnTo>
                  <a:lnTo>
                    <a:pt x="0" y="167132"/>
                  </a:lnTo>
                  <a:lnTo>
                    <a:pt x="0" y="835660"/>
                  </a:lnTo>
                  <a:lnTo>
                    <a:pt x="5968" y="880098"/>
                  </a:lnTo>
                  <a:lnTo>
                    <a:pt x="22812" y="920025"/>
                  </a:lnTo>
                  <a:lnTo>
                    <a:pt x="48942" y="953849"/>
                  </a:lnTo>
                  <a:lnTo>
                    <a:pt x="82766" y="979979"/>
                  </a:lnTo>
                  <a:lnTo>
                    <a:pt x="122693" y="996823"/>
                  </a:lnTo>
                  <a:lnTo>
                    <a:pt x="167131" y="1002792"/>
                  </a:lnTo>
                  <a:lnTo>
                    <a:pt x="1065783" y="1002792"/>
                  </a:lnTo>
                  <a:lnTo>
                    <a:pt x="1110222" y="996823"/>
                  </a:lnTo>
                  <a:lnTo>
                    <a:pt x="1150149" y="979979"/>
                  </a:lnTo>
                  <a:lnTo>
                    <a:pt x="1183973" y="953849"/>
                  </a:lnTo>
                  <a:lnTo>
                    <a:pt x="1210103" y="920025"/>
                  </a:lnTo>
                  <a:lnTo>
                    <a:pt x="1226947" y="880098"/>
                  </a:lnTo>
                  <a:lnTo>
                    <a:pt x="1232916" y="835660"/>
                  </a:lnTo>
                  <a:lnTo>
                    <a:pt x="1232916" y="167132"/>
                  </a:lnTo>
                  <a:lnTo>
                    <a:pt x="1226947" y="122693"/>
                  </a:lnTo>
                  <a:lnTo>
                    <a:pt x="1210103" y="82766"/>
                  </a:lnTo>
                  <a:lnTo>
                    <a:pt x="1183973" y="48942"/>
                  </a:lnTo>
                  <a:lnTo>
                    <a:pt x="1150149" y="22812"/>
                  </a:lnTo>
                  <a:lnTo>
                    <a:pt x="1110222" y="5968"/>
                  </a:lnTo>
                  <a:lnTo>
                    <a:pt x="106578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259573" y="991361"/>
              <a:ext cx="1233170" cy="1003300"/>
            </a:xfrm>
            <a:custGeom>
              <a:avLst/>
              <a:gdLst/>
              <a:ahLst/>
              <a:cxnLst/>
              <a:rect l="l" t="t" r="r" b="b"/>
              <a:pathLst>
                <a:path w="1233170" h="1003300">
                  <a:moveTo>
                    <a:pt x="0" y="167132"/>
                  </a:moveTo>
                  <a:lnTo>
                    <a:pt x="5968" y="122693"/>
                  </a:lnTo>
                  <a:lnTo>
                    <a:pt x="22812" y="82766"/>
                  </a:lnTo>
                  <a:lnTo>
                    <a:pt x="48942" y="48942"/>
                  </a:lnTo>
                  <a:lnTo>
                    <a:pt x="82766" y="22812"/>
                  </a:lnTo>
                  <a:lnTo>
                    <a:pt x="122693" y="5968"/>
                  </a:lnTo>
                  <a:lnTo>
                    <a:pt x="167131" y="0"/>
                  </a:lnTo>
                  <a:lnTo>
                    <a:pt x="1065783" y="0"/>
                  </a:lnTo>
                  <a:lnTo>
                    <a:pt x="1110222" y="5968"/>
                  </a:lnTo>
                  <a:lnTo>
                    <a:pt x="1150149" y="22812"/>
                  </a:lnTo>
                  <a:lnTo>
                    <a:pt x="1183973" y="48942"/>
                  </a:lnTo>
                  <a:lnTo>
                    <a:pt x="1210103" y="82766"/>
                  </a:lnTo>
                  <a:lnTo>
                    <a:pt x="1226947" y="122693"/>
                  </a:lnTo>
                  <a:lnTo>
                    <a:pt x="1232916" y="167132"/>
                  </a:lnTo>
                  <a:lnTo>
                    <a:pt x="1232916" y="835660"/>
                  </a:lnTo>
                  <a:lnTo>
                    <a:pt x="1226947" y="880098"/>
                  </a:lnTo>
                  <a:lnTo>
                    <a:pt x="1210103" y="920025"/>
                  </a:lnTo>
                  <a:lnTo>
                    <a:pt x="1183973" y="953849"/>
                  </a:lnTo>
                  <a:lnTo>
                    <a:pt x="1150149" y="979979"/>
                  </a:lnTo>
                  <a:lnTo>
                    <a:pt x="1110222" y="996823"/>
                  </a:lnTo>
                  <a:lnTo>
                    <a:pt x="1065783" y="1002792"/>
                  </a:lnTo>
                  <a:lnTo>
                    <a:pt x="167131" y="1002792"/>
                  </a:lnTo>
                  <a:lnTo>
                    <a:pt x="122693" y="996823"/>
                  </a:lnTo>
                  <a:lnTo>
                    <a:pt x="82766" y="979979"/>
                  </a:lnTo>
                  <a:lnTo>
                    <a:pt x="48942" y="953849"/>
                  </a:lnTo>
                  <a:lnTo>
                    <a:pt x="22812" y="920025"/>
                  </a:lnTo>
                  <a:lnTo>
                    <a:pt x="5968" y="880098"/>
                  </a:lnTo>
                  <a:lnTo>
                    <a:pt x="0" y="835660"/>
                  </a:lnTo>
                  <a:lnTo>
                    <a:pt x="0" y="167132"/>
                  </a:lnTo>
                  <a:close/>
                </a:path>
              </a:pathLst>
            </a:custGeom>
            <a:ln w="25400">
              <a:solidFill>
                <a:srgbClr val="9B9B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665719" y="1264919"/>
              <a:ext cx="346075" cy="318770"/>
            </a:xfrm>
            <a:custGeom>
              <a:avLst/>
              <a:gdLst/>
              <a:ahLst/>
              <a:cxnLst/>
              <a:rect l="l" t="t" r="r" b="b"/>
              <a:pathLst>
                <a:path w="346075" h="318769">
                  <a:moveTo>
                    <a:pt x="179831" y="0"/>
                  </a:moveTo>
                  <a:lnTo>
                    <a:pt x="172974" y="0"/>
                  </a:lnTo>
                  <a:lnTo>
                    <a:pt x="126867" y="5729"/>
                  </a:lnTo>
                  <a:lnTo>
                    <a:pt x="85513" y="21872"/>
                  </a:lnTo>
                  <a:lnTo>
                    <a:pt x="50530" y="46862"/>
                  </a:lnTo>
                  <a:lnTo>
                    <a:pt x="23537" y="79135"/>
                  </a:lnTo>
                  <a:lnTo>
                    <a:pt x="6154" y="117122"/>
                  </a:lnTo>
                  <a:lnTo>
                    <a:pt x="0" y="159257"/>
                  </a:lnTo>
                  <a:lnTo>
                    <a:pt x="6154" y="201393"/>
                  </a:lnTo>
                  <a:lnTo>
                    <a:pt x="23537" y="239380"/>
                  </a:lnTo>
                  <a:lnTo>
                    <a:pt x="50530" y="271652"/>
                  </a:lnTo>
                  <a:lnTo>
                    <a:pt x="85513" y="296643"/>
                  </a:lnTo>
                  <a:lnTo>
                    <a:pt x="126867" y="312786"/>
                  </a:lnTo>
                  <a:lnTo>
                    <a:pt x="172974" y="318515"/>
                  </a:lnTo>
                  <a:lnTo>
                    <a:pt x="218727" y="312786"/>
                  </a:lnTo>
                  <a:lnTo>
                    <a:pt x="259983" y="296643"/>
                  </a:lnTo>
                  <a:lnTo>
                    <a:pt x="262437" y="294893"/>
                  </a:lnTo>
                  <a:lnTo>
                    <a:pt x="171957" y="294893"/>
                  </a:lnTo>
                  <a:lnTo>
                    <a:pt x="125145" y="288042"/>
                  </a:lnTo>
                  <a:lnTo>
                    <a:pt x="84703" y="268912"/>
                  </a:lnTo>
                  <a:lnTo>
                    <a:pt x="52948" y="239645"/>
                  </a:lnTo>
                  <a:lnTo>
                    <a:pt x="32197" y="202381"/>
                  </a:lnTo>
                  <a:lnTo>
                    <a:pt x="24764" y="159257"/>
                  </a:lnTo>
                  <a:lnTo>
                    <a:pt x="35204" y="109525"/>
                  </a:lnTo>
                  <a:lnTo>
                    <a:pt x="63801" y="67913"/>
                  </a:lnTo>
                  <a:lnTo>
                    <a:pt x="106471" y="38064"/>
                  </a:lnTo>
                  <a:lnTo>
                    <a:pt x="159130" y="23621"/>
                  </a:lnTo>
                  <a:lnTo>
                    <a:pt x="185800" y="23621"/>
                  </a:lnTo>
                  <a:lnTo>
                    <a:pt x="185800" y="11810"/>
                  </a:lnTo>
                  <a:lnTo>
                    <a:pt x="184784" y="4571"/>
                  </a:lnTo>
                  <a:lnTo>
                    <a:pt x="179831" y="0"/>
                  </a:lnTo>
                  <a:close/>
                </a:path>
                <a:path w="346075" h="318769">
                  <a:moveTo>
                    <a:pt x="185800" y="23621"/>
                  </a:moveTo>
                  <a:lnTo>
                    <a:pt x="159130" y="23621"/>
                  </a:lnTo>
                  <a:lnTo>
                    <a:pt x="159130" y="166496"/>
                  </a:lnTo>
                  <a:lnTo>
                    <a:pt x="165100" y="171068"/>
                  </a:lnTo>
                  <a:lnTo>
                    <a:pt x="318261" y="171068"/>
                  </a:lnTo>
                  <a:lnTo>
                    <a:pt x="308154" y="210525"/>
                  </a:lnTo>
                  <a:lnTo>
                    <a:pt x="286386" y="244556"/>
                  </a:lnTo>
                  <a:lnTo>
                    <a:pt x="255040" y="271241"/>
                  </a:lnTo>
                  <a:lnTo>
                    <a:pt x="216202" y="288660"/>
                  </a:lnTo>
                  <a:lnTo>
                    <a:pt x="171957" y="294893"/>
                  </a:lnTo>
                  <a:lnTo>
                    <a:pt x="262437" y="294893"/>
                  </a:lnTo>
                  <a:lnTo>
                    <a:pt x="295036" y="271652"/>
                  </a:lnTo>
                  <a:lnTo>
                    <a:pt x="322184" y="239380"/>
                  </a:lnTo>
                  <a:lnTo>
                    <a:pt x="339723" y="201393"/>
                  </a:lnTo>
                  <a:lnTo>
                    <a:pt x="345948" y="159257"/>
                  </a:lnTo>
                  <a:lnTo>
                    <a:pt x="345948" y="152907"/>
                  </a:lnTo>
                  <a:lnTo>
                    <a:pt x="339089" y="147446"/>
                  </a:lnTo>
                  <a:lnTo>
                    <a:pt x="185800" y="147446"/>
                  </a:lnTo>
                  <a:lnTo>
                    <a:pt x="185800" y="23621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76031" y="1217675"/>
              <a:ext cx="187451" cy="172212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7463408" y="1668272"/>
            <a:ext cx="8064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252525"/>
                </a:solidFill>
                <a:latin typeface="Bahnschrift"/>
                <a:cs typeface="Bahnschrift"/>
              </a:rPr>
              <a:t>Reporting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246873" y="3270758"/>
            <a:ext cx="1252220" cy="1029969"/>
            <a:chOff x="7246873" y="3270758"/>
            <a:chExt cx="1252220" cy="1029969"/>
          </a:xfrm>
        </p:grpSpPr>
        <p:sp>
          <p:nvSpPr>
            <p:cNvPr id="47" name="object 47"/>
            <p:cNvSpPr/>
            <p:nvPr/>
          </p:nvSpPr>
          <p:spPr>
            <a:xfrm>
              <a:off x="7259573" y="3283458"/>
              <a:ext cx="1226820" cy="1004569"/>
            </a:xfrm>
            <a:custGeom>
              <a:avLst/>
              <a:gdLst/>
              <a:ahLst/>
              <a:cxnLst/>
              <a:rect l="l" t="t" r="r" b="b"/>
              <a:pathLst>
                <a:path w="1226820" h="1004570">
                  <a:moveTo>
                    <a:pt x="1059433" y="0"/>
                  </a:moveTo>
                  <a:lnTo>
                    <a:pt x="167385" y="0"/>
                  </a:lnTo>
                  <a:lnTo>
                    <a:pt x="122884" y="5978"/>
                  </a:lnTo>
                  <a:lnTo>
                    <a:pt x="82898" y="22850"/>
                  </a:lnTo>
                  <a:lnTo>
                    <a:pt x="49022" y="49022"/>
                  </a:lnTo>
                  <a:lnTo>
                    <a:pt x="22850" y="82898"/>
                  </a:lnTo>
                  <a:lnTo>
                    <a:pt x="5978" y="122884"/>
                  </a:lnTo>
                  <a:lnTo>
                    <a:pt x="0" y="167386"/>
                  </a:lnTo>
                  <a:lnTo>
                    <a:pt x="0" y="836930"/>
                  </a:lnTo>
                  <a:lnTo>
                    <a:pt x="5978" y="881427"/>
                  </a:lnTo>
                  <a:lnTo>
                    <a:pt x="22850" y="921412"/>
                  </a:lnTo>
                  <a:lnTo>
                    <a:pt x="49022" y="955289"/>
                  </a:lnTo>
                  <a:lnTo>
                    <a:pt x="82898" y="981462"/>
                  </a:lnTo>
                  <a:lnTo>
                    <a:pt x="122884" y="998336"/>
                  </a:lnTo>
                  <a:lnTo>
                    <a:pt x="167385" y="1004316"/>
                  </a:lnTo>
                  <a:lnTo>
                    <a:pt x="1059433" y="1004316"/>
                  </a:lnTo>
                  <a:lnTo>
                    <a:pt x="1103935" y="998336"/>
                  </a:lnTo>
                  <a:lnTo>
                    <a:pt x="1143921" y="981462"/>
                  </a:lnTo>
                  <a:lnTo>
                    <a:pt x="1177798" y="955289"/>
                  </a:lnTo>
                  <a:lnTo>
                    <a:pt x="1203969" y="921412"/>
                  </a:lnTo>
                  <a:lnTo>
                    <a:pt x="1220841" y="881427"/>
                  </a:lnTo>
                  <a:lnTo>
                    <a:pt x="1226820" y="836930"/>
                  </a:lnTo>
                  <a:lnTo>
                    <a:pt x="1226820" y="167386"/>
                  </a:lnTo>
                  <a:lnTo>
                    <a:pt x="1220841" y="122884"/>
                  </a:lnTo>
                  <a:lnTo>
                    <a:pt x="1203969" y="82898"/>
                  </a:lnTo>
                  <a:lnTo>
                    <a:pt x="1177798" y="49022"/>
                  </a:lnTo>
                  <a:lnTo>
                    <a:pt x="1143921" y="22850"/>
                  </a:lnTo>
                  <a:lnTo>
                    <a:pt x="1103935" y="5978"/>
                  </a:lnTo>
                  <a:lnTo>
                    <a:pt x="105943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259573" y="3283458"/>
              <a:ext cx="1226820" cy="1004569"/>
            </a:xfrm>
            <a:custGeom>
              <a:avLst/>
              <a:gdLst/>
              <a:ahLst/>
              <a:cxnLst/>
              <a:rect l="l" t="t" r="r" b="b"/>
              <a:pathLst>
                <a:path w="1226820" h="1004570">
                  <a:moveTo>
                    <a:pt x="0" y="167386"/>
                  </a:moveTo>
                  <a:lnTo>
                    <a:pt x="5978" y="122884"/>
                  </a:lnTo>
                  <a:lnTo>
                    <a:pt x="22850" y="82898"/>
                  </a:lnTo>
                  <a:lnTo>
                    <a:pt x="49022" y="49022"/>
                  </a:lnTo>
                  <a:lnTo>
                    <a:pt x="82898" y="22850"/>
                  </a:lnTo>
                  <a:lnTo>
                    <a:pt x="122884" y="5978"/>
                  </a:lnTo>
                  <a:lnTo>
                    <a:pt x="167385" y="0"/>
                  </a:lnTo>
                  <a:lnTo>
                    <a:pt x="1059433" y="0"/>
                  </a:lnTo>
                  <a:lnTo>
                    <a:pt x="1103935" y="5978"/>
                  </a:lnTo>
                  <a:lnTo>
                    <a:pt x="1143921" y="22850"/>
                  </a:lnTo>
                  <a:lnTo>
                    <a:pt x="1177798" y="49022"/>
                  </a:lnTo>
                  <a:lnTo>
                    <a:pt x="1203969" y="82898"/>
                  </a:lnTo>
                  <a:lnTo>
                    <a:pt x="1220841" y="122884"/>
                  </a:lnTo>
                  <a:lnTo>
                    <a:pt x="1226820" y="167386"/>
                  </a:lnTo>
                  <a:lnTo>
                    <a:pt x="1226820" y="836930"/>
                  </a:lnTo>
                  <a:lnTo>
                    <a:pt x="1220841" y="881427"/>
                  </a:lnTo>
                  <a:lnTo>
                    <a:pt x="1203969" y="921412"/>
                  </a:lnTo>
                  <a:lnTo>
                    <a:pt x="1177798" y="955289"/>
                  </a:lnTo>
                  <a:lnTo>
                    <a:pt x="1143921" y="981462"/>
                  </a:lnTo>
                  <a:lnTo>
                    <a:pt x="1103935" y="998336"/>
                  </a:lnTo>
                  <a:lnTo>
                    <a:pt x="1059433" y="1004316"/>
                  </a:lnTo>
                  <a:lnTo>
                    <a:pt x="167385" y="1004316"/>
                  </a:lnTo>
                  <a:lnTo>
                    <a:pt x="122884" y="998336"/>
                  </a:lnTo>
                  <a:lnTo>
                    <a:pt x="82898" y="981462"/>
                  </a:lnTo>
                  <a:lnTo>
                    <a:pt x="49022" y="955289"/>
                  </a:lnTo>
                  <a:lnTo>
                    <a:pt x="22850" y="921412"/>
                  </a:lnTo>
                  <a:lnTo>
                    <a:pt x="5978" y="881427"/>
                  </a:lnTo>
                  <a:lnTo>
                    <a:pt x="0" y="836930"/>
                  </a:lnTo>
                  <a:lnTo>
                    <a:pt x="0" y="167386"/>
                  </a:lnTo>
                  <a:close/>
                </a:path>
              </a:pathLst>
            </a:custGeom>
            <a:ln w="25400">
              <a:solidFill>
                <a:srgbClr val="9B9B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7401559" y="3961587"/>
            <a:ext cx="9226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52525"/>
                </a:solidFill>
                <a:latin typeface="Bahnschrift"/>
                <a:cs typeface="Bahnschrift"/>
              </a:rPr>
              <a:t>Other</a:t>
            </a:r>
            <a:r>
              <a:rPr sz="1400" spc="105" dirty="0">
                <a:solidFill>
                  <a:srgbClr val="252525"/>
                </a:solidFill>
                <a:latin typeface="Bahnschrift"/>
                <a:cs typeface="Bahnschrift"/>
              </a:rPr>
              <a:t> </a:t>
            </a:r>
            <a:r>
              <a:rPr sz="1400" spc="-20" dirty="0">
                <a:solidFill>
                  <a:srgbClr val="252525"/>
                </a:solidFill>
                <a:latin typeface="Bahnschrift"/>
                <a:cs typeface="Bahnschrift"/>
              </a:rPr>
              <a:t>Apps</a:t>
            </a:r>
            <a:endParaRPr sz="1400">
              <a:latin typeface="Bahnschrift"/>
              <a:cs typeface="Bahnschrift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665719" y="3537203"/>
            <a:ext cx="340360" cy="320040"/>
          </a:xfrm>
          <a:custGeom>
            <a:avLst/>
            <a:gdLst/>
            <a:ahLst/>
            <a:cxnLst/>
            <a:rect l="l" t="t" r="r" b="b"/>
            <a:pathLst>
              <a:path w="340359" h="320039">
                <a:moveTo>
                  <a:pt x="339851" y="280035"/>
                </a:moveTo>
                <a:lnTo>
                  <a:pt x="319912" y="280035"/>
                </a:lnTo>
                <a:lnTo>
                  <a:pt x="319912" y="295529"/>
                </a:lnTo>
                <a:lnTo>
                  <a:pt x="315468" y="299974"/>
                </a:lnTo>
                <a:lnTo>
                  <a:pt x="64897" y="299974"/>
                </a:lnTo>
                <a:lnTo>
                  <a:pt x="60451" y="304546"/>
                </a:lnTo>
                <a:lnTo>
                  <a:pt x="60451" y="315595"/>
                </a:lnTo>
                <a:lnTo>
                  <a:pt x="64897" y="320040"/>
                </a:lnTo>
                <a:lnTo>
                  <a:pt x="310006" y="320040"/>
                </a:lnTo>
                <a:lnTo>
                  <a:pt x="321581" y="317678"/>
                </a:lnTo>
                <a:lnTo>
                  <a:pt x="331073" y="311245"/>
                </a:lnTo>
                <a:lnTo>
                  <a:pt x="337492" y="301716"/>
                </a:lnTo>
                <a:lnTo>
                  <a:pt x="339851" y="290068"/>
                </a:lnTo>
                <a:lnTo>
                  <a:pt x="339851" y="280035"/>
                </a:lnTo>
                <a:close/>
              </a:path>
              <a:path w="340359" h="320039">
                <a:moveTo>
                  <a:pt x="137286" y="259969"/>
                </a:moveTo>
                <a:lnTo>
                  <a:pt x="116331" y="259969"/>
                </a:lnTo>
                <a:lnTo>
                  <a:pt x="102997" y="299974"/>
                </a:lnTo>
                <a:lnTo>
                  <a:pt x="123951" y="299974"/>
                </a:lnTo>
                <a:lnTo>
                  <a:pt x="137286" y="259969"/>
                </a:lnTo>
                <a:close/>
              </a:path>
              <a:path w="340359" h="320039">
                <a:moveTo>
                  <a:pt x="339851" y="160020"/>
                </a:moveTo>
                <a:lnTo>
                  <a:pt x="319912" y="160020"/>
                </a:lnTo>
                <a:lnTo>
                  <a:pt x="319912" y="259969"/>
                </a:lnTo>
                <a:lnTo>
                  <a:pt x="200405" y="259969"/>
                </a:lnTo>
                <a:lnTo>
                  <a:pt x="200405" y="293370"/>
                </a:lnTo>
                <a:lnTo>
                  <a:pt x="201040" y="296799"/>
                </a:lnTo>
                <a:lnTo>
                  <a:pt x="202183" y="299974"/>
                </a:lnTo>
                <a:lnTo>
                  <a:pt x="224789" y="299974"/>
                </a:lnTo>
                <a:lnTo>
                  <a:pt x="220345" y="295529"/>
                </a:lnTo>
                <a:lnTo>
                  <a:pt x="220345" y="280035"/>
                </a:lnTo>
                <a:lnTo>
                  <a:pt x="339851" y="280035"/>
                </a:lnTo>
                <a:lnTo>
                  <a:pt x="339851" y="160020"/>
                </a:lnTo>
                <a:close/>
              </a:path>
              <a:path w="340359" h="320039">
                <a:moveTo>
                  <a:pt x="310006" y="0"/>
                </a:moveTo>
                <a:lnTo>
                  <a:pt x="29972" y="0"/>
                </a:lnTo>
                <a:lnTo>
                  <a:pt x="18323" y="2363"/>
                </a:lnTo>
                <a:lnTo>
                  <a:pt x="8794" y="8810"/>
                </a:lnTo>
                <a:lnTo>
                  <a:pt x="2361" y="18377"/>
                </a:lnTo>
                <a:lnTo>
                  <a:pt x="0" y="30099"/>
                </a:lnTo>
                <a:lnTo>
                  <a:pt x="0" y="229997"/>
                </a:lnTo>
                <a:lnTo>
                  <a:pt x="2361" y="241698"/>
                </a:lnTo>
                <a:lnTo>
                  <a:pt x="8794" y="251221"/>
                </a:lnTo>
                <a:lnTo>
                  <a:pt x="18323" y="257625"/>
                </a:lnTo>
                <a:lnTo>
                  <a:pt x="29972" y="259969"/>
                </a:lnTo>
                <a:lnTo>
                  <a:pt x="220345" y="259969"/>
                </a:lnTo>
                <a:lnTo>
                  <a:pt x="220345" y="240030"/>
                </a:lnTo>
                <a:lnTo>
                  <a:pt x="24383" y="240030"/>
                </a:lnTo>
                <a:lnTo>
                  <a:pt x="19938" y="235585"/>
                </a:lnTo>
                <a:lnTo>
                  <a:pt x="19938" y="219964"/>
                </a:lnTo>
                <a:lnTo>
                  <a:pt x="220345" y="219964"/>
                </a:lnTo>
                <a:lnTo>
                  <a:pt x="220345" y="200025"/>
                </a:lnTo>
                <a:lnTo>
                  <a:pt x="19938" y="200025"/>
                </a:lnTo>
                <a:lnTo>
                  <a:pt x="19938" y="24511"/>
                </a:lnTo>
                <a:lnTo>
                  <a:pt x="24383" y="20066"/>
                </a:lnTo>
                <a:lnTo>
                  <a:pt x="337832" y="20066"/>
                </a:lnTo>
                <a:lnTo>
                  <a:pt x="337492" y="18377"/>
                </a:lnTo>
                <a:lnTo>
                  <a:pt x="331073" y="8810"/>
                </a:lnTo>
                <a:lnTo>
                  <a:pt x="321581" y="2363"/>
                </a:lnTo>
                <a:lnTo>
                  <a:pt x="310006" y="0"/>
                </a:lnTo>
                <a:close/>
              </a:path>
              <a:path w="340359" h="320039">
                <a:moveTo>
                  <a:pt x="220345" y="219964"/>
                </a:moveTo>
                <a:lnTo>
                  <a:pt x="200405" y="219964"/>
                </a:lnTo>
                <a:lnTo>
                  <a:pt x="200405" y="240030"/>
                </a:lnTo>
                <a:lnTo>
                  <a:pt x="220345" y="240030"/>
                </a:lnTo>
                <a:lnTo>
                  <a:pt x="220345" y="219964"/>
                </a:lnTo>
                <a:close/>
              </a:path>
              <a:path w="340359" h="320039">
                <a:moveTo>
                  <a:pt x="313308" y="100076"/>
                </a:moveTo>
                <a:lnTo>
                  <a:pt x="230377" y="100076"/>
                </a:lnTo>
                <a:lnTo>
                  <a:pt x="218729" y="102419"/>
                </a:lnTo>
                <a:lnTo>
                  <a:pt x="209200" y="108823"/>
                </a:lnTo>
                <a:lnTo>
                  <a:pt x="202767" y="118346"/>
                </a:lnTo>
                <a:lnTo>
                  <a:pt x="200405" y="130048"/>
                </a:lnTo>
                <a:lnTo>
                  <a:pt x="200405" y="200025"/>
                </a:lnTo>
                <a:lnTo>
                  <a:pt x="220345" y="200025"/>
                </a:lnTo>
                <a:lnTo>
                  <a:pt x="220345" y="160020"/>
                </a:lnTo>
                <a:lnTo>
                  <a:pt x="339851" y="160020"/>
                </a:lnTo>
                <a:lnTo>
                  <a:pt x="339851" y="140081"/>
                </a:lnTo>
                <a:lnTo>
                  <a:pt x="220345" y="140081"/>
                </a:lnTo>
                <a:lnTo>
                  <a:pt x="220345" y="124460"/>
                </a:lnTo>
                <a:lnTo>
                  <a:pt x="224789" y="120015"/>
                </a:lnTo>
                <a:lnTo>
                  <a:pt x="339851" y="120015"/>
                </a:lnTo>
                <a:lnTo>
                  <a:pt x="339851" y="101727"/>
                </a:lnTo>
                <a:lnTo>
                  <a:pt x="319912" y="101727"/>
                </a:lnTo>
                <a:lnTo>
                  <a:pt x="316737" y="100584"/>
                </a:lnTo>
                <a:lnTo>
                  <a:pt x="313308" y="100076"/>
                </a:lnTo>
                <a:close/>
              </a:path>
              <a:path w="340359" h="320039">
                <a:moveTo>
                  <a:pt x="339851" y="120015"/>
                </a:moveTo>
                <a:lnTo>
                  <a:pt x="315468" y="120015"/>
                </a:lnTo>
                <a:lnTo>
                  <a:pt x="319912" y="124460"/>
                </a:lnTo>
                <a:lnTo>
                  <a:pt x="319912" y="140081"/>
                </a:lnTo>
                <a:lnTo>
                  <a:pt x="339851" y="140081"/>
                </a:lnTo>
                <a:lnTo>
                  <a:pt x="339851" y="120015"/>
                </a:lnTo>
                <a:close/>
              </a:path>
              <a:path w="340359" h="320039">
                <a:moveTo>
                  <a:pt x="337832" y="20066"/>
                </a:moveTo>
                <a:lnTo>
                  <a:pt x="315468" y="20066"/>
                </a:lnTo>
                <a:lnTo>
                  <a:pt x="319912" y="24511"/>
                </a:lnTo>
                <a:lnTo>
                  <a:pt x="319912" y="101727"/>
                </a:lnTo>
                <a:lnTo>
                  <a:pt x="339851" y="101727"/>
                </a:lnTo>
                <a:lnTo>
                  <a:pt x="339851" y="30099"/>
                </a:lnTo>
                <a:lnTo>
                  <a:pt x="337832" y="20066"/>
                </a:lnTo>
                <a:close/>
              </a:path>
            </a:pathLst>
          </a:custGeom>
          <a:solidFill>
            <a:srgbClr val="5F7C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966059" y="4866132"/>
            <a:ext cx="577850" cy="130175"/>
          </a:xfrm>
          <a:custGeom>
            <a:avLst/>
            <a:gdLst/>
            <a:ahLst/>
            <a:cxnLst/>
            <a:rect l="l" t="t" r="r" b="b"/>
            <a:pathLst>
              <a:path w="577850" h="130175">
                <a:moveTo>
                  <a:pt x="216484" y="0"/>
                </a:moveTo>
                <a:lnTo>
                  <a:pt x="187617" y="0"/>
                </a:lnTo>
                <a:lnTo>
                  <a:pt x="187617" y="86601"/>
                </a:lnTo>
                <a:lnTo>
                  <a:pt x="216484" y="86601"/>
                </a:lnTo>
                <a:lnTo>
                  <a:pt x="216484" y="0"/>
                </a:lnTo>
                <a:close/>
              </a:path>
              <a:path w="577850" h="130175">
                <a:moveTo>
                  <a:pt x="389674" y="0"/>
                </a:moveTo>
                <a:lnTo>
                  <a:pt x="360807" y="0"/>
                </a:lnTo>
                <a:lnTo>
                  <a:pt x="360807" y="86601"/>
                </a:lnTo>
                <a:lnTo>
                  <a:pt x="389674" y="86601"/>
                </a:lnTo>
                <a:lnTo>
                  <a:pt x="389674" y="0"/>
                </a:lnTo>
                <a:close/>
              </a:path>
              <a:path w="577850" h="130175">
                <a:moveTo>
                  <a:pt x="577291" y="86868"/>
                </a:moveTo>
                <a:lnTo>
                  <a:pt x="43294" y="86868"/>
                </a:lnTo>
                <a:lnTo>
                  <a:pt x="43294" y="508"/>
                </a:lnTo>
                <a:lnTo>
                  <a:pt x="0" y="508"/>
                </a:lnTo>
                <a:lnTo>
                  <a:pt x="0" y="86868"/>
                </a:lnTo>
                <a:lnTo>
                  <a:pt x="0" y="130048"/>
                </a:lnTo>
                <a:lnTo>
                  <a:pt x="577291" y="130048"/>
                </a:lnTo>
                <a:lnTo>
                  <a:pt x="577291" y="86868"/>
                </a:lnTo>
                <a:close/>
              </a:path>
              <a:path w="577850" h="130175">
                <a:moveTo>
                  <a:pt x="577291" y="0"/>
                </a:moveTo>
                <a:lnTo>
                  <a:pt x="533996" y="0"/>
                </a:lnTo>
                <a:lnTo>
                  <a:pt x="533996" y="86601"/>
                </a:lnTo>
                <a:lnTo>
                  <a:pt x="577291" y="86601"/>
                </a:lnTo>
                <a:lnTo>
                  <a:pt x="577291" y="0"/>
                </a:lnTo>
                <a:close/>
              </a:path>
            </a:pathLst>
          </a:custGeom>
          <a:solidFill>
            <a:srgbClr val="D6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2966060" y="3848599"/>
          <a:ext cx="534034" cy="979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25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5715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5715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57150">
                      <a:solidFill>
                        <a:srgbClr val="66BEFF"/>
                      </a:solidFill>
                      <a:prstDash val="solid"/>
                    </a:lnR>
                    <a:lnT w="5715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5715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762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762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5715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76200">
                      <a:solidFill>
                        <a:srgbClr val="66BE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762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762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57150">
                      <a:solidFill>
                        <a:srgbClr val="66BEFF"/>
                      </a:solidFill>
                      <a:prstDash val="solid"/>
                    </a:lnR>
                    <a:lnT w="762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5715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4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57150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57150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5715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57150">
                      <a:solidFill>
                        <a:srgbClr val="D6D6D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4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D6D6D6"/>
                      </a:solidFill>
                      <a:prstDash val="solid"/>
                    </a:lnL>
                    <a:lnR w="38100">
                      <a:solidFill>
                        <a:srgbClr val="D6D6D6"/>
                      </a:solidFill>
                      <a:prstDash val="solid"/>
                    </a:lnR>
                    <a:lnT w="57150">
                      <a:solidFill>
                        <a:srgbClr val="D6D6D6"/>
                      </a:solidFill>
                      <a:prstDash val="solid"/>
                    </a:lnT>
                    <a:lnB w="38100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D6D6D6"/>
                      </a:solidFill>
                      <a:prstDash val="solid"/>
                    </a:lnL>
                    <a:lnR w="38100">
                      <a:solidFill>
                        <a:srgbClr val="D6D6D6"/>
                      </a:solidFill>
                      <a:prstDash val="solid"/>
                    </a:lnR>
                    <a:lnT w="57150">
                      <a:solidFill>
                        <a:srgbClr val="D6D6D6"/>
                      </a:solidFill>
                      <a:prstDash val="solid"/>
                    </a:lnT>
                    <a:lnB w="38100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D6D6D6"/>
                      </a:solidFill>
                      <a:prstDash val="solid"/>
                    </a:lnL>
                    <a:lnR w="57150">
                      <a:solidFill>
                        <a:srgbClr val="D6D6D6"/>
                      </a:solidFill>
                      <a:prstDash val="solid"/>
                    </a:lnR>
                    <a:lnT w="57150">
                      <a:solidFill>
                        <a:srgbClr val="D6D6D6"/>
                      </a:solidFill>
                      <a:prstDash val="solid"/>
                    </a:lnT>
                    <a:lnB w="38100">
                      <a:solidFill>
                        <a:srgbClr val="D6D6D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5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D6D6D6"/>
                      </a:solidFill>
                      <a:prstDash val="solid"/>
                    </a:lnL>
                    <a:lnR w="38100">
                      <a:solidFill>
                        <a:srgbClr val="D6D6D6"/>
                      </a:solidFill>
                      <a:prstDash val="solid"/>
                    </a:lnR>
                    <a:lnT w="38100">
                      <a:solidFill>
                        <a:srgbClr val="D6D6D6"/>
                      </a:solidFill>
                      <a:prstDash val="solid"/>
                    </a:lnT>
                    <a:lnB w="38100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D6D6D6"/>
                      </a:solidFill>
                      <a:prstDash val="solid"/>
                    </a:lnL>
                    <a:lnR w="38100">
                      <a:solidFill>
                        <a:srgbClr val="D6D6D6"/>
                      </a:solidFill>
                      <a:prstDash val="solid"/>
                    </a:lnR>
                    <a:lnT w="38100">
                      <a:solidFill>
                        <a:srgbClr val="D6D6D6"/>
                      </a:solidFill>
                      <a:prstDash val="solid"/>
                    </a:lnT>
                    <a:lnB w="38100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D6D6D6"/>
                      </a:solidFill>
                      <a:prstDash val="solid"/>
                    </a:lnL>
                    <a:lnR w="57150">
                      <a:solidFill>
                        <a:srgbClr val="D6D6D6"/>
                      </a:solidFill>
                      <a:prstDash val="solid"/>
                    </a:lnR>
                    <a:lnT w="38100">
                      <a:solidFill>
                        <a:srgbClr val="D6D6D6"/>
                      </a:solidFill>
                      <a:prstDash val="solid"/>
                    </a:lnT>
                    <a:lnB w="38100">
                      <a:solidFill>
                        <a:srgbClr val="D6D6D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7548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Streams</a:t>
            </a:r>
          </a:p>
        </p:txBody>
      </p:sp>
      <p:sp>
        <p:nvSpPr>
          <p:cNvPr id="3" name="object 3"/>
          <p:cNvSpPr/>
          <p:nvPr/>
        </p:nvSpPr>
        <p:spPr>
          <a:xfrm>
            <a:off x="3970477" y="1195603"/>
            <a:ext cx="1209040" cy="1639570"/>
          </a:xfrm>
          <a:custGeom>
            <a:avLst/>
            <a:gdLst/>
            <a:ahLst/>
            <a:cxnLst/>
            <a:rect l="l" t="t" r="r" b="b"/>
            <a:pathLst>
              <a:path w="1209039" h="1639570">
                <a:moveTo>
                  <a:pt x="1208786" y="1121244"/>
                </a:moveTo>
                <a:lnTo>
                  <a:pt x="1192745" y="1160716"/>
                </a:lnTo>
                <a:lnTo>
                  <a:pt x="1147114" y="1197013"/>
                </a:lnTo>
                <a:lnTo>
                  <a:pt x="1079271" y="1227620"/>
                </a:lnTo>
                <a:lnTo>
                  <a:pt x="1079271" y="1423441"/>
                </a:lnTo>
                <a:lnTo>
                  <a:pt x="1076172" y="1441119"/>
                </a:lnTo>
                <a:lnTo>
                  <a:pt x="1067396" y="1454746"/>
                </a:lnTo>
                <a:lnTo>
                  <a:pt x="1053769" y="1463509"/>
                </a:lnTo>
                <a:lnTo>
                  <a:pt x="1036104" y="1466621"/>
                </a:lnTo>
                <a:lnTo>
                  <a:pt x="1018425" y="1463509"/>
                </a:lnTo>
                <a:lnTo>
                  <a:pt x="1004798" y="1454746"/>
                </a:lnTo>
                <a:lnTo>
                  <a:pt x="996035" y="1441119"/>
                </a:lnTo>
                <a:lnTo>
                  <a:pt x="992936" y="1423441"/>
                </a:lnTo>
                <a:lnTo>
                  <a:pt x="996035" y="1405775"/>
                </a:lnTo>
                <a:lnTo>
                  <a:pt x="1004798" y="1392148"/>
                </a:lnTo>
                <a:lnTo>
                  <a:pt x="1018425" y="1383372"/>
                </a:lnTo>
                <a:lnTo>
                  <a:pt x="1036104" y="1380274"/>
                </a:lnTo>
                <a:lnTo>
                  <a:pt x="1053769" y="1383372"/>
                </a:lnTo>
                <a:lnTo>
                  <a:pt x="1067396" y="1392148"/>
                </a:lnTo>
                <a:lnTo>
                  <a:pt x="1076172" y="1405775"/>
                </a:lnTo>
                <a:lnTo>
                  <a:pt x="1079271" y="1423441"/>
                </a:lnTo>
                <a:lnTo>
                  <a:pt x="1079271" y="1227620"/>
                </a:lnTo>
                <a:lnTo>
                  <a:pt x="1031240" y="1243203"/>
                </a:lnTo>
                <a:lnTo>
                  <a:pt x="981824" y="1255864"/>
                </a:lnTo>
                <a:lnTo>
                  <a:pt x="927785" y="1266952"/>
                </a:lnTo>
                <a:lnTo>
                  <a:pt x="869581" y="1276311"/>
                </a:lnTo>
                <a:lnTo>
                  <a:pt x="807681" y="1283817"/>
                </a:lnTo>
                <a:lnTo>
                  <a:pt x="742543" y="1289354"/>
                </a:lnTo>
                <a:lnTo>
                  <a:pt x="674624" y="1292758"/>
                </a:lnTo>
                <a:lnTo>
                  <a:pt x="604393" y="1293926"/>
                </a:lnTo>
                <a:lnTo>
                  <a:pt x="534162" y="1292758"/>
                </a:lnTo>
                <a:lnTo>
                  <a:pt x="466242" y="1289354"/>
                </a:lnTo>
                <a:lnTo>
                  <a:pt x="401104" y="1283817"/>
                </a:lnTo>
                <a:lnTo>
                  <a:pt x="339204" y="1276311"/>
                </a:lnTo>
                <a:lnTo>
                  <a:pt x="281000" y="1266952"/>
                </a:lnTo>
                <a:lnTo>
                  <a:pt x="226961" y="1255864"/>
                </a:lnTo>
                <a:lnTo>
                  <a:pt x="177546" y="1243203"/>
                </a:lnTo>
                <a:lnTo>
                  <a:pt x="133210" y="1229080"/>
                </a:lnTo>
                <a:lnTo>
                  <a:pt x="94437" y="1213637"/>
                </a:lnTo>
                <a:lnTo>
                  <a:pt x="35382" y="1179322"/>
                </a:lnTo>
                <a:lnTo>
                  <a:pt x="4089" y="1141310"/>
                </a:lnTo>
                <a:lnTo>
                  <a:pt x="0" y="1121244"/>
                </a:lnTo>
                <a:lnTo>
                  <a:pt x="0" y="1466621"/>
                </a:lnTo>
                <a:lnTo>
                  <a:pt x="16040" y="1506093"/>
                </a:lnTo>
                <a:lnTo>
                  <a:pt x="61671" y="1542389"/>
                </a:lnTo>
                <a:lnTo>
                  <a:pt x="133210" y="1574457"/>
                </a:lnTo>
                <a:lnTo>
                  <a:pt x="177546" y="1588579"/>
                </a:lnTo>
                <a:lnTo>
                  <a:pt x="226961" y="1601241"/>
                </a:lnTo>
                <a:lnTo>
                  <a:pt x="281000" y="1612328"/>
                </a:lnTo>
                <a:lnTo>
                  <a:pt x="339204" y="1621688"/>
                </a:lnTo>
                <a:lnTo>
                  <a:pt x="401104" y="1629194"/>
                </a:lnTo>
                <a:lnTo>
                  <a:pt x="466242" y="1634731"/>
                </a:lnTo>
                <a:lnTo>
                  <a:pt x="534162" y="1638134"/>
                </a:lnTo>
                <a:lnTo>
                  <a:pt x="604393" y="1639303"/>
                </a:lnTo>
                <a:lnTo>
                  <a:pt x="674624" y="1638134"/>
                </a:lnTo>
                <a:lnTo>
                  <a:pt x="742543" y="1634731"/>
                </a:lnTo>
                <a:lnTo>
                  <a:pt x="807681" y="1629194"/>
                </a:lnTo>
                <a:lnTo>
                  <a:pt x="869581" y="1621688"/>
                </a:lnTo>
                <a:lnTo>
                  <a:pt x="927785" y="1612328"/>
                </a:lnTo>
                <a:lnTo>
                  <a:pt x="981824" y="1601241"/>
                </a:lnTo>
                <a:lnTo>
                  <a:pt x="1031240" y="1588579"/>
                </a:lnTo>
                <a:lnTo>
                  <a:pt x="1075575" y="1574457"/>
                </a:lnTo>
                <a:lnTo>
                  <a:pt x="1114348" y="1559026"/>
                </a:lnTo>
                <a:lnTo>
                  <a:pt x="1173403" y="1524698"/>
                </a:lnTo>
                <a:lnTo>
                  <a:pt x="1204696" y="1486687"/>
                </a:lnTo>
                <a:lnTo>
                  <a:pt x="1208786" y="1466621"/>
                </a:lnTo>
                <a:lnTo>
                  <a:pt x="1208786" y="1380274"/>
                </a:lnTo>
                <a:lnTo>
                  <a:pt x="1208786" y="1293926"/>
                </a:lnTo>
                <a:lnTo>
                  <a:pt x="1208786" y="1121244"/>
                </a:lnTo>
                <a:close/>
              </a:path>
              <a:path w="1209039" h="1639570">
                <a:moveTo>
                  <a:pt x="1208786" y="689521"/>
                </a:moveTo>
                <a:lnTo>
                  <a:pt x="1192745" y="728992"/>
                </a:lnTo>
                <a:lnTo>
                  <a:pt x="1147114" y="765289"/>
                </a:lnTo>
                <a:lnTo>
                  <a:pt x="1079271" y="795896"/>
                </a:lnTo>
                <a:lnTo>
                  <a:pt x="1079271" y="991730"/>
                </a:lnTo>
                <a:lnTo>
                  <a:pt x="1076172" y="1009396"/>
                </a:lnTo>
                <a:lnTo>
                  <a:pt x="1067396" y="1023023"/>
                </a:lnTo>
                <a:lnTo>
                  <a:pt x="1053769" y="1031798"/>
                </a:lnTo>
                <a:lnTo>
                  <a:pt x="1036104" y="1034897"/>
                </a:lnTo>
                <a:lnTo>
                  <a:pt x="1018425" y="1031798"/>
                </a:lnTo>
                <a:lnTo>
                  <a:pt x="1004798" y="1023023"/>
                </a:lnTo>
                <a:lnTo>
                  <a:pt x="996035" y="1009396"/>
                </a:lnTo>
                <a:lnTo>
                  <a:pt x="992936" y="991730"/>
                </a:lnTo>
                <a:lnTo>
                  <a:pt x="996035" y="974051"/>
                </a:lnTo>
                <a:lnTo>
                  <a:pt x="1004798" y="960424"/>
                </a:lnTo>
                <a:lnTo>
                  <a:pt x="1018425" y="951661"/>
                </a:lnTo>
                <a:lnTo>
                  <a:pt x="1036104" y="948550"/>
                </a:lnTo>
                <a:lnTo>
                  <a:pt x="1053769" y="951661"/>
                </a:lnTo>
                <a:lnTo>
                  <a:pt x="1067396" y="960424"/>
                </a:lnTo>
                <a:lnTo>
                  <a:pt x="1076172" y="974051"/>
                </a:lnTo>
                <a:lnTo>
                  <a:pt x="1079271" y="991730"/>
                </a:lnTo>
                <a:lnTo>
                  <a:pt x="1079271" y="795896"/>
                </a:lnTo>
                <a:lnTo>
                  <a:pt x="1031240" y="811479"/>
                </a:lnTo>
                <a:lnTo>
                  <a:pt x="981824" y="824141"/>
                </a:lnTo>
                <a:lnTo>
                  <a:pt x="927785" y="835228"/>
                </a:lnTo>
                <a:lnTo>
                  <a:pt x="869581" y="844588"/>
                </a:lnTo>
                <a:lnTo>
                  <a:pt x="807681" y="852093"/>
                </a:lnTo>
                <a:lnTo>
                  <a:pt x="742543" y="857631"/>
                </a:lnTo>
                <a:lnTo>
                  <a:pt x="674624" y="861034"/>
                </a:lnTo>
                <a:lnTo>
                  <a:pt x="604393" y="862203"/>
                </a:lnTo>
                <a:lnTo>
                  <a:pt x="534162" y="861034"/>
                </a:lnTo>
                <a:lnTo>
                  <a:pt x="466242" y="857631"/>
                </a:lnTo>
                <a:lnTo>
                  <a:pt x="401104" y="852093"/>
                </a:lnTo>
                <a:lnTo>
                  <a:pt x="339204" y="844588"/>
                </a:lnTo>
                <a:lnTo>
                  <a:pt x="281000" y="835228"/>
                </a:lnTo>
                <a:lnTo>
                  <a:pt x="226961" y="824141"/>
                </a:lnTo>
                <a:lnTo>
                  <a:pt x="177546" y="811479"/>
                </a:lnTo>
                <a:lnTo>
                  <a:pt x="133210" y="797356"/>
                </a:lnTo>
                <a:lnTo>
                  <a:pt x="94437" y="781926"/>
                </a:lnTo>
                <a:lnTo>
                  <a:pt x="35382" y="747598"/>
                </a:lnTo>
                <a:lnTo>
                  <a:pt x="4089" y="709587"/>
                </a:lnTo>
                <a:lnTo>
                  <a:pt x="0" y="689521"/>
                </a:lnTo>
                <a:lnTo>
                  <a:pt x="0" y="1034897"/>
                </a:lnTo>
                <a:lnTo>
                  <a:pt x="16040" y="1074369"/>
                </a:lnTo>
                <a:lnTo>
                  <a:pt x="61671" y="1110665"/>
                </a:lnTo>
                <a:lnTo>
                  <a:pt x="133210" y="1142733"/>
                </a:lnTo>
                <a:lnTo>
                  <a:pt x="177546" y="1156855"/>
                </a:lnTo>
                <a:lnTo>
                  <a:pt x="226961" y="1169517"/>
                </a:lnTo>
                <a:lnTo>
                  <a:pt x="281000" y="1180604"/>
                </a:lnTo>
                <a:lnTo>
                  <a:pt x="339204" y="1189964"/>
                </a:lnTo>
                <a:lnTo>
                  <a:pt x="401104" y="1197470"/>
                </a:lnTo>
                <a:lnTo>
                  <a:pt x="466242" y="1203007"/>
                </a:lnTo>
                <a:lnTo>
                  <a:pt x="534162" y="1206423"/>
                </a:lnTo>
                <a:lnTo>
                  <a:pt x="604393" y="1207592"/>
                </a:lnTo>
                <a:lnTo>
                  <a:pt x="674624" y="1206423"/>
                </a:lnTo>
                <a:lnTo>
                  <a:pt x="742543" y="1203007"/>
                </a:lnTo>
                <a:lnTo>
                  <a:pt x="807681" y="1197470"/>
                </a:lnTo>
                <a:lnTo>
                  <a:pt x="869581" y="1189964"/>
                </a:lnTo>
                <a:lnTo>
                  <a:pt x="927785" y="1180604"/>
                </a:lnTo>
                <a:lnTo>
                  <a:pt x="981824" y="1169517"/>
                </a:lnTo>
                <a:lnTo>
                  <a:pt x="1031240" y="1156855"/>
                </a:lnTo>
                <a:lnTo>
                  <a:pt x="1075575" y="1142733"/>
                </a:lnTo>
                <a:lnTo>
                  <a:pt x="1114348" y="1127302"/>
                </a:lnTo>
                <a:lnTo>
                  <a:pt x="1173403" y="1092987"/>
                </a:lnTo>
                <a:lnTo>
                  <a:pt x="1204696" y="1054963"/>
                </a:lnTo>
                <a:lnTo>
                  <a:pt x="1208786" y="1034897"/>
                </a:lnTo>
                <a:lnTo>
                  <a:pt x="1208786" y="948550"/>
                </a:lnTo>
                <a:lnTo>
                  <a:pt x="1208786" y="862203"/>
                </a:lnTo>
                <a:lnTo>
                  <a:pt x="1208786" y="689521"/>
                </a:lnTo>
                <a:close/>
              </a:path>
              <a:path w="1209039" h="1639570">
                <a:moveTo>
                  <a:pt x="1208786" y="257797"/>
                </a:moveTo>
                <a:lnTo>
                  <a:pt x="1192745" y="297268"/>
                </a:lnTo>
                <a:lnTo>
                  <a:pt x="1147114" y="333565"/>
                </a:lnTo>
                <a:lnTo>
                  <a:pt x="1079271" y="364185"/>
                </a:lnTo>
                <a:lnTo>
                  <a:pt x="1079271" y="560006"/>
                </a:lnTo>
                <a:lnTo>
                  <a:pt x="1076172" y="577672"/>
                </a:lnTo>
                <a:lnTo>
                  <a:pt x="1067396" y="591299"/>
                </a:lnTo>
                <a:lnTo>
                  <a:pt x="1053769" y="600075"/>
                </a:lnTo>
                <a:lnTo>
                  <a:pt x="1036104" y="603173"/>
                </a:lnTo>
                <a:lnTo>
                  <a:pt x="1018425" y="600075"/>
                </a:lnTo>
                <a:lnTo>
                  <a:pt x="1004798" y="591299"/>
                </a:lnTo>
                <a:lnTo>
                  <a:pt x="996035" y="577672"/>
                </a:lnTo>
                <a:lnTo>
                  <a:pt x="992924" y="560006"/>
                </a:lnTo>
                <a:lnTo>
                  <a:pt x="996035" y="542328"/>
                </a:lnTo>
                <a:lnTo>
                  <a:pt x="1004798" y="528701"/>
                </a:lnTo>
                <a:lnTo>
                  <a:pt x="1018425" y="519938"/>
                </a:lnTo>
                <a:lnTo>
                  <a:pt x="1036104" y="516826"/>
                </a:lnTo>
                <a:lnTo>
                  <a:pt x="1053769" y="519938"/>
                </a:lnTo>
                <a:lnTo>
                  <a:pt x="1067396" y="528701"/>
                </a:lnTo>
                <a:lnTo>
                  <a:pt x="1076172" y="542328"/>
                </a:lnTo>
                <a:lnTo>
                  <a:pt x="1079271" y="560006"/>
                </a:lnTo>
                <a:lnTo>
                  <a:pt x="1079271" y="364185"/>
                </a:lnTo>
                <a:lnTo>
                  <a:pt x="1031240" y="379755"/>
                </a:lnTo>
                <a:lnTo>
                  <a:pt x="981824" y="392430"/>
                </a:lnTo>
                <a:lnTo>
                  <a:pt x="927785" y="403504"/>
                </a:lnTo>
                <a:lnTo>
                  <a:pt x="869581" y="412864"/>
                </a:lnTo>
                <a:lnTo>
                  <a:pt x="807681" y="420370"/>
                </a:lnTo>
                <a:lnTo>
                  <a:pt x="742543" y="425907"/>
                </a:lnTo>
                <a:lnTo>
                  <a:pt x="674624" y="429323"/>
                </a:lnTo>
                <a:lnTo>
                  <a:pt x="604393" y="430491"/>
                </a:lnTo>
                <a:lnTo>
                  <a:pt x="534162" y="429323"/>
                </a:lnTo>
                <a:lnTo>
                  <a:pt x="466242" y="425907"/>
                </a:lnTo>
                <a:lnTo>
                  <a:pt x="401104" y="420370"/>
                </a:lnTo>
                <a:lnTo>
                  <a:pt x="339204" y="412864"/>
                </a:lnTo>
                <a:lnTo>
                  <a:pt x="281000" y="403504"/>
                </a:lnTo>
                <a:lnTo>
                  <a:pt x="226961" y="392430"/>
                </a:lnTo>
                <a:lnTo>
                  <a:pt x="177546" y="379755"/>
                </a:lnTo>
                <a:lnTo>
                  <a:pt x="133210" y="365645"/>
                </a:lnTo>
                <a:lnTo>
                  <a:pt x="94437" y="350202"/>
                </a:lnTo>
                <a:lnTo>
                  <a:pt x="35382" y="315887"/>
                </a:lnTo>
                <a:lnTo>
                  <a:pt x="4089" y="277863"/>
                </a:lnTo>
                <a:lnTo>
                  <a:pt x="0" y="257797"/>
                </a:lnTo>
                <a:lnTo>
                  <a:pt x="0" y="603173"/>
                </a:lnTo>
                <a:lnTo>
                  <a:pt x="16040" y="642645"/>
                </a:lnTo>
                <a:lnTo>
                  <a:pt x="61671" y="678942"/>
                </a:lnTo>
                <a:lnTo>
                  <a:pt x="133210" y="711022"/>
                </a:lnTo>
                <a:lnTo>
                  <a:pt x="177546" y="725131"/>
                </a:lnTo>
                <a:lnTo>
                  <a:pt x="226961" y="737806"/>
                </a:lnTo>
                <a:lnTo>
                  <a:pt x="281000" y="748880"/>
                </a:lnTo>
                <a:lnTo>
                  <a:pt x="339204" y="758240"/>
                </a:lnTo>
                <a:lnTo>
                  <a:pt x="401104" y="765759"/>
                </a:lnTo>
                <a:lnTo>
                  <a:pt x="466242" y="771283"/>
                </a:lnTo>
                <a:lnTo>
                  <a:pt x="534162" y="774700"/>
                </a:lnTo>
                <a:lnTo>
                  <a:pt x="604393" y="775868"/>
                </a:lnTo>
                <a:lnTo>
                  <a:pt x="674624" y="774700"/>
                </a:lnTo>
                <a:lnTo>
                  <a:pt x="742543" y="771283"/>
                </a:lnTo>
                <a:lnTo>
                  <a:pt x="807681" y="765759"/>
                </a:lnTo>
                <a:lnTo>
                  <a:pt x="869581" y="758240"/>
                </a:lnTo>
                <a:lnTo>
                  <a:pt x="927785" y="748880"/>
                </a:lnTo>
                <a:lnTo>
                  <a:pt x="981824" y="737806"/>
                </a:lnTo>
                <a:lnTo>
                  <a:pt x="1031240" y="725131"/>
                </a:lnTo>
                <a:lnTo>
                  <a:pt x="1075575" y="711022"/>
                </a:lnTo>
                <a:lnTo>
                  <a:pt x="1114348" y="695579"/>
                </a:lnTo>
                <a:lnTo>
                  <a:pt x="1173403" y="661263"/>
                </a:lnTo>
                <a:lnTo>
                  <a:pt x="1204696" y="623239"/>
                </a:lnTo>
                <a:lnTo>
                  <a:pt x="1208786" y="603173"/>
                </a:lnTo>
                <a:lnTo>
                  <a:pt x="1208786" y="516826"/>
                </a:lnTo>
                <a:lnTo>
                  <a:pt x="1208786" y="430491"/>
                </a:lnTo>
                <a:lnTo>
                  <a:pt x="1208786" y="257797"/>
                </a:lnTo>
                <a:close/>
              </a:path>
              <a:path w="1209039" h="1639570">
                <a:moveTo>
                  <a:pt x="1208786" y="171450"/>
                </a:moveTo>
                <a:lnTo>
                  <a:pt x="1192822" y="131864"/>
                </a:lnTo>
                <a:lnTo>
                  <a:pt x="1147356" y="95516"/>
                </a:lnTo>
                <a:lnTo>
                  <a:pt x="1076007" y="63474"/>
                </a:lnTo>
                <a:lnTo>
                  <a:pt x="1031760" y="49377"/>
                </a:lnTo>
                <a:lnTo>
                  <a:pt x="982408" y="36741"/>
                </a:lnTo>
                <a:lnTo>
                  <a:pt x="928408" y="25704"/>
                </a:lnTo>
                <a:lnTo>
                  <a:pt x="808228" y="8890"/>
                </a:lnTo>
                <a:lnTo>
                  <a:pt x="674878" y="0"/>
                </a:lnTo>
                <a:lnTo>
                  <a:pt x="533908" y="0"/>
                </a:lnTo>
                <a:lnTo>
                  <a:pt x="400558" y="8890"/>
                </a:lnTo>
                <a:lnTo>
                  <a:pt x="280390" y="25704"/>
                </a:lnTo>
                <a:lnTo>
                  <a:pt x="226377" y="36741"/>
                </a:lnTo>
                <a:lnTo>
                  <a:pt x="177025" y="49377"/>
                </a:lnTo>
                <a:lnTo>
                  <a:pt x="132778" y="63474"/>
                </a:lnTo>
                <a:lnTo>
                  <a:pt x="94107" y="78892"/>
                </a:lnTo>
                <a:lnTo>
                  <a:pt x="35242" y="113220"/>
                </a:lnTo>
                <a:lnTo>
                  <a:pt x="4064" y="151320"/>
                </a:lnTo>
                <a:lnTo>
                  <a:pt x="0" y="171450"/>
                </a:lnTo>
                <a:lnTo>
                  <a:pt x="4064" y="191592"/>
                </a:lnTo>
                <a:lnTo>
                  <a:pt x="35242" y="229692"/>
                </a:lnTo>
                <a:lnTo>
                  <a:pt x="94107" y="264033"/>
                </a:lnTo>
                <a:lnTo>
                  <a:pt x="132778" y="279463"/>
                </a:lnTo>
                <a:lnTo>
                  <a:pt x="177025" y="293560"/>
                </a:lnTo>
                <a:lnTo>
                  <a:pt x="226377" y="306209"/>
                </a:lnTo>
                <a:lnTo>
                  <a:pt x="280390" y="317258"/>
                </a:lnTo>
                <a:lnTo>
                  <a:pt x="400558" y="334073"/>
                </a:lnTo>
                <a:lnTo>
                  <a:pt x="533908" y="342976"/>
                </a:lnTo>
                <a:lnTo>
                  <a:pt x="674878" y="342976"/>
                </a:lnTo>
                <a:lnTo>
                  <a:pt x="808228" y="334073"/>
                </a:lnTo>
                <a:lnTo>
                  <a:pt x="928408" y="317258"/>
                </a:lnTo>
                <a:lnTo>
                  <a:pt x="982408" y="306209"/>
                </a:lnTo>
                <a:lnTo>
                  <a:pt x="1031760" y="293560"/>
                </a:lnTo>
                <a:lnTo>
                  <a:pt x="1076007" y="279463"/>
                </a:lnTo>
                <a:lnTo>
                  <a:pt x="1114691" y="264033"/>
                </a:lnTo>
                <a:lnTo>
                  <a:pt x="1173543" y="229692"/>
                </a:lnTo>
                <a:lnTo>
                  <a:pt x="1204722" y="191592"/>
                </a:lnTo>
                <a:lnTo>
                  <a:pt x="1208786" y="171450"/>
                </a:lnTo>
                <a:close/>
              </a:path>
            </a:pathLst>
          </a:custGeom>
          <a:solidFill>
            <a:srgbClr val="006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336" y="3741420"/>
            <a:ext cx="1776222" cy="56464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48741" y="3796080"/>
            <a:ext cx="14655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scources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950717" y="2964433"/>
            <a:ext cx="635000" cy="825500"/>
            <a:chOff x="2950717" y="2964433"/>
            <a:chExt cx="635000" cy="825500"/>
          </a:xfrm>
        </p:grpSpPr>
        <p:sp>
          <p:nvSpPr>
            <p:cNvPr id="7" name="object 7"/>
            <p:cNvSpPr/>
            <p:nvPr/>
          </p:nvSpPr>
          <p:spPr>
            <a:xfrm>
              <a:off x="2963417" y="2977133"/>
              <a:ext cx="609600" cy="800100"/>
            </a:xfrm>
            <a:custGeom>
              <a:avLst/>
              <a:gdLst/>
              <a:ahLst/>
              <a:cxnLst/>
              <a:rect l="l" t="t" r="r" b="b"/>
              <a:pathLst>
                <a:path w="609600" h="800100">
                  <a:moveTo>
                    <a:pt x="507999" y="0"/>
                  </a:moveTo>
                  <a:lnTo>
                    <a:pt x="101600" y="0"/>
                  </a:lnTo>
                  <a:lnTo>
                    <a:pt x="62043" y="7981"/>
                  </a:lnTo>
                  <a:lnTo>
                    <a:pt x="29749" y="29749"/>
                  </a:lnTo>
                  <a:lnTo>
                    <a:pt x="7981" y="62043"/>
                  </a:lnTo>
                  <a:lnTo>
                    <a:pt x="0" y="101600"/>
                  </a:lnTo>
                  <a:lnTo>
                    <a:pt x="0" y="698500"/>
                  </a:lnTo>
                  <a:lnTo>
                    <a:pt x="7981" y="738056"/>
                  </a:lnTo>
                  <a:lnTo>
                    <a:pt x="29749" y="770350"/>
                  </a:lnTo>
                  <a:lnTo>
                    <a:pt x="62043" y="792118"/>
                  </a:lnTo>
                  <a:lnTo>
                    <a:pt x="101600" y="800100"/>
                  </a:lnTo>
                  <a:lnTo>
                    <a:pt x="507999" y="800100"/>
                  </a:lnTo>
                  <a:lnTo>
                    <a:pt x="547556" y="792118"/>
                  </a:lnTo>
                  <a:lnTo>
                    <a:pt x="579850" y="770350"/>
                  </a:lnTo>
                  <a:lnTo>
                    <a:pt x="601618" y="738056"/>
                  </a:lnTo>
                  <a:lnTo>
                    <a:pt x="609599" y="698500"/>
                  </a:lnTo>
                  <a:lnTo>
                    <a:pt x="609599" y="101600"/>
                  </a:lnTo>
                  <a:lnTo>
                    <a:pt x="601618" y="62043"/>
                  </a:lnTo>
                  <a:lnTo>
                    <a:pt x="579850" y="29749"/>
                  </a:lnTo>
                  <a:lnTo>
                    <a:pt x="547556" y="7981"/>
                  </a:lnTo>
                  <a:lnTo>
                    <a:pt x="507999" y="0"/>
                  </a:lnTo>
                  <a:close/>
                </a:path>
              </a:pathLst>
            </a:custGeom>
            <a:solidFill>
              <a:srgbClr val="9B9B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63417" y="2977133"/>
              <a:ext cx="609600" cy="800100"/>
            </a:xfrm>
            <a:custGeom>
              <a:avLst/>
              <a:gdLst/>
              <a:ahLst/>
              <a:cxnLst/>
              <a:rect l="l" t="t" r="r" b="b"/>
              <a:pathLst>
                <a:path w="609600" h="80010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507999" y="0"/>
                  </a:lnTo>
                  <a:lnTo>
                    <a:pt x="547556" y="7981"/>
                  </a:lnTo>
                  <a:lnTo>
                    <a:pt x="579850" y="29749"/>
                  </a:lnTo>
                  <a:lnTo>
                    <a:pt x="601618" y="62043"/>
                  </a:lnTo>
                  <a:lnTo>
                    <a:pt x="609599" y="101600"/>
                  </a:lnTo>
                  <a:lnTo>
                    <a:pt x="609599" y="698500"/>
                  </a:lnTo>
                  <a:lnTo>
                    <a:pt x="601618" y="738056"/>
                  </a:lnTo>
                  <a:lnTo>
                    <a:pt x="579850" y="770350"/>
                  </a:lnTo>
                  <a:lnTo>
                    <a:pt x="547556" y="792118"/>
                  </a:lnTo>
                  <a:lnTo>
                    <a:pt x="507999" y="800100"/>
                  </a:lnTo>
                  <a:lnTo>
                    <a:pt x="101600" y="800100"/>
                  </a:lnTo>
                  <a:lnTo>
                    <a:pt x="62043" y="792118"/>
                  </a:lnTo>
                  <a:lnTo>
                    <a:pt x="29749" y="770350"/>
                  </a:lnTo>
                  <a:lnTo>
                    <a:pt x="7981" y="738056"/>
                  </a:lnTo>
                  <a:lnTo>
                    <a:pt x="0" y="698500"/>
                  </a:lnTo>
                  <a:lnTo>
                    <a:pt x="0" y="101600"/>
                  </a:lnTo>
                  <a:close/>
                </a:path>
              </a:pathLst>
            </a:custGeom>
            <a:ln w="25400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14400" y="2039111"/>
            <a:ext cx="1943100" cy="1737360"/>
            <a:chOff x="914400" y="2039111"/>
            <a:chExt cx="1943100" cy="173736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2039111"/>
              <a:ext cx="751332" cy="17373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6108" y="2935211"/>
              <a:ext cx="1231392" cy="5608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4241" y="2964433"/>
              <a:ext cx="1137920" cy="46418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674241" y="2964433"/>
              <a:ext cx="1137920" cy="464184"/>
            </a:xfrm>
            <a:custGeom>
              <a:avLst/>
              <a:gdLst/>
              <a:ahLst/>
              <a:cxnLst/>
              <a:rect l="l" t="t" r="r" b="b"/>
              <a:pathLst>
                <a:path w="1137920" h="464185">
                  <a:moveTo>
                    <a:pt x="36956" y="0"/>
                  </a:moveTo>
                  <a:lnTo>
                    <a:pt x="1008507" y="242443"/>
                  </a:lnTo>
                  <a:lnTo>
                    <a:pt x="1026921" y="168529"/>
                  </a:lnTo>
                  <a:lnTo>
                    <a:pt x="1137920" y="353187"/>
                  </a:lnTo>
                  <a:lnTo>
                    <a:pt x="953134" y="464185"/>
                  </a:lnTo>
                  <a:lnTo>
                    <a:pt x="971550" y="390271"/>
                  </a:lnTo>
                  <a:lnTo>
                    <a:pt x="0" y="147828"/>
                  </a:lnTo>
                  <a:lnTo>
                    <a:pt x="36956" y="0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081020" y="3149854"/>
            <a:ext cx="3740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5080" indent="-3175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Bahnschrift"/>
                <a:cs typeface="Bahnschrift"/>
              </a:rPr>
              <a:t>Raw </a:t>
            </a:r>
            <a:r>
              <a:rPr sz="1400" spc="-20" dirty="0">
                <a:solidFill>
                  <a:srgbClr val="FFFFFF"/>
                </a:solidFill>
                <a:latin typeface="Bahnschrift"/>
                <a:cs typeface="Bahnschrift"/>
              </a:rPr>
              <a:t>data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721861" y="2964433"/>
            <a:ext cx="1319530" cy="825500"/>
            <a:chOff x="3721861" y="2964433"/>
            <a:chExt cx="1319530" cy="825500"/>
          </a:xfrm>
        </p:grpSpPr>
        <p:sp>
          <p:nvSpPr>
            <p:cNvPr id="16" name="object 16"/>
            <p:cNvSpPr/>
            <p:nvPr/>
          </p:nvSpPr>
          <p:spPr>
            <a:xfrm>
              <a:off x="3734561" y="2977133"/>
              <a:ext cx="1294130" cy="800100"/>
            </a:xfrm>
            <a:custGeom>
              <a:avLst/>
              <a:gdLst/>
              <a:ahLst/>
              <a:cxnLst/>
              <a:rect l="l" t="t" r="r" b="b"/>
              <a:pathLst>
                <a:path w="1294129" h="800100">
                  <a:moveTo>
                    <a:pt x="1160526" y="0"/>
                  </a:moveTo>
                  <a:lnTo>
                    <a:pt x="133350" y="0"/>
                  </a:ln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0" y="666750"/>
                  </a:lnTo>
                  <a:lnTo>
                    <a:pt x="6797" y="708903"/>
                  </a:lnTo>
                  <a:lnTo>
                    <a:pt x="25725" y="745510"/>
                  </a:lnTo>
                  <a:lnTo>
                    <a:pt x="54589" y="774374"/>
                  </a:lnTo>
                  <a:lnTo>
                    <a:pt x="91196" y="793302"/>
                  </a:lnTo>
                  <a:lnTo>
                    <a:pt x="133350" y="800100"/>
                  </a:lnTo>
                  <a:lnTo>
                    <a:pt x="1160526" y="800100"/>
                  </a:lnTo>
                  <a:lnTo>
                    <a:pt x="1202679" y="793302"/>
                  </a:lnTo>
                  <a:lnTo>
                    <a:pt x="1239286" y="774374"/>
                  </a:lnTo>
                  <a:lnTo>
                    <a:pt x="1268150" y="745510"/>
                  </a:lnTo>
                  <a:lnTo>
                    <a:pt x="1287078" y="708903"/>
                  </a:lnTo>
                  <a:lnTo>
                    <a:pt x="1293876" y="666750"/>
                  </a:lnTo>
                  <a:lnTo>
                    <a:pt x="1293876" y="133350"/>
                  </a:lnTo>
                  <a:lnTo>
                    <a:pt x="1287078" y="91196"/>
                  </a:lnTo>
                  <a:lnTo>
                    <a:pt x="1268150" y="54589"/>
                  </a:lnTo>
                  <a:lnTo>
                    <a:pt x="1239286" y="25725"/>
                  </a:lnTo>
                  <a:lnTo>
                    <a:pt x="1202679" y="6797"/>
                  </a:lnTo>
                  <a:lnTo>
                    <a:pt x="1160526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34561" y="2977133"/>
              <a:ext cx="1294130" cy="800100"/>
            </a:xfrm>
            <a:custGeom>
              <a:avLst/>
              <a:gdLst/>
              <a:ahLst/>
              <a:cxnLst/>
              <a:rect l="l" t="t" r="r" b="b"/>
              <a:pathLst>
                <a:path w="1294129" h="800100">
                  <a:moveTo>
                    <a:pt x="0" y="133350"/>
                  </a:moveTo>
                  <a:lnTo>
                    <a:pt x="6797" y="91196"/>
                  </a:lnTo>
                  <a:lnTo>
                    <a:pt x="25725" y="54589"/>
                  </a:lnTo>
                  <a:lnTo>
                    <a:pt x="54589" y="25725"/>
                  </a:lnTo>
                  <a:lnTo>
                    <a:pt x="91196" y="6797"/>
                  </a:lnTo>
                  <a:lnTo>
                    <a:pt x="133350" y="0"/>
                  </a:lnTo>
                  <a:lnTo>
                    <a:pt x="1160526" y="0"/>
                  </a:lnTo>
                  <a:lnTo>
                    <a:pt x="1202679" y="6797"/>
                  </a:lnTo>
                  <a:lnTo>
                    <a:pt x="1239286" y="25725"/>
                  </a:lnTo>
                  <a:lnTo>
                    <a:pt x="1268150" y="54589"/>
                  </a:lnTo>
                  <a:lnTo>
                    <a:pt x="1287078" y="91196"/>
                  </a:lnTo>
                  <a:lnTo>
                    <a:pt x="1293876" y="133350"/>
                  </a:lnTo>
                  <a:lnTo>
                    <a:pt x="1293876" y="666750"/>
                  </a:lnTo>
                  <a:lnTo>
                    <a:pt x="1287078" y="708903"/>
                  </a:lnTo>
                  <a:lnTo>
                    <a:pt x="1268150" y="745510"/>
                  </a:lnTo>
                  <a:lnTo>
                    <a:pt x="1239286" y="774374"/>
                  </a:lnTo>
                  <a:lnTo>
                    <a:pt x="1202679" y="793302"/>
                  </a:lnTo>
                  <a:lnTo>
                    <a:pt x="1160526" y="800100"/>
                  </a:lnTo>
                  <a:lnTo>
                    <a:pt x="133350" y="800100"/>
                  </a:lnTo>
                  <a:lnTo>
                    <a:pt x="91196" y="793302"/>
                  </a:lnTo>
                  <a:lnTo>
                    <a:pt x="54589" y="774374"/>
                  </a:lnTo>
                  <a:lnTo>
                    <a:pt x="25725" y="745510"/>
                  </a:lnTo>
                  <a:lnTo>
                    <a:pt x="6797" y="708903"/>
                  </a:lnTo>
                  <a:lnTo>
                    <a:pt x="0" y="666750"/>
                  </a:lnTo>
                  <a:lnTo>
                    <a:pt x="0" y="133350"/>
                  </a:lnTo>
                  <a:close/>
                </a:path>
              </a:pathLst>
            </a:custGeom>
            <a:ln w="25400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936872" y="3149854"/>
            <a:ext cx="8890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9554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Bahnschrift"/>
                <a:cs typeface="Bahnschrift"/>
              </a:rPr>
              <a:t>Data </a:t>
            </a:r>
            <a:r>
              <a:rPr sz="1400" spc="-10" dirty="0">
                <a:solidFill>
                  <a:srgbClr val="FFFFFF"/>
                </a:solidFill>
                <a:latin typeface="Bahnschrift"/>
                <a:cs typeface="Bahnschrift"/>
              </a:rPr>
              <a:t>integration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177282" y="2967482"/>
            <a:ext cx="1320800" cy="827405"/>
            <a:chOff x="5177282" y="2967482"/>
            <a:chExt cx="1320800" cy="827405"/>
          </a:xfrm>
        </p:grpSpPr>
        <p:sp>
          <p:nvSpPr>
            <p:cNvPr id="20" name="object 20"/>
            <p:cNvSpPr/>
            <p:nvPr/>
          </p:nvSpPr>
          <p:spPr>
            <a:xfrm>
              <a:off x="5189982" y="2980182"/>
              <a:ext cx="1295400" cy="802005"/>
            </a:xfrm>
            <a:custGeom>
              <a:avLst/>
              <a:gdLst/>
              <a:ahLst/>
              <a:cxnLst/>
              <a:rect l="l" t="t" r="r" b="b"/>
              <a:pathLst>
                <a:path w="1295400" h="802004">
                  <a:moveTo>
                    <a:pt x="1161795" y="0"/>
                  </a:moveTo>
                  <a:lnTo>
                    <a:pt x="133603" y="0"/>
                  </a:lnTo>
                  <a:lnTo>
                    <a:pt x="91374" y="6811"/>
                  </a:lnTo>
                  <a:lnTo>
                    <a:pt x="54699" y="25777"/>
                  </a:lnTo>
                  <a:lnTo>
                    <a:pt x="25777" y="54699"/>
                  </a:lnTo>
                  <a:lnTo>
                    <a:pt x="6811" y="91374"/>
                  </a:lnTo>
                  <a:lnTo>
                    <a:pt x="0" y="133604"/>
                  </a:lnTo>
                  <a:lnTo>
                    <a:pt x="0" y="668020"/>
                  </a:lnTo>
                  <a:lnTo>
                    <a:pt x="6811" y="710249"/>
                  </a:lnTo>
                  <a:lnTo>
                    <a:pt x="25777" y="746924"/>
                  </a:lnTo>
                  <a:lnTo>
                    <a:pt x="54699" y="775846"/>
                  </a:lnTo>
                  <a:lnTo>
                    <a:pt x="91374" y="794812"/>
                  </a:lnTo>
                  <a:lnTo>
                    <a:pt x="133603" y="801624"/>
                  </a:lnTo>
                  <a:lnTo>
                    <a:pt x="1161795" y="801624"/>
                  </a:lnTo>
                  <a:lnTo>
                    <a:pt x="1204025" y="794812"/>
                  </a:lnTo>
                  <a:lnTo>
                    <a:pt x="1240700" y="775846"/>
                  </a:lnTo>
                  <a:lnTo>
                    <a:pt x="1269622" y="746924"/>
                  </a:lnTo>
                  <a:lnTo>
                    <a:pt x="1288588" y="710249"/>
                  </a:lnTo>
                  <a:lnTo>
                    <a:pt x="1295400" y="668020"/>
                  </a:lnTo>
                  <a:lnTo>
                    <a:pt x="1295400" y="133604"/>
                  </a:lnTo>
                  <a:lnTo>
                    <a:pt x="1288588" y="91374"/>
                  </a:lnTo>
                  <a:lnTo>
                    <a:pt x="1269622" y="54699"/>
                  </a:lnTo>
                  <a:lnTo>
                    <a:pt x="1240700" y="25777"/>
                  </a:lnTo>
                  <a:lnTo>
                    <a:pt x="1204025" y="6811"/>
                  </a:lnTo>
                  <a:lnTo>
                    <a:pt x="1161795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89982" y="2980182"/>
              <a:ext cx="1295400" cy="802005"/>
            </a:xfrm>
            <a:custGeom>
              <a:avLst/>
              <a:gdLst/>
              <a:ahLst/>
              <a:cxnLst/>
              <a:rect l="l" t="t" r="r" b="b"/>
              <a:pathLst>
                <a:path w="1295400" h="802004">
                  <a:moveTo>
                    <a:pt x="0" y="133604"/>
                  </a:moveTo>
                  <a:lnTo>
                    <a:pt x="6811" y="91374"/>
                  </a:lnTo>
                  <a:lnTo>
                    <a:pt x="25777" y="54699"/>
                  </a:lnTo>
                  <a:lnTo>
                    <a:pt x="54699" y="25777"/>
                  </a:lnTo>
                  <a:lnTo>
                    <a:pt x="91374" y="6811"/>
                  </a:lnTo>
                  <a:lnTo>
                    <a:pt x="133603" y="0"/>
                  </a:lnTo>
                  <a:lnTo>
                    <a:pt x="1161795" y="0"/>
                  </a:lnTo>
                  <a:lnTo>
                    <a:pt x="1204025" y="6811"/>
                  </a:lnTo>
                  <a:lnTo>
                    <a:pt x="1240700" y="25777"/>
                  </a:lnTo>
                  <a:lnTo>
                    <a:pt x="1269622" y="54699"/>
                  </a:lnTo>
                  <a:lnTo>
                    <a:pt x="1288588" y="91374"/>
                  </a:lnTo>
                  <a:lnTo>
                    <a:pt x="1295400" y="133604"/>
                  </a:lnTo>
                  <a:lnTo>
                    <a:pt x="1295400" y="668020"/>
                  </a:lnTo>
                  <a:lnTo>
                    <a:pt x="1288588" y="710249"/>
                  </a:lnTo>
                  <a:lnTo>
                    <a:pt x="1269622" y="746924"/>
                  </a:lnTo>
                  <a:lnTo>
                    <a:pt x="1240700" y="775846"/>
                  </a:lnTo>
                  <a:lnTo>
                    <a:pt x="1204025" y="794812"/>
                  </a:lnTo>
                  <a:lnTo>
                    <a:pt x="1161795" y="801624"/>
                  </a:lnTo>
                  <a:lnTo>
                    <a:pt x="133603" y="801624"/>
                  </a:lnTo>
                  <a:lnTo>
                    <a:pt x="91374" y="794812"/>
                  </a:lnTo>
                  <a:lnTo>
                    <a:pt x="54699" y="775846"/>
                  </a:lnTo>
                  <a:lnTo>
                    <a:pt x="25777" y="746924"/>
                  </a:lnTo>
                  <a:lnTo>
                    <a:pt x="6811" y="710249"/>
                  </a:lnTo>
                  <a:lnTo>
                    <a:pt x="0" y="668020"/>
                  </a:lnTo>
                  <a:lnTo>
                    <a:pt x="0" y="133604"/>
                  </a:lnTo>
                  <a:close/>
                </a:path>
              </a:pathLst>
            </a:custGeom>
            <a:ln w="25400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312409" y="3260597"/>
            <a:ext cx="10509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Bahnschrift"/>
                <a:cs typeface="Bahnschrift"/>
              </a:rPr>
              <a:t>Access</a:t>
            </a:r>
            <a:r>
              <a:rPr sz="1400" spc="120" dirty="0">
                <a:solidFill>
                  <a:srgbClr val="FFFFFF"/>
                </a:solidFill>
                <a:latin typeface="Bahnschrift"/>
                <a:cs typeface="Bahnschrif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Bahnschrift"/>
                <a:cs typeface="Bahnschrift"/>
              </a:rPr>
              <a:t>layer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246873" y="2123185"/>
            <a:ext cx="1252220" cy="1029969"/>
            <a:chOff x="7246873" y="2123185"/>
            <a:chExt cx="1252220" cy="1029969"/>
          </a:xfrm>
        </p:grpSpPr>
        <p:sp>
          <p:nvSpPr>
            <p:cNvPr id="24" name="object 24"/>
            <p:cNvSpPr/>
            <p:nvPr/>
          </p:nvSpPr>
          <p:spPr>
            <a:xfrm>
              <a:off x="7259573" y="2135885"/>
              <a:ext cx="1226820" cy="1004569"/>
            </a:xfrm>
            <a:custGeom>
              <a:avLst/>
              <a:gdLst/>
              <a:ahLst/>
              <a:cxnLst/>
              <a:rect l="l" t="t" r="r" b="b"/>
              <a:pathLst>
                <a:path w="1226820" h="1004569">
                  <a:moveTo>
                    <a:pt x="1059433" y="0"/>
                  </a:moveTo>
                  <a:lnTo>
                    <a:pt x="167385" y="0"/>
                  </a:lnTo>
                  <a:lnTo>
                    <a:pt x="122884" y="5978"/>
                  </a:lnTo>
                  <a:lnTo>
                    <a:pt x="82898" y="22850"/>
                  </a:lnTo>
                  <a:lnTo>
                    <a:pt x="49022" y="49021"/>
                  </a:lnTo>
                  <a:lnTo>
                    <a:pt x="22850" y="82898"/>
                  </a:lnTo>
                  <a:lnTo>
                    <a:pt x="5978" y="122884"/>
                  </a:lnTo>
                  <a:lnTo>
                    <a:pt x="0" y="167386"/>
                  </a:lnTo>
                  <a:lnTo>
                    <a:pt x="0" y="836930"/>
                  </a:lnTo>
                  <a:lnTo>
                    <a:pt x="5978" y="881431"/>
                  </a:lnTo>
                  <a:lnTo>
                    <a:pt x="22850" y="921417"/>
                  </a:lnTo>
                  <a:lnTo>
                    <a:pt x="49022" y="955294"/>
                  </a:lnTo>
                  <a:lnTo>
                    <a:pt x="82898" y="981465"/>
                  </a:lnTo>
                  <a:lnTo>
                    <a:pt x="122884" y="998337"/>
                  </a:lnTo>
                  <a:lnTo>
                    <a:pt x="167385" y="1004315"/>
                  </a:lnTo>
                  <a:lnTo>
                    <a:pt x="1059433" y="1004315"/>
                  </a:lnTo>
                  <a:lnTo>
                    <a:pt x="1103935" y="998337"/>
                  </a:lnTo>
                  <a:lnTo>
                    <a:pt x="1143921" y="981465"/>
                  </a:lnTo>
                  <a:lnTo>
                    <a:pt x="1177798" y="955294"/>
                  </a:lnTo>
                  <a:lnTo>
                    <a:pt x="1203969" y="921417"/>
                  </a:lnTo>
                  <a:lnTo>
                    <a:pt x="1220841" y="881431"/>
                  </a:lnTo>
                  <a:lnTo>
                    <a:pt x="1226820" y="836930"/>
                  </a:lnTo>
                  <a:lnTo>
                    <a:pt x="1226820" y="167386"/>
                  </a:lnTo>
                  <a:lnTo>
                    <a:pt x="1220841" y="122884"/>
                  </a:lnTo>
                  <a:lnTo>
                    <a:pt x="1203969" y="82898"/>
                  </a:lnTo>
                  <a:lnTo>
                    <a:pt x="1177798" y="49022"/>
                  </a:lnTo>
                  <a:lnTo>
                    <a:pt x="1143921" y="22850"/>
                  </a:lnTo>
                  <a:lnTo>
                    <a:pt x="1103935" y="5978"/>
                  </a:lnTo>
                  <a:lnTo>
                    <a:pt x="105943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59573" y="2135885"/>
              <a:ext cx="1226820" cy="1004569"/>
            </a:xfrm>
            <a:custGeom>
              <a:avLst/>
              <a:gdLst/>
              <a:ahLst/>
              <a:cxnLst/>
              <a:rect l="l" t="t" r="r" b="b"/>
              <a:pathLst>
                <a:path w="1226820" h="1004569">
                  <a:moveTo>
                    <a:pt x="0" y="167386"/>
                  </a:moveTo>
                  <a:lnTo>
                    <a:pt x="5978" y="122884"/>
                  </a:lnTo>
                  <a:lnTo>
                    <a:pt x="22850" y="82898"/>
                  </a:lnTo>
                  <a:lnTo>
                    <a:pt x="49022" y="49021"/>
                  </a:lnTo>
                  <a:lnTo>
                    <a:pt x="82898" y="22850"/>
                  </a:lnTo>
                  <a:lnTo>
                    <a:pt x="122884" y="5978"/>
                  </a:lnTo>
                  <a:lnTo>
                    <a:pt x="167385" y="0"/>
                  </a:lnTo>
                  <a:lnTo>
                    <a:pt x="1059433" y="0"/>
                  </a:lnTo>
                  <a:lnTo>
                    <a:pt x="1103935" y="5978"/>
                  </a:lnTo>
                  <a:lnTo>
                    <a:pt x="1143921" y="22850"/>
                  </a:lnTo>
                  <a:lnTo>
                    <a:pt x="1177798" y="49022"/>
                  </a:lnTo>
                  <a:lnTo>
                    <a:pt x="1203969" y="82898"/>
                  </a:lnTo>
                  <a:lnTo>
                    <a:pt x="1220841" y="122884"/>
                  </a:lnTo>
                  <a:lnTo>
                    <a:pt x="1226820" y="167386"/>
                  </a:lnTo>
                  <a:lnTo>
                    <a:pt x="1226820" y="836930"/>
                  </a:lnTo>
                  <a:lnTo>
                    <a:pt x="1220841" y="881431"/>
                  </a:lnTo>
                  <a:lnTo>
                    <a:pt x="1203969" y="921417"/>
                  </a:lnTo>
                  <a:lnTo>
                    <a:pt x="1177798" y="955294"/>
                  </a:lnTo>
                  <a:lnTo>
                    <a:pt x="1143921" y="981465"/>
                  </a:lnTo>
                  <a:lnTo>
                    <a:pt x="1103935" y="998337"/>
                  </a:lnTo>
                  <a:lnTo>
                    <a:pt x="1059433" y="1004315"/>
                  </a:lnTo>
                  <a:lnTo>
                    <a:pt x="167385" y="1004315"/>
                  </a:lnTo>
                  <a:lnTo>
                    <a:pt x="122884" y="998337"/>
                  </a:lnTo>
                  <a:lnTo>
                    <a:pt x="82898" y="981465"/>
                  </a:lnTo>
                  <a:lnTo>
                    <a:pt x="49022" y="955294"/>
                  </a:lnTo>
                  <a:lnTo>
                    <a:pt x="22850" y="921417"/>
                  </a:lnTo>
                  <a:lnTo>
                    <a:pt x="5978" y="881431"/>
                  </a:lnTo>
                  <a:lnTo>
                    <a:pt x="0" y="836930"/>
                  </a:lnTo>
                  <a:lnTo>
                    <a:pt x="0" y="167386"/>
                  </a:lnTo>
                  <a:close/>
                </a:path>
              </a:pathLst>
            </a:custGeom>
            <a:ln w="25400">
              <a:solidFill>
                <a:srgbClr val="9B9B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3482340" y="3098279"/>
            <a:ext cx="3584575" cy="521334"/>
            <a:chOff x="3482340" y="3098279"/>
            <a:chExt cx="3584575" cy="521334"/>
          </a:xfrm>
        </p:grpSpPr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82340" y="3211080"/>
              <a:ext cx="434339" cy="40841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29584" y="3244595"/>
              <a:ext cx="342900" cy="3048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529584" y="3244595"/>
              <a:ext cx="342900" cy="304800"/>
            </a:xfrm>
            <a:custGeom>
              <a:avLst/>
              <a:gdLst/>
              <a:ahLst/>
              <a:cxnLst/>
              <a:rect l="l" t="t" r="r" b="b"/>
              <a:pathLst>
                <a:path w="342900" h="304800">
                  <a:moveTo>
                    <a:pt x="0" y="76200"/>
                  </a:moveTo>
                  <a:lnTo>
                    <a:pt x="190500" y="76200"/>
                  </a:lnTo>
                  <a:lnTo>
                    <a:pt x="190500" y="0"/>
                  </a:lnTo>
                  <a:lnTo>
                    <a:pt x="342900" y="152400"/>
                  </a:lnTo>
                  <a:lnTo>
                    <a:pt x="190500" y="304800"/>
                  </a:lnTo>
                  <a:lnTo>
                    <a:pt x="190500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79848" y="3191268"/>
              <a:ext cx="435851" cy="40841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27092" y="3224784"/>
              <a:ext cx="344424" cy="3048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927092" y="3224784"/>
              <a:ext cx="344805" cy="304800"/>
            </a:xfrm>
            <a:custGeom>
              <a:avLst/>
              <a:gdLst/>
              <a:ahLst/>
              <a:cxnLst/>
              <a:rect l="l" t="t" r="r" b="b"/>
              <a:pathLst>
                <a:path w="344804" h="304800">
                  <a:moveTo>
                    <a:pt x="0" y="76200"/>
                  </a:moveTo>
                  <a:lnTo>
                    <a:pt x="192024" y="76200"/>
                  </a:lnTo>
                  <a:lnTo>
                    <a:pt x="192024" y="0"/>
                  </a:lnTo>
                  <a:lnTo>
                    <a:pt x="344424" y="152400"/>
                  </a:lnTo>
                  <a:lnTo>
                    <a:pt x="192024" y="304800"/>
                  </a:lnTo>
                  <a:lnTo>
                    <a:pt x="192024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73952" y="3098279"/>
              <a:ext cx="592810" cy="46940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22847" y="3130295"/>
              <a:ext cx="499236" cy="37287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522847" y="3130295"/>
              <a:ext cx="499745" cy="373380"/>
            </a:xfrm>
            <a:custGeom>
              <a:avLst/>
              <a:gdLst/>
              <a:ahLst/>
              <a:cxnLst/>
              <a:rect l="l" t="t" r="r" b="b"/>
              <a:pathLst>
                <a:path w="499745" h="373379">
                  <a:moveTo>
                    <a:pt x="0" y="210693"/>
                  </a:moveTo>
                  <a:lnTo>
                    <a:pt x="302259" y="81153"/>
                  </a:lnTo>
                  <a:lnTo>
                    <a:pt x="267461" y="0"/>
                  </a:lnTo>
                  <a:lnTo>
                    <a:pt x="499236" y="92710"/>
                  </a:lnTo>
                  <a:lnTo>
                    <a:pt x="406526" y="324358"/>
                  </a:lnTo>
                  <a:lnTo>
                    <a:pt x="371855" y="243331"/>
                  </a:lnTo>
                  <a:lnTo>
                    <a:pt x="69469" y="372872"/>
                  </a:lnTo>
                  <a:lnTo>
                    <a:pt x="0" y="210693"/>
                  </a:lnTo>
                  <a:close/>
                </a:path>
              </a:pathLst>
            </a:custGeom>
            <a:ln w="9524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332091" y="2813685"/>
            <a:ext cx="10617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52525"/>
                </a:solidFill>
                <a:latin typeface="Bahnschrift"/>
                <a:cs typeface="Bahnschrift"/>
              </a:rPr>
              <a:t>Data</a:t>
            </a:r>
            <a:r>
              <a:rPr sz="1400" spc="100" dirty="0">
                <a:solidFill>
                  <a:srgbClr val="252525"/>
                </a:solidFill>
                <a:latin typeface="Bahnschrift"/>
                <a:cs typeface="Bahnschrift"/>
              </a:rPr>
              <a:t> </a:t>
            </a:r>
            <a:r>
              <a:rPr sz="1400" spc="-10" dirty="0">
                <a:solidFill>
                  <a:srgbClr val="252525"/>
                </a:solidFill>
                <a:latin typeface="Bahnschrift"/>
                <a:cs typeface="Bahnschrift"/>
              </a:rPr>
              <a:t>Science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688580" y="2418588"/>
            <a:ext cx="365760" cy="289560"/>
            <a:chOff x="7688580" y="2418588"/>
            <a:chExt cx="365760" cy="289560"/>
          </a:xfrm>
        </p:grpSpPr>
        <p:sp>
          <p:nvSpPr>
            <p:cNvPr id="38" name="object 38"/>
            <p:cNvSpPr/>
            <p:nvPr/>
          </p:nvSpPr>
          <p:spPr>
            <a:xfrm>
              <a:off x="7688580" y="2418588"/>
              <a:ext cx="365760" cy="289560"/>
            </a:xfrm>
            <a:custGeom>
              <a:avLst/>
              <a:gdLst/>
              <a:ahLst/>
              <a:cxnLst/>
              <a:rect l="l" t="t" r="r" b="b"/>
              <a:pathLst>
                <a:path w="365759" h="289560">
                  <a:moveTo>
                    <a:pt x="360299" y="216662"/>
                  </a:moveTo>
                  <a:lnTo>
                    <a:pt x="4572" y="216662"/>
                  </a:lnTo>
                  <a:lnTo>
                    <a:pt x="0" y="222123"/>
                  </a:lnTo>
                  <a:lnTo>
                    <a:pt x="0" y="253111"/>
                  </a:lnTo>
                  <a:lnTo>
                    <a:pt x="2720" y="266842"/>
                  </a:lnTo>
                  <a:lnTo>
                    <a:pt x="10144" y="278479"/>
                  </a:lnTo>
                  <a:lnTo>
                    <a:pt x="21163" y="286543"/>
                  </a:lnTo>
                  <a:lnTo>
                    <a:pt x="34671" y="289560"/>
                  </a:lnTo>
                  <a:lnTo>
                    <a:pt x="330200" y="289560"/>
                  </a:lnTo>
                  <a:lnTo>
                    <a:pt x="343846" y="286686"/>
                  </a:lnTo>
                  <a:lnTo>
                    <a:pt x="355171" y="278860"/>
                  </a:lnTo>
                  <a:lnTo>
                    <a:pt x="362900" y="267271"/>
                  </a:lnTo>
                  <a:lnTo>
                    <a:pt x="363554" y="264032"/>
                  </a:lnTo>
                  <a:lnTo>
                    <a:pt x="28321" y="264032"/>
                  </a:lnTo>
                  <a:lnTo>
                    <a:pt x="22860" y="258572"/>
                  </a:lnTo>
                  <a:lnTo>
                    <a:pt x="22860" y="240411"/>
                  </a:lnTo>
                  <a:lnTo>
                    <a:pt x="365760" y="240411"/>
                  </a:lnTo>
                  <a:lnTo>
                    <a:pt x="365760" y="221234"/>
                  </a:lnTo>
                  <a:lnTo>
                    <a:pt x="360299" y="216662"/>
                  </a:lnTo>
                  <a:close/>
                </a:path>
                <a:path w="365759" h="289560">
                  <a:moveTo>
                    <a:pt x="365760" y="240411"/>
                  </a:moveTo>
                  <a:lnTo>
                    <a:pt x="342011" y="240411"/>
                  </a:lnTo>
                  <a:lnTo>
                    <a:pt x="342011" y="258572"/>
                  </a:lnTo>
                  <a:lnTo>
                    <a:pt x="335661" y="264032"/>
                  </a:lnTo>
                  <a:lnTo>
                    <a:pt x="363554" y="264032"/>
                  </a:lnTo>
                  <a:lnTo>
                    <a:pt x="365760" y="253111"/>
                  </a:lnTo>
                  <a:lnTo>
                    <a:pt x="365760" y="240411"/>
                  </a:lnTo>
                  <a:close/>
                </a:path>
                <a:path w="365759" h="289560">
                  <a:moveTo>
                    <a:pt x="306450" y="0"/>
                  </a:moveTo>
                  <a:lnTo>
                    <a:pt x="59309" y="0"/>
                  </a:lnTo>
                  <a:lnTo>
                    <a:pt x="44532" y="2998"/>
                  </a:lnTo>
                  <a:lnTo>
                    <a:pt x="44963" y="2998"/>
                  </a:lnTo>
                  <a:lnTo>
                    <a:pt x="33559" y="10699"/>
                  </a:lnTo>
                  <a:lnTo>
                    <a:pt x="25733" y="22288"/>
                  </a:lnTo>
                  <a:lnTo>
                    <a:pt x="22860" y="36449"/>
                  </a:lnTo>
                  <a:lnTo>
                    <a:pt x="22860" y="216662"/>
                  </a:lnTo>
                  <a:lnTo>
                    <a:pt x="47371" y="216662"/>
                  </a:lnTo>
                  <a:lnTo>
                    <a:pt x="47371" y="36449"/>
                  </a:lnTo>
                  <a:lnTo>
                    <a:pt x="46481" y="36449"/>
                  </a:lnTo>
                  <a:lnTo>
                    <a:pt x="46481" y="30099"/>
                  </a:lnTo>
                  <a:lnTo>
                    <a:pt x="51943" y="24637"/>
                  </a:lnTo>
                  <a:lnTo>
                    <a:pt x="339561" y="24637"/>
                  </a:lnTo>
                  <a:lnTo>
                    <a:pt x="339151" y="22663"/>
                  </a:lnTo>
                  <a:lnTo>
                    <a:pt x="331422" y="11033"/>
                  </a:lnTo>
                  <a:lnTo>
                    <a:pt x="320097" y="2998"/>
                  </a:lnTo>
                  <a:lnTo>
                    <a:pt x="306450" y="0"/>
                  </a:lnTo>
                  <a:close/>
                </a:path>
                <a:path w="365759" h="289560">
                  <a:moveTo>
                    <a:pt x="339561" y="24637"/>
                  </a:moveTo>
                  <a:lnTo>
                    <a:pt x="313817" y="24637"/>
                  </a:lnTo>
                  <a:lnTo>
                    <a:pt x="319277" y="30099"/>
                  </a:lnTo>
                  <a:lnTo>
                    <a:pt x="319277" y="216662"/>
                  </a:lnTo>
                  <a:lnTo>
                    <a:pt x="342011" y="216662"/>
                  </a:lnTo>
                  <a:lnTo>
                    <a:pt x="342011" y="36449"/>
                  </a:lnTo>
                  <a:lnTo>
                    <a:pt x="339561" y="24637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76972" y="2491740"/>
              <a:ext cx="169163" cy="120396"/>
            </a:xfrm>
            <a:prstGeom prst="rect">
              <a:avLst/>
            </a:prstGeom>
          </p:spPr>
        </p:pic>
      </p:grpSp>
      <p:grpSp>
        <p:nvGrpSpPr>
          <p:cNvPr id="40" name="object 40"/>
          <p:cNvGrpSpPr/>
          <p:nvPr/>
        </p:nvGrpSpPr>
        <p:grpSpPr>
          <a:xfrm>
            <a:off x="7246873" y="978661"/>
            <a:ext cx="1258570" cy="1028700"/>
            <a:chOff x="7246873" y="978661"/>
            <a:chExt cx="1258570" cy="1028700"/>
          </a:xfrm>
        </p:grpSpPr>
        <p:sp>
          <p:nvSpPr>
            <p:cNvPr id="41" name="object 41"/>
            <p:cNvSpPr/>
            <p:nvPr/>
          </p:nvSpPr>
          <p:spPr>
            <a:xfrm>
              <a:off x="7259573" y="991361"/>
              <a:ext cx="1233170" cy="1003300"/>
            </a:xfrm>
            <a:custGeom>
              <a:avLst/>
              <a:gdLst/>
              <a:ahLst/>
              <a:cxnLst/>
              <a:rect l="l" t="t" r="r" b="b"/>
              <a:pathLst>
                <a:path w="1233170" h="1003300">
                  <a:moveTo>
                    <a:pt x="1065783" y="0"/>
                  </a:moveTo>
                  <a:lnTo>
                    <a:pt x="167131" y="0"/>
                  </a:lnTo>
                  <a:lnTo>
                    <a:pt x="122693" y="5968"/>
                  </a:lnTo>
                  <a:lnTo>
                    <a:pt x="82766" y="22812"/>
                  </a:lnTo>
                  <a:lnTo>
                    <a:pt x="48942" y="48942"/>
                  </a:lnTo>
                  <a:lnTo>
                    <a:pt x="22812" y="82766"/>
                  </a:lnTo>
                  <a:lnTo>
                    <a:pt x="5968" y="122693"/>
                  </a:lnTo>
                  <a:lnTo>
                    <a:pt x="0" y="167132"/>
                  </a:lnTo>
                  <a:lnTo>
                    <a:pt x="0" y="835660"/>
                  </a:lnTo>
                  <a:lnTo>
                    <a:pt x="5968" y="880098"/>
                  </a:lnTo>
                  <a:lnTo>
                    <a:pt x="22812" y="920025"/>
                  </a:lnTo>
                  <a:lnTo>
                    <a:pt x="48942" y="953849"/>
                  </a:lnTo>
                  <a:lnTo>
                    <a:pt x="82766" y="979979"/>
                  </a:lnTo>
                  <a:lnTo>
                    <a:pt x="122693" y="996823"/>
                  </a:lnTo>
                  <a:lnTo>
                    <a:pt x="167131" y="1002792"/>
                  </a:lnTo>
                  <a:lnTo>
                    <a:pt x="1065783" y="1002792"/>
                  </a:lnTo>
                  <a:lnTo>
                    <a:pt x="1110222" y="996823"/>
                  </a:lnTo>
                  <a:lnTo>
                    <a:pt x="1150149" y="979979"/>
                  </a:lnTo>
                  <a:lnTo>
                    <a:pt x="1183973" y="953849"/>
                  </a:lnTo>
                  <a:lnTo>
                    <a:pt x="1210103" y="920025"/>
                  </a:lnTo>
                  <a:lnTo>
                    <a:pt x="1226947" y="880098"/>
                  </a:lnTo>
                  <a:lnTo>
                    <a:pt x="1232916" y="835660"/>
                  </a:lnTo>
                  <a:lnTo>
                    <a:pt x="1232916" y="167132"/>
                  </a:lnTo>
                  <a:lnTo>
                    <a:pt x="1226947" y="122693"/>
                  </a:lnTo>
                  <a:lnTo>
                    <a:pt x="1210103" y="82766"/>
                  </a:lnTo>
                  <a:lnTo>
                    <a:pt x="1183973" y="48942"/>
                  </a:lnTo>
                  <a:lnTo>
                    <a:pt x="1150149" y="22812"/>
                  </a:lnTo>
                  <a:lnTo>
                    <a:pt x="1110222" y="5968"/>
                  </a:lnTo>
                  <a:lnTo>
                    <a:pt x="106578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259573" y="991361"/>
              <a:ext cx="1233170" cy="1003300"/>
            </a:xfrm>
            <a:custGeom>
              <a:avLst/>
              <a:gdLst/>
              <a:ahLst/>
              <a:cxnLst/>
              <a:rect l="l" t="t" r="r" b="b"/>
              <a:pathLst>
                <a:path w="1233170" h="1003300">
                  <a:moveTo>
                    <a:pt x="0" y="167132"/>
                  </a:moveTo>
                  <a:lnTo>
                    <a:pt x="5968" y="122693"/>
                  </a:lnTo>
                  <a:lnTo>
                    <a:pt x="22812" y="82766"/>
                  </a:lnTo>
                  <a:lnTo>
                    <a:pt x="48942" y="48942"/>
                  </a:lnTo>
                  <a:lnTo>
                    <a:pt x="82766" y="22812"/>
                  </a:lnTo>
                  <a:lnTo>
                    <a:pt x="122693" y="5968"/>
                  </a:lnTo>
                  <a:lnTo>
                    <a:pt x="167131" y="0"/>
                  </a:lnTo>
                  <a:lnTo>
                    <a:pt x="1065783" y="0"/>
                  </a:lnTo>
                  <a:lnTo>
                    <a:pt x="1110222" y="5968"/>
                  </a:lnTo>
                  <a:lnTo>
                    <a:pt x="1150149" y="22812"/>
                  </a:lnTo>
                  <a:lnTo>
                    <a:pt x="1183973" y="48942"/>
                  </a:lnTo>
                  <a:lnTo>
                    <a:pt x="1210103" y="82766"/>
                  </a:lnTo>
                  <a:lnTo>
                    <a:pt x="1226947" y="122693"/>
                  </a:lnTo>
                  <a:lnTo>
                    <a:pt x="1232916" y="167132"/>
                  </a:lnTo>
                  <a:lnTo>
                    <a:pt x="1232916" y="835660"/>
                  </a:lnTo>
                  <a:lnTo>
                    <a:pt x="1226947" y="880098"/>
                  </a:lnTo>
                  <a:lnTo>
                    <a:pt x="1210103" y="920025"/>
                  </a:lnTo>
                  <a:lnTo>
                    <a:pt x="1183973" y="953849"/>
                  </a:lnTo>
                  <a:lnTo>
                    <a:pt x="1150149" y="979979"/>
                  </a:lnTo>
                  <a:lnTo>
                    <a:pt x="1110222" y="996823"/>
                  </a:lnTo>
                  <a:lnTo>
                    <a:pt x="1065783" y="1002792"/>
                  </a:lnTo>
                  <a:lnTo>
                    <a:pt x="167131" y="1002792"/>
                  </a:lnTo>
                  <a:lnTo>
                    <a:pt x="122693" y="996823"/>
                  </a:lnTo>
                  <a:lnTo>
                    <a:pt x="82766" y="979979"/>
                  </a:lnTo>
                  <a:lnTo>
                    <a:pt x="48942" y="953849"/>
                  </a:lnTo>
                  <a:lnTo>
                    <a:pt x="22812" y="920025"/>
                  </a:lnTo>
                  <a:lnTo>
                    <a:pt x="5968" y="880098"/>
                  </a:lnTo>
                  <a:lnTo>
                    <a:pt x="0" y="835660"/>
                  </a:lnTo>
                  <a:lnTo>
                    <a:pt x="0" y="167132"/>
                  </a:lnTo>
                  <a:close/>
                </a:path>
              </a:pathLst>
            </a:custGeom>
            <a:ln w="25400">
              <a:solidFill>
                <a:srgbClr val="9B9B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665719" y="1264919"/>
              <a:ext cx="346075" cy="318770"/>
            </a:xfrm>
            <a:custGeom>
              <a:avLst/>
              <a:gdLst/>
              <a:ahLst/>
              <a:cxnLst/>
              <a:rect l="l" t="t" r="r" b="b"/>
              <a:pathLst>
                <a:path w="346075" h="318769">
                  <a:moveTo>
                    <a:pt x="179831" y="0"/>
                  </a:moveTo>
                  <a:lnTo>
                    <a:pt x="172974" y="0"/>
                  </a:lnTo>
                  <a:lnTo>
                    <a:pt x="126867" y="5729"/>
                  </a:lnTo>
                  <a:lnTo>
                    <a:pt x="85513" y="21872"/>
                  </a:lnTo>
                  <a:lnTo>
                    <a:pt x="50530" y="46862"/>
                  </a:lnTo>
                  <a:lnTo>
                    <a:pt x="23537" y="79135"/>
                  </a:lnTo>
                  <a:lnTo>
                    <a:pt x="6154" y="117122"/>
                  </a:lnTo>
                  <a:lnTo>
                    <a:pt x="0" y="159257"/>
                  </a:lnTo>
                  <a:lnTo>
                    <a:pt x="6154" y="201393"/>
                  </a:lnTo>
                  <a:lnTo>
                    <a:pt x="23537" y="239380"/>
                  </a:lnTo>
                  <a:lnTo>
                    <a:pt x="50530" y="271652"/>
                  </a:lnTo>
                  <a:lnTo>
                    <a:pt x="85513" y="296643"/>
                  </a:lnTo>
                  <a:lnTo>
                    <a:pt x="126867" y="312786"/>
                  </a:lnTo>
                  <a:lnTo>
                    <a:pt x="172974" y="318515"/>
                  </a:lnTo>
                  <a:lnTo>
                    <a:pt x="218727" y="312786"/>
                  </a:lnTo>
                  <a:lnTo>
                    <a:pt x="259983" y="296643"/>
                  </a:lnTo>
                  <a:lnTo>
                    <a:pt x="262437" y="294893"/>
                  </a:lnTo>
                  <a:lnTo>
                    <a:pt x="171957" y="294893"/>
                  </a:lnTo>
                  <a:lnTo>
                    <a:pt x="125145" y="288042"/>
                  </a:lnTo>
                  <a:lnTo>
                    <a:pt x="84703" y="268912"/>
                  </a:lnTo>
                  <a:lnTo>
                    <a:pt x="52948" y="239645"/>
                  </a:lnTo>
                  <a:lnTo>
                    <a:pt x="32197" y="202381"/>
                  </a:lnTo>
                  <a:lnTo>
                    <a:pt x="24764" y="159257"/>
                  </a:lnTo>
                  <a:lnTo>
                    <a:pt x="35204" y="109525"/>
                  </a:lnTo>
                  <a:lnTo>
                    <a:pt x="63801" y="67913"/>
                  </a:lnTo>
                  <a:lnTo>
                    <a:pt x="106471" y="38064"/>
                  </a:lnTo>
                  <a:lnTo>
                    <a:pt x="159130" y="23621"/>
                  </a:lnTo>
                  <a:lnTo>
                    <a:pt x="185800" y="23621"/>
                  </a:lnTo>
                  <a:lnTo>
                    <a:pt x="185800" y="11810"/>
                  </a:lnTo>
                  <a:lnTo>
                    <a:pt x="184784" y="4571"/>
                  </a:lnTo>
                  <a:lnTo>
                    <a:pt x="179831" y="0"/>
                  </a:lnTo>
                  <a:close/>
                </a:path>
                <a:path w="346075" h="318769">
                  <a:moveTo>
                    <a:pt x="185800" y="23621"/>
                  </a:moveTo>
                  <a:lnTo>
                    <a:pt x="159130" y="23621"/>
                  </a:lnTo>
                  <a:lnTo>
                    <a:pt x="159130" y="166496"/>
                  </a:lnTo>
                  <a:lnTo>
                    <a:pt x="165100" y="171068"/>
                  </a:lnTo>
                  <a:lnTo>
                    <a:pt x="318261" y="171068"/>
                  </a:lnTo>
                  <a:lnTo>
                    <a:pt x="308154" y="210525"/>
                  </a:lnTo>
                  <a:lnTo>
                    <a:pt x="286386" y="244556"/>
                  </a:lnTo>
                  <a:lnTo>
                    <a:pt x="255040" y="271241"/>
                  </a:lnTo>
                  <a:lnTo>
                    <a:pt x="216202" y="288660"/>
                  </a:lnTo>
                  <a:lnTo>
                    <a:pt x="171957" y="294893"/>
                  </a:lnTo>
                  <a:lnTo>
                    <a:pt x="262437" y="294893"/>
                  </a:lnTo>
                  <a:lnTo>
                    <a:pt x="295036" y="271652"/>
                  </a:lnTo>
                  <a:lnTo>
                    <a:pt x="322184" y="239380"/>
                  </a:lnTo>
                  <a:lnTo>
                    <a:pt x="339723" y="201393"/>
                  </a:lnTo>
                  <a:lnTo>
                    <a:pt x="345948" y="159257"/>
                  </a:lnTo>
                  <a:lnTo>
                    <a:pt x="345948" y="152907"/>
                  </a:lnTo>
                  <a:lnTo>
                    <a:pt x="339089" y="147446"/>
                  </a:lnTo>
                  <a:lnTo>
                    <a:pt x="185800" y="147446"/>
                  </a:lnTo>
                  <a:lnTo>
                    <a:pt x="185800" y="23621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76031" y="1217675"/>
              <a:ext cx="187451" cy="172212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7463408" y="1668272"/>
            <a:ext cx="8064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252525"/>
                </a:solidFill>
                <a:latin typeface="Bahnschrift"/>
                <a:cs typeface="Bahnschrift"/>
              </a:rPr>
              <a:t>Reporting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246873" y="3270758"/>
            <a:ext cx="1252220" cy="1029969"/>
            <a:chOff x="7246873" y="3270758"/>
            <a:chExt cx="1252220" cy="1029969"/>
          </a:xfrm>
        </p:grpSpPr>
        <p:sp>
          <p:nvSpPr>
            <p:cNvPr id="47" name="object 47"/>
            <p:cNvSpPr/>
            <p:nvPr/>
          </p:nvSpPr>
          <p:spPr>
            <a:xfrm>
              <a:off x="7259573" y="3283458"/>
              <a:ext cx="1226820" cy="1004569"/>
            </a:xfrm>
            <a:custGeom>
              <a:avLst/>
              <a:gdLst/>
              <a:ahLst/>
              <a:cxnLst/>
              <a:rect l="l" t="t" r="r" b="b"/>
              <a:pathLst>
                <a:path w="1226820" h="1004570">
                  <a:moveTo>
                    <a:pt x="1059433" y="0"/>
                  </a:moveTo>
                  <a:lnTo>
                    <a:pt x="167385" y="0"/>
                  </a:lnTo>
                  <a:lnTo>
                    <a:pt x="122884" y="5978"/>
                  </a:lnTo>
                  <a:lnTo>
                    <a:pt x="82898" y="22850"/>
                  </a:lnTo>
                  <a:lnTo>
                    <a:pt x="49022" y="49022"/>
                  </a:lnTo>
                  <a:lnTo>
                    <a:pt x="22850" y="82898"/>
                  </a:lnTo>
                  <a:lnTo>
                    <a:pt x="5978" y="122884"/>
                  </a:lnTo>
                  <a:lnTo>
                    <a:pt x="0" y="167386"/>
                  </a:lnTo>
                  <a:lnTo>
                    <a:pt x="0" y="836930"/>
                  </a:lnTo>
                  <a:lnTo>
                    <a:pt x="5978" y="881427"/>
                  </a:lnTo>
                  <a:lnTo>
                    <a:pt x="22850" y="921412"/>
                  </a:lnTo>
                  <a:lnTo>
                    <a:pt x="49022" y="955289"/>
                  </a:lnTo>
                  <a:lnTo>
                    <a:pt x="82898" y="981462"/>
                  </a:lnTo>
                  <a:lnTo>
                    <a:pt x="122884" y="998336"/>
                  </a:lnTo>
                  <a:lnTo>
                    <a:pt x="167385" y="1004316"/>
                  </a:lnTo>
                  <a:lnTo>
                    <a:pt x="1059433" y="1004316"/>
                  </a:lnTo>
                  <a:lnTo>
                    <a:pt x="1103935" y="998336"/>
                  </a:lnTo>
                  <a:lnTo>
                    <a:pt x="1143921" y="981462"/>
                  </a:lnTo>
                  <a:lnTo>
                    <a:pt x="1177798" y="955289"/>
                  </a:lnTo>
                  <a:lnTo>
                    <a:pt x="1203969" y="921412"/>
                  </a:lnTo>
                  <a:lnTo>
                    <a:pt x="1220841" y="881427"/>
                  </a:lnTo>
                  <a:lnTo>
                    <a:pt x="1226820" y="836930"/>
                  </a:lnTo>
                  <a:lnTo>
                    <a:pt x="1226820" y="167386"/>
                  </a:lnTo>
                  <a:lnTo>
                    <a:pt x="1220841" y="122884"/>
                  </a:lnTo>
                  <a:lnTo>
                    <a:pt x="1203969" y="82898"/>
                  </a:lnTo>
                  <a:lnTo>
                    <a:pt x="1177798" y="49022"/>
                  </a:lnTo>
                  <a:lnTo>
                    <a:pt x="1143921" y="22850"/>
                  </a:lnTo>
                  <a:lnTo>
                    <a:pt x="1103935" y="5978"/>
                  </a:lnTo>
                  <a:lnTo>
                    <a:pt x="105943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259573" y="3283458"/>
              <a:ext cx="1226820" cy="1004569"/>
            </a:xfrm>
            <a:custGeom>
              <a:avLst/>
              <a:gdLst/>
              <a:ahLst/>
              <a:cxnLst/>
              <a:rect l="l" t="t" r="r" b="b"/>
              <a:pathLst>
                <a:path w="1226820" h="1004570">
                  <a:moveTo>
                    <a:pt x="0" y="167386"/>
                  </a:moveTo>
                  <a:lnTo>
                    <a:pt x="5978" y="122884"/>
                  </a:lnTo>
                  <a:lnTo>
                    <a:pt x="22850" y="82898"/>
                  </a:lnTo>
                  <a:lnTo>
                    <a:pt x="49022" y="49022"/>
                  </a:lnTo>
                  <a:lnTo>
                    <a:pt x="82898" y="22850"/>
                  </a:lnTo>
                  <a:lnTo>
                    <a:pt x="122884" y="5978"/>
                  </a:lnTo>
                  <a:lnTo>
                    <a:pt x="167385" y="0"/>
                  </a:lnTo>
                  <a:lnTo>
                    <a:pt x="1059433" y="0"/>
                  </a:lnTo>
                  <a:lnTo>
                    <a:pt x="1103935" y="5978"/>
                  </a:lnTo>
                  <a:lnTo>
                    <a:pt x="1143921" y="22850"/>
                  </a:lnTo>
                  <a:lnTo>
                    <a:pt x="1177798" y="49022"/>
                  </a:lnTo>
                  <a:lnTo>
                    <a:pt x="1203969" y="82898"/>
                  </a:lnTo>
                  <a:lnTo>
                    <a:pt x="1220841" y="122884"/>
                  </a:lnTo>
                  <a:lnTo>
                    <a:pt x="1226820" y="167386"/>
                  </a:lnTo>
                  <a:lnTo>
                    <a:pt x="1226820" y="836930"/>
                  </a:lnTo>
                  <a:lnTo>
                    <a:pt x="1220841" y="881427"/>
                  </a:lnTo>
                  <a:lnTo>
                    <a:pt x="1203969" y="921412"/>
                  </a:lnTo>
                  <a:lnTo>
                    <a:pt x="1177798" y="955289"/>
                  </a:lnTo>
                  <a:lnTo>
                    <a:pt x="1143921" y="981462"/>
                  </a:lnTo>
                  <a:lnTo>
                    <a:pt x="1103935" y="998336"/>
                  </a:lnTo>
                  <a:lnTo>
                    <a:pt x="1059433" y="1004316"/>
                  </a:lnTo>
                  <a:lnTo>
                    <a:pt x="167385" y="1004316"/>
                  </a:lnTo>
                  <a:lnTo>
                    <a:pt x="122884" y="998336"/>
                  </a:lnTo>
                  <a:lnTo>
                    <a:pt x="82898" y="981462"/>
                  </a:lnTo>
                  <a:lnTo>
                    <a:pt x="49022" y="955289"/>
                  </a:lnTo>
                  <a:lnTo>
                    <a:pt x="22850" y="921412"/>
                  </a:lnTo>
                  <a:lnTo>
                    <a:pt x="5978" y="881427"/>
                  </a:lnTo>
                  <a:lnTo>
                    <a:pt x="0" y="836930"/>
                  </a:lnTo>
                  <a:lnTo>
                    <a:pt x="0" y="167386"/>
                  </a:lnTo>
                  <a:close/>
                </a:path>
              </a:pathLst>
            </a:custGeom>
            <a:ln w="25400">
              <a:solidFill>
                <a:srgbClr val="9B9B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7401559" y="3961587"/>
            <a:ext cx="9226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52525"/>
                </a:solidFill>
                <a:latin typeface="Bahnschrift"/>
                <a:cs typeface="Bahnschrift"/>
              </a:rPr>
              <a:t>Other</a:t>
            </a:r>
            <a:r>
              <a:rPr sz="1400" spc="105" dirty="0">
                <a:solidFill>
                  <a:srgbClr val="252525"/>
                </a:solidFill>
                <a:latin typeface="Bahnschrift"/>
                <a:cs typeface="Bahnschrift"/>
              </a:rPr>
              <a:t> </a:t>
            </a:r>
            <a:r>
              <a:rPr sz="1400" spc="-20" dirty="0">
                <a:solidFill>
                  <a:srgbClr val="252525"/>
                </a:solidFill>
                <a:latin typeface="Bahnschrift"/>
                <a:cs typeface="Bahnschrift"/>
              </a:rPr>
              <a:t>Apps</a:t>
            </a:r>
            <a:endParaRPr sz="1400">
              <a:latin typeface="Bahnschrift"/>
              <a:cs typeface="Bahnschrift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665719" y="3537203"/>
            <a:ext cx="340360" cy="320040"/>
          </a:xfrm>
          <a:custGeom>
            <a:avLst/>
            <a:gdLst/>
            <a:ahLst/>
            <a:cxnLst/>
            <a:rect l="l" t="t" r="r" b="b"/>
            <a:pathLst>
              <a:path w="340359" h="320039">
                <a:moveTo>
                  <a:pt x="339851" y="280035"/>
                </a:moveTo>
                <a:lnTo>
                  <a:pt x="319912" y="280035"/>
                </a:lnTo>
                <a:lnTo>
                  <a:pt x="319912" y="295529"/>
                </a:lnTo>
                <a:lnTo>
                  <a:pt x="315468" y="299974"/>
                </a:lnTo>
                <a:lnTo>
                  <a:pt x="64897" y="299974"/>
                </a:lnTo>
                <a:lnTo>
                  <a:pt x="60451" y="304546"/>
                </a:lnTo>
                <a:lnTo>
                  <a:pt x="60451" y="315595"/>
                </a:lnTo>
                <a:lnTo>
                  <a:pt x="64897" y="320040"/>
                </a:lnTo>
                <a:lnTo>
                  <a:pt x="310006" y="320040"/>
                </a:lnTo>
                <a:lnTo>
                  <a:pt x="321581" y="317678"/>
                </a:lnTo>
                <a:lnTo>
                  <a:pt x="331073" y="311245"/>
                </a:lnTo>
                <a:lnTo>
                  <a:pt x="337492" y="301716"/>
                </a:lnTo>
                <a:lnTo>
                  <a:pt x="339851" y="290068"/>
                </a:lnTo>
                <a:lnTo>
                  <a:pt x="339851" y="280035"/>
                </a:lnTo>
                <a:close/>
              </a:path>
              <a:path w="340359" h="320039">
                <a:moveTo>
                  <a:pt x="137286" y="259969"/>
                </a:moveTo>
                <a:lnTo>
                  <a:pt x="116331" y="259969"/>
                </a:lnTo>
                <a:lnTo>
                  <a:pt x="102997" y="299974"/>
                </a:lnTo>
                <a:lnTo>
                  <a:pt x="123951" y="299974"/>
                </a:lnTo>
                <a:lnTo>
                  <a:pt x="137286" y="259969"/>
                </a:lnTo>
                <a:close/>
              </a:path>
              <a:path w="340359" h="320039">
                <a:moveTo>
                  <a:pt x="339851" y="160020"/>
                </a:moveTo>
                <a:lnTo>
                  <a:pt x="319912" y="160020"/>
                </a:lnTo>
                <a:lnTo>
                  <a:pt x="319912" y="259969"/>
                </a:lnTo>
                <a:lnTo>
                  <a:pt x="200405" y="259969"/>
                </a:lnTo>
                <a:lnTo>
                  <a:pt x="200405" y="293370"/>
                </a:lnTo>
                <a:lnTo>
                  <a:pt x="201040" y="296799"/>
                </a:lnTo>
                <a:lnTo>
                  <a:pt x="202183" y="299974"/>
                </a:lnTo>
                <a:lnTo>
                  <a:pt x="224789" y="299974"/>
                </a:lnTo>
                <a:lnTo>
                  <a:pt x="220345" y="295529"/>
                </a:lnTo>
                <a:lnTo>
                  <a:pt x="220345" y="280035"/>
                </a:lnTo>
                <a:lnTo>
                  <a:pt x="339851" y="280035"/>
                </a:lnTo>
                <a:lnTo>
                  <a:pt x="339851" y="160020"/>
                </a:lnTo>
                <a:close/>
              </a:path>
              <a:path w="340359" h="320039">
                <a:moveTo>
                  <a:pt x="310006" y="0"/>
                </a:moveTo>
                <a:lnTo>
                  <a:pt x="29972" y="0"/>
                </a:lnTo>
                <a:lnTo>
                  <a:pt x="18323" y="2363"/>
                </a:lnTo>
                <a:lnTo>
                  <a:pt x="8794" y="8810"/>
                </a:lnTo>
                <a:lnTo>
                  <a:pt x="2361" y="18377"/>
                </a:lnTo>
                <a:lnTo>
                  <a:pt x="0" y="30099"/>
                </a:lnTo>
                <a:lnTo>
                  <a:pt x="0" y="229997"/>
                </a:lnTo>
                <a:lnTo>
                  <a:pt x="2361" y="241698"/>
                </a:lnTo>
                <a:lnTo>
                  <a:pt x="8794" y="251221"/>
                </a:lnTo>
                <a:lnTo>
                  <a:pt x="18323" y="257625"/>
                </a:lnTo>
                <a:lnTo>
                  <a:pt x="29972" y="259969"/>
                </a:lnTo>
                <a:lnTo>
                  <a:pt x="220345" y="259969"/>
                </a:lnTo>
                <a:lnTo>
                  <a:pt x="220345" y="240030"/>
                </a:lnTo>
                <a:lnTo>
                  <a:pt x="24383" y="240030"/>
                </a:lnTo>
                <a:lnTo>
                  <a:pt x="19938" y="235585"/>
                </a:lnTo>
                <a:lnTo>
                  <a:pt x="19938" y="219964"/>
                </a:lnTo>
                <a:lnTo>
                  <a:pt x="220345" y="219964"/>
                </a:lnTo>
                <a:lnTo>
                  <a:pt x="220345" y="200025"/>
                </a:lnTo>
                <a:lnTo>
                  <a:pt x="19938" y="200025"/>
                </a:lnTo>
                <a:lnTo>
                  <a:pt x="19938" y="24511"/>
                </a:lnTo>
                <a:lnTo>
                  <a:pt x="24383" y="20066"/>
                </a:lnTo>
                <a:lnTo>
                  <a:pt x="337832" y="20066"/>
                </a:lnTo>
                <a:lnTo>
                  <a:pt x="337492" y="18377"/>
                </a:lnTo>
                <a:lnTo>
                  <a:pt x="331073" y="8810"/>
                </a:lnTo>
                <a:lnTo>
                  <a:pt x="321581" y="2363"/>
                </a:lnTo>
                <a:lnTo>
                  <a:pt x="310006" y="0"/>
                </a:lnTo>
                <a:close/>
              </a:path>
              <a:path w="340359" h="320039">
                <a:moveTo>
                  <a:pt x="220345" y="219964"/>
                </a:moveTo>
                <a:lnTo>
                  <a:pt x="200405" y="219964"/>
                </a:lnTo>
                <a:lnTo>
                  <a:pt x="200405" y="240030"/>
                </a:lnTo>
                <a:lnTo>
                  <a:pt x="220345" y="240030"/>
                </a:lnTo>
                <a:lnTo>
                  <a:pt x="220345" y="219964"/>
                </a:lnTo>
                <a:close/>
              </a:path>
              <a:path w="340359" h="320039">
                <a:moveTo>
                  <a:pt x="313308" y="100076"/>
                </a:moveTo>
                <a:lnTo>
                  <a:pt x="230377" y="100076"/>
                </a:lnTo>
                <a:lnTo>
                  <a:pt x="218729" y="102419"/>
                </a:lnTo>
                <a:lnTo>
                  <a:pt x="209200" y="108823"/>
                </a:lnTo>
                <a:lnTo>
                  <a:pt x="202767" y="118346"/>
                </a:lnTo>
                <a:lnTo>
                  <a:pt x="200405" y="130048"/>
                </a:lnTo>
                <a:lnTo>
                  <a:pt x="200405" y="200025"/>
                </a:lnTo>
                <a:lnTo>
                  <a:pt x="220345" y="200025"/>
                </a:lnTo>
                <a:lnTo>
                  <a:pt x="220345" y="160020"/>
                </a:lnTo>
                <a:lnTo>
                  <a:pt x="339851" y="160020"/>
                </a:lnTo>
                <a:lnTo>
                  <a:pt x="339851" y="140081"/>
                </a:lnTo>
                <a:lnTo>
                  <a:pt x="220345" y="140081"/>
                </a:lnTo>
                <a:lnTo>
                  <a:pt x="220345" y="124460"/>
                </a:lnTo>
                <a:lnTo>
                  <a:pt x="224789" y="120015"/>
                </a:lnTo>
                <a:lnTo>
                  <a:pt x="339851" y="120015"/>
                </a:lnTo>
                <a:lnTo>
                  <a:pt x="339851" y="101727"/>
                </a:lnTo>
                <a:lnTo>
                  <a:pt x="319912" y="101727"/>
                </a:lnTo>
                <a:lnTo>
                  <a:pt x="316737" y="100584"/>
                </a:lnTo>
                <a:lnTo>
                  <a:pt x="313308" y="100076"/>
                </a:lnTo>
                <a:close/>
              </a:path>
              <a:path w="340359" h="320039">
                <a:moveTo>
                  <a:pt x="339851" y="120015"/>
                </a:moveTo>
                <a:lnTo>
                  <a:pt x="315468" y="120015"/>
                </a:lnTo>
                <a:lnTo>
                  <a:pt x="319912" y="124460"/>
                </a:lnTo>
                <a:lnTo>
                  <a:pt x="319912" y="140081"/>
                </a:lnTo>
                <a:lnTo>
                  <a:pt x="339851" y="140081"/>
                </a:lnTo>
                <a:lnTo>
                  <a:pt x="339851" y="120015"/>
                </a:lnTo>
                <a:close/>
              </a:path>
              <a:path w="340359" h="320039">
                <a:moveTo>
                  <a:pt x="337832" y="20066"/>
                </a:moveTo>
                <a:lnTo>
                  <a:pt x="315468" y="20066"/>
                </a:lnTo>
                <a:lnTo>
                  <a:pt x="319912" y="24511"/>
                </a:lnTo>
                <a:lnTo>
                  <a:pt x="319912" y="101727"/>
                </a:lnTo>
                <a:lnTo>
                  <a:pt x="339851" y="101727"/>
                </a:lnTo>
                <a:lnTo>
                  <a:pt x="339851" y="30099"/>
                </a:lnTo>
                <a:lnTo>
                  <a:pt x="337832" y="20066"/>
                </a:lnTo>
                <a:close/>
              </a:path>
            </a:pathLst>
          </a:custGeom>
          <a:solidFill>
            <a:srgbClr val="5F7C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966059" y="3848608"/>
            <a:ext cx="577850" cy="782320"/>
          </a:xfrm>
          <a:custGeom>
            <a:avLst/>
            <a:gdLst/>
            <a:ahLst/>
            <a:cxnLst/>
            <a:rect l="l" t="t" r="r" b="b"/>
            <a:pathLst>
              <a:path w="577850" h="782320">
                <a:moveTo>
                  <a:pt x="577291" y="0"/>
                </a:moveTo>
                <a:lnTo>
                  <a:pt x="0" y="0"/>
                </a:lnTo>
                <a:lnTo>
                  <a:pt x="0" y="43180"/>
                </a:lnTo>
                <a:lnTo>
                  <a:pt x="0" y="129540"/>
                </a:lnTo>
                <a:lnTo>
                  <a:pt x="0" y="781812"/>
                </a:lnTo>
                <a:lnTo>
                  <a:pt x="577291" y="781812"/>
                </a:lnTo>
                <a:lnTo>
                  <a:pt x="577291" y="738632"/>
                </a:lnTo>
                <a:lnTo>
                  <a:pt x="43294" y="738632"/>
                </a:lnTo>
                <a:lnTo>
                  <a:pt x="43294" y="652272"/>
                </a:lnTo>
                <a:lnTo>
                  <a:pt x="187617" y="652272"/>
                </a:lnTo>
                <a:lnTo>
                  <a:pt x="187617" y="738365"/>
                </a:lnTo>
                <a:lnTo>
                  <a:pt x="216484" y="738365"/>
                </a:lnTo>
                <a:lnTo>
                  <a:pt x="216484" y="652272"/>
                </a:lnTo>
                <a:lnTo>
                  <a:pt x="360807" y="652272"/>
                </a:lnTo>
                <a:lnTo>
                  <a:pt x="360807" y="738365"/>
                </a:lnTo>
                <a:lnTo>
                  <a:pt x="389674" y="738365"/>
                </a:lnTo>
                <a:lnTo>
                  <a:pt x="389674" y="652272"/>
                </a:lnTo>
                <a:lnTo>
                  <a:pt x="533996" y="652272"/>
                </a:lnTo>
                <a:lnTo>
                  <a:pt x="533996" y="738365"/>
                </a:lnTo>
                <a:lnTo>
                  <a:pt x="577291" y="738365"/>
                </a:lnTo>
                <a:lnTo>
                  <a:pt x="577291" y="652272"/>
                </a:lnTo>
                <a:lnTo>
                  <a:pt x="577291" y="651764"/>
                </a:lnTo>
                <a:lnTo>
                  <a:pt x="577291" y="623062"/>
                </a:lnTo>
                <a:lnTo>
                  <a:pt x="43294" y="623062"/>
                </a:lnTo>
                <a:lnTo>
                  <a:pt x="43294" y="536702"/>
                </a:lnTo>
                <a:lnTo>
                  <a:pt x="187617" y="536702"/>
                </a:lnTo>
                <a:lnTo>
                  <a:pt x="187617" y="622896"/>
                </a:lnTo>
                <a:lnTo>
                  <a:pt x="216484" y="622896"/>
                </a:lnTo>
                <a:lnTo>
                  <a:pt x="216484" y="536702"/>
                </a:lnTo>
                <a:lnTo>
                  <a:pt x="360807" y="536702"/>
                </a:lnTo>
                <a:lnTo>
                  <a:pt x="360807" y="622896"/>
                </a:lnTo>
                <a:lnTo>
                  <a:pt x="389674" y="622896"/>
                </a:lnTo>
                <a:lnTo>
                  <a:pt x="389674" y="536702"/>
                </a:lnTo>
                <a:lnTo>
                  <a:pt x="533996" y="536702"/>
                </a:lnTo>
                <a:lnTo>
                  <a:pt x="533996" y="622896"/>
                </a:lnTo>
                <a:lnTo>
                  <a:pt x="577291" y="622896"/>
                </a:lnTo>
                <a:lnTo>
                  <a:pt x="577291" y="536702"/>
                </a:lnTo>
                <a:lnTo>
                  <a:pt x="577291" y="536295"/>
                </a:lnTo>
                <a:lnTo>
                  <a:pt x="577291" y="507492"/>
                </a:lnTo>
                <a:lnTo>
                  <a:pt x="43294" y="507492"/>
                </a:lnTo>
                <a:lnTo>
                  <a:pt x="43294" y="421132"/>
                </a:lnTo>
                <a:lnTo>
                  <a:pt x="187617" y="421132"/>
                </a:lnTo>
                <a:lnTo>
                  <a:pt x="187617" y="507428"/>
                </a:lnTo>
                <a:lnTo>
                  <a:pt x="216484" y="507428"/>
                </a:lnTo>
                <a:lnTo>
                  <a:pt x="216484" y="421132"/>
                </a:lnTo>
                <a:lnTo>
                  <a:pt x="360807" y="421132"/>
                </a:lnTo>
                <a:lnTo>
                  <a:pt x="360807" y="507428"/>
                </a:lnTo>
                <a:lnTo>
                  <a:pt x="389674" y="507428"/>
                </a:lnTo>
                <a:lnTo>
                  <a:pt x="389674" y="421132"/>
                </a:lnTo>
                <a:lnTo>
                  <a:pt x="533996" y="421132"/>
                </a:lnTo>
                <a:lnTo>
                  <a:pt x="533996" y="507428"/>
                </a:lnTo>
                <a:lnTo>
                  <a:pt x="577291" y="507428"/>
                </a:lnTo>
                <a:lnTo>
                  <a:pt x="577291" y="360680"/>
                </a:lnTo>
                <a:lnTo>
                  <a:pt x="43294" y="360680"/>
                </a:lnTo>
                <a:lnTo>
                  <a:pt x="43294" y="274320"/>
                </a:lnTo>
                <a:lnTo>
                  <a:pt x="187617" y="274320"/>
                </a:lnTo>
                <a:lnTo>
                  <a:pt x="187617" y="360413"/>
                </a:lnTo>
                <a:lnTo>
                  <a:pt x="216484" y="360413"/>
                </a:lnTo>
                <a:lnTo>
                  <a:pt x="216484" y="274320"/>
                </a:lnTo>
                <a:lnTo>
                  <a:pt x="360807" y="274320"/>
                </a:lnTo>
                <a:lnTo>
                  <a:pt x="360807" y="360413"/>
                </a:lnTo>
                <a:lnTo>
                  <a:pt x="389674" y="360413"/>
                </a:lnTo>
                <a:lnTo>
                  <a:pt x="389674" y="274320"/>
                </a:lnTo>
                <a:lnTo>
                  <a:pt x="533996" y="274320"/>
                </a:lnTo>
                <a:lnTo>
                  <a:pt x="533996" y="360413"/>
                </a:lnTo>
                <a:lnTo>
                  <a:pt x="577291" y="360413"/>
                </a:lnTo>
                <a:lnTo>
                  <a:pt x="577291" y="274320"/>
                </a:lnTo>
                <a:lnTo>
                  <a:pt x="577291" y="273812"/>
                </a:lnTo>
                <a:lnTo>
                  <a:pt x="577291" y="245110"/>
                </a:lnTo>
                <a:lnTo>
                  <a:pt x="43294" y="245110"/>
                </a:lnTo>
                <a:lnTo>
                  <a:pt x="43294" y="158750"/>
                </a:lnTo>
                <a:lnTo>
                  <a:pt x="187617" y="158750"/>
                </a:lnTo>
                <a:lnTo>
                  <a:pt x="187617" y="244944"/>
                </a:lnTo>
                <a:lnTo>
                  <a:pt x="216484" y="244944"/>
                </a:lnTo>
                <a:lnTo>
                  <a:pt x="216484" y="158750"/>
                </a:lnTo>
                <a:lnTo>
                  <a:pt x="360807" y="158750"/>
                </a:lnTo>
                <a:lnTo>
                  <a:pt x="360807" y="244944"/>
                </a:lnTo>
                <a:lnTo>
                  <a:pt x="389674" y="244944"/>
                </a:lnTo>
                <a:lnTo>
                  <a:pt x="389674" y="158750"/>
                </a:lnTo>
                <a:lnTo>
                  <a:pt x="533996" y="158750"/>
                </a:lnTo>
                <a:lnTo>
                  <a:pt x="533996" y="244944"/>
                </a:lnTo>
                <a:lnTo>
                  <a:pt x="577291" y="244944"/>
                </a:lnTo>
                <a:lnTo>
                  <a:pt x="577291" y="158750"/>
                </a:lnTo>
                <a:lnTo>
                  <a:pt x="577291" y="158343"/>
                </a:lnTo>
                <a:lnTo>
                  <a:pt x="577291" y="129540"/>
                </a:lnTo>
                <a:lnTo>
                  <a:pt x="43294" y="129540"/>
                </a:lnTo>
                <a:lnTo>
                  <a:pt x="43294" y="43180"/>
                </a:lnTo>
                <a:lnTo>
                  <a:pt x="187617" y="43180"/>
                </a:lnTo>
                <a:lnTo>
                  <a:pt x="187617" y="129476"/>
                </a:lnTo>
                <a:lnTo>
                  <a:pt x="216484" y="129476"/>
                </a:lnTo>
                <a:lnTo>
                  <a:pt x="216484" y="43180"/>
                </a:lnTo>
                <a:lnTo>
                  <a:pt x="360807" y="43180"/>
                </a:lnTo>
                <a:lnTo>
                  <a:pt x="360807" y="129476"/>
                </a:lnTo>
                <a:lnTo>
                  <a:pt x="389674" y="129489"/>
                </a:lnTo>
                <a:lnTo>
                  <a:pt x="389674" y="43180"/>
                </a:lnTo>
                <a:lnTo>
                  <a:pt x="533996" y="43180"/>
                </a:lnTo>
                <a:lnTo>
                  <a:pt x="533996" y="129489"/>
                </a:lnTo>
                <a:lnTo>
                  <a:pt x="577291" y="129489"/>
                </a:lnTo>
                <a:lnTo>
                  <a:pt x="577291" y="43180"/>
                </a:lnTo>
                <a:lnTo>
                  <a:pt x="577291" y="42887"/>
                </a:lnTo>
                <a:lnTo>
                  <a:pt x="577291" y="0"/>
                </a:lnTo>
                <a:close/>
              </a:path>
            </a:pathLst>
          </a:custGeom>
          <a:solidFill>
            <a:srgbClr val="66BE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3819626" y="3866222"/>
            <a:ext cx="1113790" cy="764540"/>
          </a:xfrm>
          <a:custGeom>
            <a:avLst/>
            <a:gdLst/>
            <a:ahLst/>
            <a:cxnLst/>
            <a:rect l="l" t="t" r="r" b="b"/>
            <a:pathLst>
              <a:path w="1113789" h="764539">
                <a:moveTo>
                  <a:pt x="216954" y="634149"/>
                </a:moveTo>
                <a:lnTo>
                  <a:pt x="188036" y="634149"/>
                </a:lnTo>
                <a:lnTo>
                  <a:pt x="188036" y="720750"/>
                </a:lnTo>
                <a:lnTo>
                  <a:pt x="216954" y="720750"/>
                </a:lnTo>
                <a:lnTo>
                  <a:pt x="216954" y="634149"/>
                </a:lnTo>
                <a:close/>
              </a:path>
              <a:path w="1113789" h="764539">
                <a:moveTo>
                  <a:pt x="216954" y="518680"/>
                </a:moveTo>
                <a:lnTo>
                  <a:pt x="188036" y="518680"/>
                </a:lnTo>
                <a:lnTo>
                  <a:pt x="188036" y="605282"/>
                </a:lnTo>
                <a:lnTo>
                  <a:pt x="216954" y="605282"/>
                </a:lnTo>
                <a:lnTo>
                  <a:pt x="216954" y="518680"/>
                </a:lnTo>
                <a:close/>
              </a:path>
              <a:path w="1113789" h="764539">
                <a:moveTo>
                  <a:pt x="216954" y="159016"/>
                </a:moveTo>
                <a:lnTo>
                  <a:pt x="188036" y="159016"/>
                </a:lnTo>
                <a:lnTo>
                  <a:pt x="188036" y="245618"/>
                </a:lnTo>
                <a:lnTo>
                  <a:pt x="216954" y="245618"/>
                </a:lnTo>
                <a:lnTo>
                  <a:pt x="216954" y="159016"/>
                </a:lnTo>
                <a:close/>
              </a:path>
              <a:path w="1113789" h="764539">
                <a:moveTo>
                  <a:pt x="216954" y="43561"/>
                </a:moveTo>
                <a:lnTo>
                  <a:pt x="188036" y="43561"/>
                </a:lnTo>
                <a:lnTo>
                  <a:pt x="188036" y="130149"/>
                </a:lnTo>
                <a:lnTo>
                  <a:pt x="216954" y="130149"/>
                </a:lnTo>
                <a:lnTo>
                  <a:pt x="216954" y="43561"/>
                </a:lnTo>
                <a:close/>
              </a:path>
              <a:path w="1113789" h="764539">
                <a:moveTo>
                  <a:pt x="390525" y="634149"/>
                </a:moveTo>
                <a:lnTo>
                  <a:pt x="361594" y="634149"/>
                </a:lnTo>
                <a:lnTo>
                  <a:pt x="361594" y="720750"/>
                </a:lnTo>
                <a:lnTo>
                  <a:pt x="390525" y="720750"/>
                </a:lnTo>
                <a:lnTo>
                  <a:pt x="390525" y="634149"/>
                </a:lnTo>
                <a:close/>
              </a:path>
              <a:path w="1113789" h="764539">
                <a:moveTo>
                  <a:pt x="390525" y="518680"/>
                </a:moveTo>
                <a:lnTo>
                  <a:pt x="361594" y="518680"/>
                </a:lnTo>
                <a:lnTo>
                  <a:pt x="361594" y="605282"/>
                </a:lnTo>
                <a:lnTo>
                  <a:pt x="390525" y="605282"/>
                </a:lnTo>
                <a:lnTo>
                  <a:pt x="390525" y="518680"/>
                </a:lnTo>
                <a:close/>
              </a:path>
              <a:path w="1113789" h="764539">
                <a:moveTo>
                  <a:pt x="390525" y="159016"/>
                </a:moveTo>
                <a:lnTo>
                  <a:pt x="361594" y="159016"/>
                </a:lnTo>
                <a:lnTo>
                  <a:pt x="361594" y="245618"/>
                </a:lnTo>
                <a:lnTo>
                  <a:pt x="390525" y="245618"/>
                </a:lnTo>
                <a:lnTo>
                  <a:pt x="390525" y="159016"/>
                </a:lnTo>
                <a:close/>
              </a:path>
              <a:path w="1113789" h="764539">
                <a:moveTo>
                  <a:pt x="390525" y="43561"/>
                </a:moveTo>
                <a:lnTo>
                  <a:pt x="361594" y="43561"/>
                </a:lnTo>
                <a:lnTo>
                  <a:pt x="361594" y="130149"/>
                </a:lnTo>
                <a:lnTo>
                  <a:pt x="390525" y="130162"/>
                </a:lnTo>
                <a:lnTo>
                  <a:pt x="390525" y="43561"/>
                </a:lnTo>
                <a:close/>
              </a:path>
              <a:path w="1113789" h="764539">
                <a:moveTo>
                  <a:pt x="1113612" y="673"/>
                </a:moveTo>
                <a:lnTo>
                  <a:pt x="578548" y="673"/>
                </a:lnTo>
                <a:lnTo>
                  <a:pt x="578548" y="0"/>
                </a:lnTo>
                <a:lnTo>
                  <a:pt x="536321" y="0"/>
                </a:lnTo>
                <a:lnTo>
                  <a:pt x="536321" y="43129"/>
                </a:lnTo>
                <a:lnTo>
                  <a:pt x="536321" y="43561"/>
                </a:lnTo>
                <a:lnTo>
                  <a:pt x="535152" y="43561"/>
                </a:lnTo>
                <a:lnTo>
                  <a:pt x="535152" y="130162"/>
                </a:lnTo>
                <a:lnTo>
                  <a:pt x="536321" y="130162"/>
                </a:lnTo>
                <a:lnTo>
                  <a:pt x="536321" y="130670"/>
                </a:lnTo>
                <a:lnTo>
                  <a:pt x="536321" y="158584"/>
                </a:lnTo>
                <a:lnTo>
                  <a:pt x="536321" y="159016"/>
                </a:lnTo>
                <a:lnTo>
                  <a:pt x="535152" y="159016"/>
                </a:lnTo>
                <a:lnTo>
                  <a:pt x="535152" y="245618"/>
                </a:lnTo>
                <a:lnTo>
                  <a:pt x="536321" y="245618"/>
                </a:lnTo>
                <a:lnTo>
                  <a:pt x="536321" y="245783"/>
                </a:lnTo>
                <a:lnTo>
                  <a:pt x="536321" y="518680"/>
                </a:lnTo>
                <a:lnTo>
                  <a:pt x="535152" y="518680"/>
                </a:lnTo>
                <a:lnTo>
                  <a:pt x="535152" y="605282"/>
                </a:lnTo>
                <a:lnTo>
                  <a:pt x="536321" y="605282"/>
                </a:lnTo>
                <a:lnTo>
                  <a:pt x="536321" y="605447"/>
                </a:lnTo>
                <a:lnTo>
                  <a:pt x="536321" y="605777"/>
                </a:lnTo>
                <a:lnTo>
                  <a:pt x="536321" y="633691"/>
                </a:lnTo>
                <a:lnTo>
                  <a:pt x="536321" y="634149"/>
                </a:lnTo>
                <a:lnTo>
                  <a:pt x="535152" y="634149"/>
                </a:lnTo>
                <a:lnTo>
                  <a:pt x="535152" y="720750"/>
                </a:lnTo>
                <a:lnTo>
                  <a:pt x="536321" y="720750"/>
                </a:lnTo>
                <a:lnTo>
                  <a:pt x="536321" y="721017"/>
                </a:lnTo>
                <a:lnTo>
                  <a:pt x="536321" y="721220"/>
                </a:lnTo>
                <a:lnTo>
                  <a:pt x="43395" y="721220"/>
                </a:lnTo>
                <a:lnTo>
                  <a:pt x="43395" y="633691"/>
                </a:lnTo>
                <a:lnTo>
                  <a:pt x="536321" y="633691"/>
                </a:lnTo>
                <a:lnTo>
                  <a:pt x="536321" y="605777"/>
                </a:lnTo>
                <a:lnTo>
                  <a:pt x="43395" y="605777"/>
                </a:lnTo>
                <a:lnTo>
                  <a:pt x="43395" y="518248"/>
                </a:lnTo>
                <a:lnTo>
                  <a:pt x="536321" y="518248"/>
                </a:lnTo>
                <a:lnTo>
                  <a:pt x="536321" y="490334"/>
                </a:lnTo>
                <a:lnTo>
                  <a:pt x="43395" y="490334"/>
                </a:lnTo>
                <a:lnTo>
                  <a:pt x="43395" y="404698"/>
                </a:lnTo>
                <a:lnTo>
                  <a:pt x="188036" y="404698"/>
                </a:lnTo>
                <a:lnTo>
                  <a:pt x="188036" y="489813"/>
                </a:lnTo>
                <a:lnTo>
                  <a:pt x="216954" y="489813"/>
                </a:lnTo>
                <a:lnTo>
                  <a:pt x="216954" y="404698"/>
                </a:lnTo>
                <a:lnTo>
                  <a:pt x="361594" y="404698"/>
                </a:lnTo>
                <a:lnTo>
                  <a:pt x="361594" y="489813"/>
                </a:lnTo>
                <a:lnTo>
                  <a:pt x="390525" y="489813"/>
                </a:lnTo>
                <a:lnTo>
                  <a:pt x="390525" y="404698"/>
                </a:lnTo>
                <a:lnTo>
                  <a:pt x="535152" y="404698"/>
                </a:lnTo>
                <a:lnTo>
                  <a:pt x="535152" y="489813"/>
                </a:lnTo>
                <a:lnTo>
                  <a:pt x="536321" y="489813"/>
                </a:lnTo>
                <a:lnTo>
                  <a:pt x="536321" y="274485"/>
                </a:lnTo>
                <a:lnTo>
                  <a:pt x="535152" y="274485"/>
                </a:lnTo>
                <a:lnTo>
                  <a:pt x="535152" y="359664"/>
                </a:lnTo>
                <a:lnTo>
                  <a:pt x="390525" y="359664"/>
                </a:lnTo>
                <a:lnTo>
                  <a:pt x="390525" y="274485"/>
                </a:lnTo>
                <a:lnTo>
                  <a:pt x="361594" y="274485"/>
                </a:lnTo>
                <a:lnTo>
                  <a:pt x="361594" y="359664"/>
                </a:lnTo>
                <a:lnTo>
                  <a:pt x="216954" y="359664"/>
                </a:lnTo>
                <a:lnTo>
                  <a:pt x="216954" y="274485"/>
                </a:lnTo>
                <a:lnTo>
                  <a:pt x="188036" y="274485"/>
                </a:lnTo>
                <a:lnTo>
                  <a:pt x="188036" y="359664"/>
                </a:lnTo>
                <a:lnTo>
                  <a:pt x="43395" y="359664"/>
                </a:lnTo>
                <a:lnTo>
                  <a:pt x="43395" y="274027"/>
                </a:lnTo>
                <a:lnTo>
                  <a:pt x="536321" y="274027"/>
                </a:lnTo>
                <a:lnTo>
                  <a:pt x="536321" y="246113"/>
                </a:lnTo>
                <a:lnTo>
                  <a:pt x="43395" y="246113"/>
                </a:lnTo>
                <a:lnTo>
                  <a:pt x="43395" y="158584"/>
                </a:lnTo>
                <a:lnTo>
                  <a:pt x="536321" y="158584"/>
                </a:lnTo>
                <a:lnTo>
                  <a:pt x="536321" y="130670"/>
                </a:lnTo>
                <a:lnTo>
                  <a:pt x="43395" y="130670"/>
                </a:lnTo>
                <a:lnTo>
                  <a:pt x="43395" y="43129"/>
                </a:lnTo>
                <a:lnTo>
                  <a:pt x="536321" y="43129"/>
                </a:lnTo>
                <a:lnTo>
                  <a:pt x="536321" y="0"/>
                </a:lnTo>
                <a:lnTo>
                  <a:pt x="0" y="0"/>
                </a:lnTo>
                <a:lnTo>
                  <a:pt x="0" y="43129"/>
                </a:lnTo>
                <a:lnTo>
                  <a:pt x="0" y="130670"/>
                </a:lnTo>
                <a:lnTo>
                  <a:pt x="0" y="764362"/>
                </a:lnTo>
                <a:lnTo>
                  <a:pt x="578548" y="764362"/>
                </a:lnTo>
                <a:lnTo>
                  <a:pt x="578548" y="764197"/>
                </a:lnTo>
                <a:lnTo>
                  <a:pt x="1113612" y="764197"/>
                </a:lnTo>
                <a:lnTo>
                  <a:pt x="1113612" y="721017"/>
                </a:lnTo>
                <a:lnTo>
                  <a:pt x="579615" y="721017"/>
                </a:lnTo>
                <a:lnTo>
                  <a:pt x="579615" y="634657"/>
                </a:lnTo>
                <a:lnTo>
                  <a:pt x="723938" y="634657"/>
                </a:lnTo>
                <a:lnTo>
                  <a:pt x="723938" y="720750"/>
                </a:lnTo>
                <a:lnTo>
                  <a:pt x="752805" y="720750"/>
                </a:lnTo>
                <a:lnTo>
                  <a:pt x="752805" y="634657"/>
                </a:lnTo>
                <a:lnTo>
                  <a:pt x="897128" y="634657"/>
                </a:lnTo>
                <a:lnTo>
                  <a:pt x="897128" y="720750"/>
                </a:lnTo>
                <a:lnTo>
                  <a:pt x="925995" y="720750"/>
                </a:lnTo>
                <a:lnTo>
                  <a:pt x="925995" y="634657"/>
                </a:lnTo>
                <a:lnTo>
                  <a:pt x="1070317" y="634657"/>
                </a:lnTo>
                <a:lnTo>
                  <a:pt x="1070317" y="720750"/>
                </a:lnTo>
                <a:lnTo>
                  <a:pt x="1113612" y="720750"/>
                </a:lnTo>
                <a:lnTo>
                  <a:pt x="1113612" y="634657"/>
                </a:lnTo>
                <a:lnTo>
                  <a:pt x="1113612" y="634149"/>
                </a:lnTo>
                <a:lnTo>
                  <a:pt x="1113612" y="605447"/>
                </a:lnTo>
                <a:lnTo>
                  <a:pt x="579615" y="605447"/>
                </a:lnTo>
                <a:lnTo>
                  <a:pt x="579615" y="519087"/>
                </a:lnTo>
                <a:lnTo>
                  <a:pt x="723938" y="519087"/>
                </a:lnTo>
                <a:lnTo>
                  <a:pt x="723938" y="605282"/>
                </a:lnTo>
                <a:lnTo>
                  <a:pt x="752805" y="605282"/>
                </a:lnTo>
                <a:lnTo>
                  <a:pt x="752805" y="519087"/>
                </a:lnTo>
                <a:lnTo>
                  <a:pt x="897128" y="519087"/>
                </a:lnTo>
                <a:lnTo>
                  <a:pt x="897128" y="605282"/>
                </a:lnTo>
                <a:lnTo>
                  <a:pt x="925995" y="605282"/>
                </a:lnTo>
                <a:lnTo>
                  <a:pt x="925995" y="519087"/>
                </a:lnTo>
                <a:lnTo>
                  <a:pt x="1070317" y="519087"/>
                </a:lnTo>
                <a:lnTo>
                  <a:pt x="1070317" y="605282"/>
                </a:lnTo>
                <a:lnTo>
                  <a:pt x="1113612" y="605282"/>
                </a:lnTo>
                <a:lnTo>
                  <a:pt x="1113612" y="519087"/>
                </a:lnTo>
                <a:lnTo>
                  <a:pt x="1113612" y="518680"/>
                </a:lnTo>
                <a:lnTo>
                  <a:pt x="1113612" y="489877"/>
                </a:lnTo>
                <a:lnTo>
                  <a:pt x="579615" y="489877"/>
                </a:lnTo>
                <a:lnTo>
                  <a:pt x="579615" y="404533"/>
                </a:lnTo>
                <a:lnTo>
                  <a:pt x="723938" y="404533"/>
                </a:lnTo>
                <a:lnTo>
                  <a:pt x="723938" y="489813"/>
                </a:lnTo>
                <a:lnTo>
                  <a:pt x="752805" y="489813"/>
                </a:lnTo>
                <a:lnTo>
                  <a:pt x="752805" y="404533"/>
                </a:lnTo>
                <a:lnTo>
                  <a:pt x="897128" y="404533"/>
                </a:lnTo>
                <a:lnTo>
                  <a:pt x="897128" y="489813"/>
                </a:lnTo>
                <a:lnTo>
                  <a:pt x="925995" y="489813"/>
                </a:lnTo>
                <a:lnTo>
                  <a:pt x="925995" y="404533"/>
                </a:lnTo>
                <a:lnTo>
                  <a:pt x="1070317" y="404533"/>
                </a:lnTo>
                <a:lnTo>
                  <a:pt x="1070317" y="489813"/>
                </a:lnTo>
                <a:lnTo>
                  <a:pt x="1113612" y="489813"/>
                </a:lnTo>
                <a:lnTo>
                  <a:pt x="1113612" y="245783"/>
                </a:lnTo>
                <a:lnTo>
                  <a:pt x="1070317" y="245783"/>
                </a:lnTo>
                <a:lnTo>
                  <a:pt x="1070317" y="274993"/>
                </a:lnTo>
                <a:lnTo>
                  <a:pt x="1070317" y="360337"/>
                </a:lnTo>
                <a:lnTo>
                  <a:pt x="925995" y="360337"/>
                </a:lnTo>
                <a:lnTo>
                  <a:pt x="925995" y="274993"/>
                </a:lnTo>
                <a:lnTo>
                  <a:pt x="1070317" y="274993"/>
                </a:lnTo>
                <a:lnTo>
                  <a:pt x="1070317" y="245783"/>
                </a:lnTo>
                <a:lnTo>
                  <a:pt x="897128" y="245783"/>
                </a:lnTo>
                <a:lnTo>
                  <a:pt x="897128" y="274993"/>
                </a:lnTo>
                <a:lnTo>
                  <a:pt x="897128" y="360337"/>
                </a:lnTo>
                <a:lnTo>
                  <a:pt x="752805" y="360337"/>
                </a:lnTo>
                <a:lnTo>
                  <a:pt x="752805" y="274993"/>
                </a:lnTo>
                <a:lnTo>
                  <a:pt x="897128" y="274993"/>
                </a:lnTo>
                <a:lnTo>
                  <a:pt x="897128" y="245783"/>
                </a:lnTo>
                <a:lnTo>
                  <a:pt x="723938" y="245783"/>
                </a:lnTo>
                <a:lnTo>
                  <a:pt x="723938" y="274993"/>
                </a:lnTo>
                <a:lnTo>
                  <a:pt x="723938" y="360337"/>
                </a:lnTo>
                <a:lnTo>
                  <a:pt x="579615" y="360337"/>
                </a:lnTo>
                <a:lnTo>
                  <a:pt x="579615" y="274993"/>
                </a:lnTo>
                <a:lnTo>
                  <a:pt x="723938" y="274993"/>
                </a:lnTo>
                <a:lnTo>
                  <a:pt x="723938" y="245783"/>
                </a:lnTo>
                <a:lnTo>
                  <a:pt x="579615" y="245783"/>
                </a:lnTo>
                <a:lnTo>
                  <a:pt x="579615" y="159423"/>
                </a:lnTo>
                <a:lnTo>
                  <a:pt x="723938" y="159423"/>
                </a:lnTo>
                <a:lnTo>
                  <a:pt x="723938" y="245618"/>
                </a:lnTo>
                <a:lnTo>
                  <a:pt x="752805" y="245618"/>
                </a:lnTo>
                <a:lnTo>
                  <a:pt x="752805" y="159423"/>
                </a:lnTo>
                <a:lnTo>
                  <a:pt x="897128" y="159423"/>
                </a:lnTo>
                <a:lnTo>
                  <a:pt x="897128" y="245618"/>
                </a:lnTo>
                <a:lnTo>
                  <a:pt x="925995" y="245618"/>
                </a:lnTo>
                <a:lnTo>
                  <a:pt x="925995" y="159423"/>
                </a:lnTo>
                <a:lnTo>
                  <a:pt x="1070317" y="159423"/>
                </a:lnTo>
                <a:lnTo>
                  <a:pt x="1070317" y="245618"/>
                </a:lnTo>
                <a:lnTo>
                  <a:pt x="1113612" y="245618"/>
                </a:lnTo>
                <a:lnTo>
                  <a:pt x="1113612" y="159423"/>
                </a:lnTo>
                <a:lnTo>
                  <a:pt x="1113612" y="159016"/>
                </a:lnTo>
                <a:lnTo>
                  <a:pt x="1113612" y="130213"/>
                </a:lnTo>
                <a:lnTo>
                  <a:pt x="579615" y="130213"/>
                </a:lnTo>
                <a:lnTo>
                  <a:pt x="579615" y="43853"/>
                </a:lnTo>
                <a:lnTo>
                  <a:pt x="723938" y="43853"/>
                </a:lnTo>
                <a:lnTo>
                  <a:pt x="723938" y="130149"/>
                </a:lnTo>
                <a:lnTo>
                  <a:pt x="752805" y="130149"/>
                </a:lnTo>
                <a:lnTo>
                  <a:pt x="752805" y="43853"/>
                </a:lnTo>
                <a:lnTo>
                  <a:pt x="897128" y="43853"/>
                </a:lnTo>
                <a:lnTo>
                  <a:pt x="897128" y="130149"/>
                </a:lnTo>
                <a:lnTo>
                  <a:pt x="925995" y="130162"/>
                </a:lnTo>
                <a:lnTo>
                  <a:pt x="925995" y="43853"/>
                </a:lnTo>
                <a:lnTo>
                  <a:pt x="1070317" y="43853"/>
                </a:lnTo>
                <a:lnTo>
                  <a:pt x="1070317" y="130162"/>
                </a:lnTo>
                <a:lnTo>
                  <a:pt x="1113612" y="130162"/>
                </a:lnTo>
                <a:lnTo>
                  <a:pt x="1113612" y="43853"/>
                </a:lnTo>
                <a:lnTo>
                  <a:pt x="1113612" y="43561"/>
                </a:lnTo>
                <a:lnTo>
                  <a:pt x="1113612" y="673"/>
                </a:lnTo>
                <a:close/>
              </a:path>
            </a:pathLst>
          </a:custGeom>
          <a:solidFill>
            <a:srgbClr val="66BE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7548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Streams</a:t>
            </a:r>
          </a:p>
        </p:txBody>
      </p:sp>
      <p:sp>
        <p:nvSpPr>
          <p:cNvPr id="3" name="object 3"/>
          <p:cNvSpPr/>
          <p:nvPr/>
        </p:nvSpPr>
        <p:spPr>
          <a:xfrm>
            <a:off x="3970477" y="1195603"/>
            <a:ext cx="1209040" cy="1639570"/>
          </a:xfrm>
          <a:custGeom>
            <a:avLst/>
            <a:gdLst/>
            <a:ahLst/>
            <a:cxnLst/>
            <a:rect l="l" t="t" r="r" b="b"/>
            <a:pathLst>
              <a:path w="1209039" h="1639570">
                <a:moveTo>
                  <a:pt x="1208786" y="1121244"/>
                </a:moveTo>
                <a:lnTo>
                  <a:pt x="1192745" y="1160716"/>
                </a:lnTo>
                <a:lnTo>
                  <a:pt x="1147114" y="1197013"/>
                </a:lnTo>
                <a:lnTo>
                  <a:pt x="1079271" y="1227620"/>
                </a:lnTo>
                <a:lnTo>
                  <a:pt x="1079271" y="1423441"/>
                </a:lnTo>
                <a:lnTo>
                  <a:pt x="1076172" y="1441119"/>
                </a:lnTo>
                <a:lnTo>
                  <a:pt x="1067396" y="1454746"/>
                </a:lnTo>
                <a:lnTo>
                  <a:pt x="1053769" y="1463509"/>
                </a:lnTo>
                <a:lnTo>
                  <a:pt x="1036104" y="1466621"/>
                </a:lnTo>
                <a:lnTo>
                  <a:pt x="1018425" y="1463509"/>
                </a:lnTo>
                <a:lnTo>
                  <a:pt x="1004798" y="1454746"/>
                </a:lnTo>
                <a:lnTo>
                  <a:pt x="996035" y="1441119"/>
                </a:lnTo>
                <a:lnTo>
                  <a:pt x="992936" y="1423441"/>
                </a:lnTo>
                <a:lnTo>
                  <a:pt x="996035" y="1405775"/>
                </a:lnTo>
                <a:lnTo>
                  <a:pt x="1004798" y="1392148"/>
                </a:lnTo>
                <a:lnTo>
                  <a:pt x="1018425" y="1383372"/>
                </a:lnTo>
                <a:lnTo>
                  <a:pt x="1036104" y="1380274"/>
                </a:lnTo>
                <a:lnTo>
                  <a:pt x="1053769" y="1383372"/>
                </a:lnTo>
                <a:lnTo>
                  <a:pt x="1067396" y="1392148"/>
                </a:lnTo>
                <a:lnTo>
                  <a:pt x="1076172" y="1405775"/>
                </a:lnTo>
                <a:lnTo>
                  <a:pt x="1079271" y="1423441"/>
                </a:lnTo>
                <a:lnTo>
                  <a:pt x="1079271" y="1227620"/>
                </a:lnTo>
                <a:lnTo>
                  <a:pt x="1031240" y="1243203"/>
                </a:lnTo>
                <a:lnTo>
                  <a:pt x="981824" y="1255864"/>
                </a:lnTo>
                <a:lnTo>
                  <a:pt x="927785" y="1266952"/>
                </a:lnTo>
                <a:lnTo>
                  <a:pt x="869581" y="1276311"/>
                </a:lnTo>
                <a:lnTo>
                  <a:pt x="807681" y="1283817"/>
                </a:lnTo>
                <a:lnTo>
                  <a:pt x="742543" y="1289354"/>
                </a:lnTo>
                <a:lnTo>
                  <a:pt x="674624" y="1292758"/>
                </a:lnTo>
                <a:lnTo>
                  <a:pt x="604393" y="1293926"/>
                </a:lnTo>
                <a:lnTo>
                  <a:pt x="534162" y="1292758"/>
                </a:lnTo>
                <a:lnTo>
                  <a:pt x="466242" y="1289354"/>
                </a:lnTo>
                <a:lnTo>
                  <a:pt x="401104" y="1283817"/>
                </a:lnTo>
                <a:lnTo>
                  <a:pt x="339204" y="1276311"/>
                </a:lnTo>
                <a:lnTo>
                  <a:pt x="281000" y="1266952"/>
                </a:lnTo>
                <a:lnTo>
                  <a:pt x="226961" y="1255864"/>
                </a:lnTo>
                <a:lnTo>
                  <a:pt x="177546" y="1243203"/>
                </a:lnTo>
                <a:lnTo>
                  <a:pt x="133210" y="1229080"/>
                </a:lnTo>
                <a:lnTo>
                  <a:pt x="94437" y="1213637"/>
                </a:lnTo>
                <a:lnTo>
                  <a:pt x="35382" y="1179322"/>
                </a:lnTo>
                <a:lnTo>
                  <a:pt x="4089" y="1141310"/>
                </a:lnTo>
                <a:lnTo>
                  <a:pt x="0" y="1121244"/>
                </a:lnTo>
                <a:lnTo>
                  <a:pt x="0" y="1466621"/>
                </a:lnTo>
                <a:lnTo>
                  <a:pt x="16040" y="1506093"/>
                </a:lnTo>
                <a:lnTo>
                  <a:pt x="61671" y="1542389"/>
                </a:lnTo>
                <a:lnTo>
                  <a:pt x="133210" y="1574457"/>
                </a:lnTo>
                <a:lnTo>
                  <a:pt x="177546" y="1588579"/>
                </a:lnTo>
                <a:lnTo>
                  <a:pt x="226961" y="1601241"/>
                </a:lnTo>
                <a:lnTo>
                  <a:pt x="281000" y="1612328"/>
                </a:lnTo>
                <a:lnTo>
                  <a:pt x="339204" y="1621688"/>
                </a:lnTo>
                <a:lnTo>
                  <a:pt x="401104" y="1629194"/>
                </a:lnTo>
                <a:lnTo>
                  <a:pt x="466242" y="1634731"/>
                </a:lnTo>
                <a:lnTo>
                  <a:pt x="534162" y="1638134"/>
                </a:lnTo>
                <a:lnTo>
                  <a:pt x="604393" y="1639303"/>
                </a:lnTo>
                <a:lnTo>
                  <a:pt x="674624" y="1638134"/>
                </a:lnTo>
                <a:lnTo>
                  <a:pt x="742543" y="1634731"/>
                </a:lnTo>
                <a:lnTo>
                  <a:pt x="807681" y="1629194"/>
                </a:lnTo>
                <a:lnTo>
                  <a:pt x="869581" y="1621688"/>
                </a:lnTo>
                <a:lnTo>
                  <a:pt x="927785" y="1612328"/>
                </a:lnTo>
                <a:lnTo>
                  <a:pt x="981824" y="1601241"/>
                </a:lnTo>
                <a:lnTo>
                  <a:pt x="1031240" y="1588579"/>
                </a:lnTo>
                <a:lnTo>
                  <a:pt x="1075575" y="1574457"/>
                </a:lnTo>
                <a:lnTo>
                  <a:pt x="1114348" y="1559026"/>
                </a:lnTo>
                <a:lnTo>
                  <a:pt x="1173403" y="1524698"/>
                </a:lnTo>
                <a:lnTo>
                  <a:pt x="1204696" y="1486687"/>
                </a:lnTo>
                <a:lnTo>
                  <a:pt x="1208786" y="1466621"/>
                </a:lnTo>
                <a:lnTo>
                  <a:pt x="1208786" y="1380274"/>
                </a:lnTo>
                <a:lnTo>
                  <a:pt x="1208786" y="1293926"/>
                </a:lnTo>
                <a:lnTo>
                  <a:pt x="1208786" y="1121244"/>
                </a:lnTo>
                <a:close/>
              </a:path>
              <a:path w="1209039" h="1639570">
                <a:moveTo>
                  <a:pt x="1208786" y="689521"/>
                </a:moveTo>
                <a:lnTo>
                  <a:pt x="1192745" y="728992"/>
                </a:lnTo>
                <a:lnTo>
                  <a:pt x="1147114" y="765289"/>
                </a:lnTo>
                <a:lnTo>
                  <a:pt x="1079271" y="795896"/>
                </a:lnTo>
                <a:lnTo>
                  <a:pt x="1079271" y="991730"/>
                </a:lnTo>
                <a:lnTo>
                  <a:pt x="1076172" y="1009396"/>
                </a:lnTo>
                <a:lnTo>
                  <a:pt x="1067396" y="1023023"/>
                </a:lnTo>
                <a:lnTo>
                  <a:pt x="1053769" y="1031798"/>
                </a:lnTo>
                <a:lnTo>
                  <a:pt x="1036104" y="1034897"/>
                </a:lnTo>
                <a:lnTo>
                  <a:pt x="1018425" y="1031798"/>
                </a:lnTo>
                <a:lnTo>
                  <a:pt x="1004798" y="1023023"/>
                </a:lnTo>
                <a:lnTo>
                  <a:pt x="996035" y="1009396"/>
                </a:lnTo>
                <a:lnTo>
                  <a:pt x="992936" y="991730"/>
                </a:lnTo>
                <a:lnTo>
                  <a:pt x="996035" y="974051"/>
                </a:lnTo>
                <a:lnTo>
                  <a:pt x="1004798" y="960424"/>
                </a:lnTo>
                <a:lnTo>
                  <a:pt x="1018425" y="951661"/>
                </a:lnTo>
                <a:lnTo>
                  <a:pt x="1036104" y="948550"/>
                </a:lnTo>
                <a:lnTo>
                  <a:pt x="1053769" y="951661"/>
                </a:lnTo>
                <a:lnTo>
                  <a:pt x="1067396" y="960424"/>
                </a:lnTo>
                <a:lnTo>
                  <a:pt x="1076172" y="974051"/>
                </a:lnTo>
                <a:lnTo>
                  <a:pt x="1079271" y="991730"/>
                </a:lnTo>
                <a:lnTo>
                  <a:pt x="1079271" y="795896"/>
                </a:lnTo>
                <a:lnTo>
                  <a:pt x="1031240" y="811479"/>
                </a:lnTo>
                <a:lnTo>
                  <a:pt x="981824" y="824141"/>
                </a:lnTo>
                <a:lnTo>
                  <a:pt x="927785" y="835228"/>
                </a:lnTo>
                <a:lnTo>
                  <a:pt x="869581" y="844588"/>
                </a:lnTo>
                <a:lnTo>
                  <a:pt x="807681" y="852093"/>
                </a:lnTo>
                <a:lnTo>
                  <a:pt x="742543" y="857631"/>
                </a:lnTo>
                <a:lnTo>
                  <a:pt x="674624" y="861034"/>
                </a:lnTo>
                <a:lnTo>
                  <a:pt x="604393" y="862203"/>
                </a:lnTo>
                <a:lnTo>
                  <a:pt x="534162" y="861034"/>
                </a:lnTo>
                <a:lnTo>
                  <a:pt x="466242" y="857631"/>
                </a:lnTo>
                <a:lnTo>
                  <a:pt x="401104" y="852093"/>
                </a:lnTo>
                <a:lnTo>
                  <a:pt x="339204" y="844588"/>
                </a:lnTo>
                <a:lnTo>
                  <a:pt x="281000" y="835228"/>
                </a:lnTo>
                <a:lnTo>
                  <a:pt x="226961" y="824141"/>
                </a:lnTo>
                <a:lnTo>
                  <a:pt x="177546" y="811479"/>
                </a:lnTo>
                <a:lnTo>
                  <a:pt x="133210" y="797356"/>
                </a:lnTo>
                <a:lnTo>
                  <a:pt x="94437" y="781926"/>
                </a:lnTo>
                <a:lnTo>
                  <a:pt x="35382" y="747598"/>
                </a:lnTo>
                <a:lnTo>
                  <a:pt x="4089" y="709587"/>
                </a:lnTo>
                <a:lnTo>
                  <a:pt x="0" y="689521"/>
                </a:lnTo>
                <a:lnTo>
                  <a:pt x="0" y="1034897"/>
                </a:lnTo>
                <a:lnTo>
                  <a:pt x="16040" y="1074369"/>
                </a:lnTo>
                <a:lnTo>
                  <a:pt x="61671" y="1110665"/>
                </a:lnTo>
                <a:lnTo>
                  <a:pt x="133210" y="1142733"/>
                </a:lnTo>
                <a:lnTo>
                  <a:pt x="177546" y="1156855"/>
                </a:lnTo>
                <a:lnTo>
                  <a:pt x="226961" y="1169517"/>
                </a:lnTo>
                <a:lnTo>
                  <a:pt x="281000" y="1180604"/>
                </a:lnTo>
                <a:lnTo>
                  <a:pt x="339204" y="1189964"/>
                </a:lnTo>
                <a:lnTo>
                  <a:pt x="401104" y="1197470"/>
                </a:lnTo>
                <a:lnTo>
                  <a:pt x="466242" y="1203007"/>
                </a:lnTo>
                <a:lnTo>
                  <a:pt x="534162" y="1206423"/>
                </a:lnTo>
                <a:lnTo>
                  <a:pt x="604393" y="1207592"/>
                </a:lnTo>
                <a:lnTo>
                  <a:pt x="674624" y="1206423"/>
                </a:lnTo>
                <a:lnTo>
                  <a:pt x="742543" y="1203007"/>
                </a:lnTo>
                <a:lnTo>
                  <a:pt x="807681" y="1197470"/>
                </a:lnTo>
                <a:lnTo>
                  <a:pt x="869581" y="1189964"/>
                </a:lnTo>
                <a:lnTo>
                  <a:pt x="927785" y="1180604"/>
                </a:lnTo>
                <a:lnTo>
                  <a:pt x="981824" y="1169517"/>
                </a:lnTo>
                <a:lnTo>
                  <a:pt x="1031240" y="1156855"/>
                </a:lnTo>
                <a:lnTo>
                  <a:pt x="1075575" y="1142733"/>
                </a:lnTo>
                <a:lnTo>
                  <a:pt x="1114348" y="1127302"/>
                </a:lnTo>
                <a:lnTo>
                  <a:pt x="1173403" y="1092987"/>
                </a:lnTo>
                <a:lnTo>
                  <a:pt x="1204696" y="1054963"/>
                </a:lnTo>
                <a:lnTo>
                  <a:pt x="1208786" y="1034897"/>
                </a:lnTo>
                <a:lnTo>
                  <a:pt x="1208786" y="948550"/>
                </a:lnTo>
                <a:lnTo>
                  <a:pt x="1208786" y="862203"/>
                </a:lnTo>
                <a:lnTo>
                  <a:pt x="1208786" y="689521"/>
                </a:lnTo>
                <a:close/>
              </a:path>
              <a:path w="1209039" h="1639570">
                <a:moveTo>
                  <a:pt x="1208786" y="257797"/>
                </a:moveTo>
                <a:lnTo>
                  <a:pt x="1192745" y="297268"/>
                </a:lnTo>
                <a:lnTo>
                  <a:pt x="1147114" y="333565"/>
                </a:lnTo>
                <a:lnTo>
                  <a:pt x="1079271" y="364185"/>
                </a:lnTo>
                <a:lnTo>
                  <a:pt x="1079271" y="560006"/>
                </a:lnTo>
                <a:lnTo>
                  <a:pt x="1076172" y="577672"/>
                </a:lnTo>
                <a:lnTo>
                  <a:pt x="1067396" y="591299"/>
                </a:lnTo>
                <a:lnTo>
                  <a:pt x="1053769" y="600075"/>
                </a:lnTo>
                <a:lnTo>
                  <a:pt x="1036104" y="603173"/>
                </a:lnTo>
                <a:lnTo>
                  <a:pt x="1018425" y="600075"/>
                </a:lnTo>
                <a:lnTo>
                  <a:pt x="1004798" y="591299"/>
                </a:lnTo>
                <a:lnTo>
                  <a:pt x="996035" y="577672"/>
                </a:lnTo>
                <a:lnTo>
                  <a:pt x="992924" y="560006"/>
                </a:lnTo>
                <a:lnTo>
                  <a:pt x="996035" y="542328"/>
                </a:lnTo>
                <a:lnTo>
                  <a:pt x="1004798" y="528701"/>
                </a:lnTo>
                <a:lnTo>
                  <a:pt x="1018425" y="519938"/>
                </a:lnTo>
                <a:lnTo>
                  <a:pt x="1036104" y="516826"/>
                </a:lnTo>
                <a:lnTo>
                  <a:pt x="1053769" y="519938"/>
                </a:lnTo>
                <a:lnTo>
                  <a:pt x="1067396" y="528701"/>
                </a:lnTo>
                <a:lnTo>
                  <a:pt x="1076172" y="542328"/>
                </a:lnTo>
                <a:lnTo>
                  <a:pt x="1079271" y="560006"/>
                </a:lnTo>
                <a:lnTo>
                  <a:pt x="1079271" y="364185"/>
                </a:lnTo>
                <a:lnTo>
                  <a:pt x="1031240" y="379755"/>
                </a:lnTo>
                <a:lnTo>
                  <a:pt x="981824" y="392430"/>
                </a:lnTo>
                <a:lnTo>
                  <a:pt x="927785" y="403504"/>
                </a:lnTo>
                <a:lnTo>
                  <a:pt x="869581" y="412864"/>
                </a:lnTo>
                <a:lnTo>
                  <a:pt x="807681" y="420370"/>
                </a:lnTo>
                <a:lnTo>
                  <a:pt x="742543" y="425907"/>
                </a:lnTo>
                <a:lnTo>
                  <a:pt x="674624" y="429323"/>
                </a:lnTo>
                <a:lnTo>
                  <a:pt x="604393" y="430491"/>
                </a:lnTo>
                <a:lnTo>
                  <a:pt x="534162" y="429323"/>
                </a:lnTo>
                <a:lnTo>
                  <a:pt x="466242" y="425907"/>
                </a:lnTo>
                <a:lnTo>
                  <a:pt x="401104" y="420370"/>
                </a:lnTo>
                <a:lnTo>
                  <a:pt x="339204" y="412864"/>
                </a:lnTo>
                <a:lnTo>
                  <a:pt x="281000" y="403504"/>
                </a:lnTo>
                <a:lnTo>
                  <a:pt x="226961" y="392430"/>
                </a:lnTo>
                <a:lnTo>
                  <a:pt x="177546" y="379755"/>
                </a:lnTo>
                <a:lnTo>
                  <a:pt x="133210" y="365645"/>
                </a:lnTo>
                <a:lnTo>
                  <a:pt x="94437" y="350202"/>
                </a:lnTo>
                <a:lnTo>
                  <a:pt x="35382" y="315887"/>
                </a:lnTo>
                <a:lnTo>
                  <a:pt x="4089" y="277863"/>
                </a:lnTo>
                <a:lnTo>
                  <a:pt x="0" y="257797"/>
                </a:lnTo>
                <a:lnTo>
                  <a:pt x="0" y="603173"/>
                </a:lnTo>
                <a:lnTo>
                  <a:pt x="16040" y="642645"/>
                </a:lnTo>
                <a:lnTo>
                  <a:pt x="61671" y="678942"/>
                </a:lnTo>
                <a:lnTo>
                  <a:pt x="133210" y="711022"/>
                </a:lnTo>
                <a:lnTo>
                  <a:pt x="177546" y="725131"/>
                </a:lnTo>
                <a:lnTo>
                  <a:pt x="226961" y="737806"/>
                </a:lnTo>
                <a:lnTo>
                  <a:pt x="281000" y="748880"/>
                </a:lnTo>
                <a:lnTo>
                  <a:pt x="339204" y="758240"/>
                </a:lnTo>
                <a:lnTo>
                  <a:pt x="401104" y="765759"/>
                </a:lnTo>
                <a:lnTo>
                  <a:pt x="466242" y="771283"/>
                </a:lnTo>
                <a:lnTo>
                  <a:pt x="534162" y="774700"/>
                </a:lnTo>
                <a:lnTo>
                  <a:pt x="604393" y="775868"/>
                </a:lnTo>
                <a:lnTo>
                  <a:pt x="674624" y="774700"/>
                </a:lnTo>
                <a:lnTo>
                  <a:pt x="742543" y="771283"/>
                </a:lnTo>
                <a:lnTo>
                  <a:pt x="807681" y="765759"/>
                </a:lnTo>
                <a:lnTo>
                  <a:pt x="869581" y="758240"/>
                </a:lnTo>
                <a:lnTo>
                  <a:pt x="927785" y="748880"/>
                </a:lnTo>
                <a:lnTo>
                  <a:pt x="981824" y="737806"/>
                </a:lnTo>
                <a:lnTo>
                  <a:pt x="1031240" y="725131"/>
                </a:lnTo>
                <a:lnTo>
                  <a:pt x="1075575" y="711022"/>
                </a:lnTo>
                <a:lnTo>
                  <a:pt x="1114348" y="695579"/>
                </a:lnTo>
                <a:lnTo>
                  <a:pt x="1173403" y="661263"/>
                </a:lnTo>
                <a:lnTo>
                  <a:pt x="1204696" y="623239"/>
                </a:lnTo>
                <a:lnTo>
                  <a:pt x="1208786" y="603173"/>
                </a:lnTo>
                <a:lnTo>
                  <a:pt x="1208786" y="516826"/>
                </a:lnTo>
                <a:lnTo>
                  <a:pt x="1208786" y="430491"/>
                </a:lnTo>
                <a:lnTo>
                  <a:pt x="1208786" y="257797"/>
                </a:lnTo>
                <a:close/>
              </a:path>
              <a:path w="1209039" h="1639570">
                <a:moveTo>
                  <a:pt x="1208786" y="171450"/>
                </a:moveTo>
                <a:lnTo>
                  <a:pt x="1192822" y="131864"/>
                </a:lnTo>
                <a:lnTo>
                  <a:pt x="1147356" y="95516"/>
                </a:lnTo>
                <a:lnTo>
                  <a:pt x="1076007" y="63474"/>
                </a:lnTo>
                <a:lnTo>
                  <a:pt x="1031760" y="49377"/>
                </a:lnTo>
                <a:lnTo>
                  <a:pt x="982408" y="36741"/>
                </a:lnTo>
                <a:lnTo>
                  <a:pt x="928408" y="25704"/>
                </a:lnTo>
                <a:lnTo>
                  <a:pt x="808228" y="8890"/>
                </a:lnTo>
                <a:lnTo>
                  <a:pt x="674878" y="0"/>
                </a:lnTo>
                <a:lnTo>
                  <a:pt x="533908" y="0"/>
                </a:lnTo>
                <a:lnTo>
                  <a:pt x="400558" y="8890"/>
                </a:lnTo>
                <a:lnTo>
                  <a:pt x="280390" y="25704"/>
                </a:lnTo>
                <a:lnTo>
                  <a:pt x="226377" y="36741"/>
                </a:lnTo>
                <a:lnTo>
                  <a:pt x="177025" y="49377"/>
                </a:lnTo>
                <a:lnTo>
                  <a:pt x="132778" y="63474"/>
                </a:lnTo>
                <a:lnTo>
                  <a:pt x="94107" y="78892"/>
                </a:lnTo>
                <a:lnTo>
                  <a:pt x="35242" y="113220"/>
                </a:lnTo>
                <a:lnTo>
                  <a:pt x="4064" y="151320"/>
                </a:lnTo>
                <a:lnTo>
                  <a:pt x="0" y="171450"/>
                </a:lnTo>
                <a:lnTo>
                  <a:pt x="4064" y="191592"/>
                </a:lnTo>
                <a:lnTo>
                  <a:pt x="35242" y="229692"/>
                </a:lnTo>
                <a:lnTo>
                  <a:pt x="94107" y="264033"/>
                </a:lnTo>
                <a:lnTo>
                  <a:pt x="132778" y="279463"/>
                </a:lnTo>
                <a:lnTo>
                  <a:pt x="177025" y="293560"/>
                </a:lnTo>
                <a:lnTo>
                  <a:pt x="226377" y="306209"/>
                </a:lnTo>
                <a:lnTo>
                  <a:pt x="280390" y="317258"/>
                </a:lnTo>
                <a:lnTo>
                  <a:pt x="400558" y="334073"/>
                </a:lnTo>
                <a:lnTo>
                  <a:pt x="533908" y="342976"/>
                </a:lnTo>
                <a:lnTo>
                  <a:pt x="674878" y="342976"/>
                </a:lnTo>
                <a:lnTo>
                  <a:pt x="808228" y="334073"/>
                </a:lnTo>
                <a:lnTo>
                  <a:pt x="928408" y="317258"/>
                </a:lnTo>
                <a:lnTo>
                  <a:pt x="982408" y="306209"/>
                </a:lnTo>
                <a:lnTo>
                  <a:pt x="1031760" y="293560"/>
                </a:lnTo>
                <a:lnTo>
                  <a:pt x="1076007" y="279463"/>
                </a:lnTo>
                <a:lnTo>
                  <a:pt x="1114691" y="264033"/>
                </a:lnTo>
                <a:lnTo>
                  <a:pt x="1173543" y="229692"/>
                </a:lnTo>
                <a:lnTo>
                  <a:pt x="1204722" y="191592"/>
                </a:lnTo>
                <a:lnTo>
                  <a:pt x="1208786" y="171450"/>
                </a:lnTo>
                <a:close/>
              </a:path>
            </a:pathLst>
          </a:custGeom>
          <a:solidFill>
            <a:srgbClr val="006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336" y="3741420"/>
            <a:ext cx="1776222" cy="56464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48741" y="3796080"/>
            <a:ext cx="14655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scources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950717" y="2964433"/>
            <a:ext cx="635000" cy="825500"/>
            <a:chOff x="2950717" y="2964433"/>
            <a:chExt cx="635000" cy="825500"/>
          </a:xfrm>
        </p:grpSpPr>
        <p:sp>
          <p:nvSpPr>
            <p:cNvPr id="7" name="object 7"/>
            <p:cNvSpPr/>
            <p:nvPr/>
          </p:nvSpPr>
          <p:spPr>
            <a:xfrm>
              <a:off x="2963417" y="2977133"/>
              <a:ext cx="609600" cy="800100"/>
            </a:xfrm>
            <a:custGeom>
              <a:avLst/>
              <a:gdLst/>
              <a:ahLst/>
              <a:cxnLst/>
              <a:rect l="l" t="t" r="r" b="b"/>
              <a:pathLst>
                <a:path w="609600" h="800100">
                  <a:moveTo>
                    <a:pt x="507999" y="0"/>
                  </a:moveTo>
                  <a:lnTo>
                    <a:pt x="101600" y="0"/>
                  </a:lnTo>
                  <a:lnTo>
                    <a:pt x="62043" y="7981"/>
                  </a:lnTo>
                  <a:lnTo>
                    <a:pt x="29749" y="29749"/>
                  </a:lnTo>
                  <a:lnTo>
                    <a:pt x="7981" y="62043"/>
                  </a:lnTo>
                  <a:lnTo>
                    <a:pt x="0" y="101600"/>
                  </a:lnTo>
                  <a:lnTo>
                    <a:pt x="0" y="698500"/>
                  </a:lnTo>
                  <a:lnTo>
                    <a:pt x="7981" y="738056"/>
                  </a:lnTo>
                  <a:lnTo>
                    <a:pt x="29749" y="770350"/>
                  </a:lnTo>
                  <a:lnTo>
                    <a:pt x="62043" y="792118"/>
                  </a:lnTo>
                  <a:lnTo>
                    <a:pt x="101600" y="800100"/>
                  </a:lnTo>
                  <a:lnTo>
                    <a:pt x="507999" y="800100"/>
                  </a:lnTo>
                  <a:lnTo>
                    <a:pt x="547556" y="792118"/>
                  </a:lnTo>
                  <a:lnTo>
                    <a:pt x="579850" y="770350"/>
                  </a:lnTo>
                  <a:lnTo>
                    <a:pt x="601618" y="738056"/>
                  </a:lnTo>
                  <a:lnTo>
                    <a:pt x="609599" y="698500"/>
                  </a:lnTo>
                  <a:lnTo>
                    <a:pt x="609599" y="101600"/>
                  </a:lnTo>
                  <a:lnTo>
                    <a:pt x="601618" y="62043"/>
                  </a:lnTo>
                  <a:lnTo>
                    <a:pt x="579850" y="29749"/>
                  </a:lnTo>
                  <a:lnTo>
                    <a:pt x="547556" y="7981"/>
                  </a:lnTo>
                  <a:lnTo>
                    <a:pt x="507999" y="0"/>
                  </a:lnTo>
                  <a:close/>
                </a:path>
              </a:pathLst>
            </a:custGeom>
            <a:solidFill>
              <a:srgbClr val="9B9B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63417" y="2977133"/>
              <a:ext cx="609600" cy="800100"/>
            </a:xfrm>
            <a:custGeom>
              <a:avLst/>
              <a:gdLst/>
              <a:ahLst/>
              <a:cxnLst/>
              <a:rect l="l" t="t" r="r" b="b"/>
              <a:pathLst>
                <a:path w="609600" h="80010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507999" y="0"/>
                  </a:lnTo>
                  <a:lnTo>
                    <a:pt x="547556" y="7981"/>
                  </a:lnTo>
                  <a:lnTo>
                    <a:pt x="579850" y="29749"/>
                  </a:lnTo>
                  <a:lnTo>
                    <a:pt x="601618" y="62043"/>
                  </a:lnTo>
                  <a:lnTo>
                    <a:pt x="609599" y="101600"/>
                  </a:lnTo>
                  <a:lnTo>
                    <a:pt x="609599" y="698500"/>
                  </a:lnTo>
                  <a:lnTo>
                    <a:pt x="601618" y="738056"/>
                  </a:lnTo>
                  <a:lnTo>
                    <a:pt x="579850" y="770350"/>
                  </a:lnTo>
                  <a:lnTo>
                    <a:pt x="547556" y="792118"/>
                  </a:lnTo>
                  <a:lnTo>
                    <a:pt x="507999" y="800100"/>
                  </a:lnTo>
                  <a:lnTo>
                    <a:pt x="101600" y="800100"/>
                  </a:lnTo>
                  <a:lnTo>
                    <a:pt x="62043" y="792118"/>
                  </a:lnTo>
                  <a:lnTo>
                    <a:pt x="29749" y="770350"/>
                  </a:lnTo>
                  <a:lnTo>
                    <a:pt x="7981" y="738056"/>
                  </a:lnTo>
                  <a:lnTo>
                    <a:pt x="0" y="698500"/>
                  </a:lnTo>
                  <a:lnTo>
                    <a:pt x="0" y="101600"/>
                  </a:lnTo>
                  <a:close/>
                </a:path>
              </a:pathLst>
            </a:custGeom>
            <a:ln w="25400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14400" y="2039111"/>
            <a:ext cx="1943100" cy="1737360"/>
            <a:chOff x="914400" y="2039111"/>
            <a:chExt cx="1943100" cy="173736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2039111"/>
              <a:ext cx="751332" cy="17373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6108" y="2935211"/>
              <a:ext cx="1231392" cy="5608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4241" y="2964433"/>
              <a:ext cx="1137920" cy="46418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674241" y="2964433"/>
              <a:ext cx="1137920" cy="464184"/>
            </a:xfrm>
            <a:custGeom>
              <a:avLst/>
              <a:gdLst/>
              <a:ahLst/>
              <a:cxnLst/>
              <a:rect l="l" t="t" r="r" b="b"/>
              <a:pathLst>
                <a:path w="1137920" h="464185">
                  <a:moveTo>
                    <a:pt x="36956" y="0"/>
                  </a:moveTo>
                  <a:lnTo>
                    <a:pt x="1008507" y="242443"/>
                  </a:lnTo>
                  <a:lnTo>
                    <a:pt x="1026921" y="168529"/>
                  </a:lnTo>
                  <a:lnTo>
                    <a:pt x="1137920" y="353187"/>
                  </a:lnTo>
                  <a:lnTo>
                    <a:pt x="953134" y="464185"/>
                  </a:lnTo>
                  <a:lnTo>
                    <a:pt x="971550" y="390271"/>
                  </a:lnTo>
                  <a:lnTo>
                    <a:pt x="0" y="147828"/>
                  </a:lnTo>
                  <a:lnTo>
                    <a:pt x="36956" y="0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081020" y="3149854"/>
            <a:ext cx="3740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5080" indent="-3175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Bahnschrift"/>
                <a:cs typeface="Bahnschrift"/>
              </a:rPr>
              <a:t>Raw </a:t>
            </a:r>
            <a:r>
              <a:rPr sz="1400" spc="-20" dirty="0">
                <a:solidFill>
                  <a:srgbClr val="FFFFFF"/>
                </a:solidFill>
                <a:latin typeface="Bahnschrift"/>
                <a:cs typeface="Bahnschrift"/>
              </a:rPr>
              <a:t>data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721861" y="2964433"/>
            <a:ext cx="1319530" cy="825500"/>
            <a:chOff x="3721861" y="2964433"/>
            <a:chExt cx="1319530" cy="825500"/>
          </a:xfrm>
        </p:grpSpPr>
        <p:sp>
          <p:nvSpPr>
            <p:cNvPr id="16" name="object 16"/>
            <p:cNvSpPr/>
            <p:nvPr/>
          </p:nvSpPr>
          <p:spPr>
            <a:xfrm>
              <a:off x="3734561" y="2977133"/>
              <a:ext cx="1294130" cy="800100"/>
            </a:xfrm>
            <a:custGeom>
              <a:avLst/>
              <a:gdLst/>
              <a:ahLst/>
              <a:cxnLst/>
              <a:rect l="l" t="t" r="r" b="b"/>
              <a:pathLst>
                <a:path w="1294129" h="800100">
                  <a:moveTo>
                    <a:pt x="1160526" y="0"/>
                  </a:moveTo>
                  <a:lnTo>
                    <a:pt x="133350" y="0"/>
                  </a:ln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0" y="666750"/>
                  </a:lnTo>
                  <a:lnTo>
                    <a:pt x="6797" y="708903"/>
                  </a:lnTo>
                  <a:lnTo>
                    <a:pt x="25725" y="745510"/>
                  </a:lnTo>
                  <a:lnTo>
                    <a:pt x="54589" y="774374"/>
                  </a:lnTo>
                  <a:lnTo>
                    <a:pt x="91196" y="793302"/>
                  </a:lnTo>
                  <a:lnTo>
                    <a:pt x="133350" y="800100"/>
                  </a:lnTo>
                  <a:lnTo>
                    <a:pt x="1160526" y="800100"/>
                  </a:lnTo>
                  <a:lnTo>
                    <a:pt x="1202679" y="793302"/>
                  </a:lnTo>
                  <a:lnTo>
                    <a:pt x="1239286" y="774374"/>
                  </a:lnTo>
                  <a:lnTo>
                    <a:pt x="1268150" y="745510"/>
                  </a:lnTo>
                  <a:lnTo>
                    <a:pt x="1287078" y="708903"/>
                  </a:lnTo>
                  <a:lnTo>
                    <a:pt x="1293876" y="666750"/>
                  </a:lnTo>
                  <a:lnTo>
                    <a:pt x="1293876" y="133350"/>
                  </a:lnTo>
                  <a:lnTo>
                    <a:pt x="1287078" y="91196"/>
                  </a:lnTo>
                  <a:lnTo>
                    <a:pt x="1268150" y="54589"/>
                  </a:lnTo>
                  <a:lnTo>
                    <a:pt x="1239286" y="25725"/>
                  </a:lnTo>
                  <a:lnTo>
                    <a:pt x="1202679" y="6797"/>
                  </a:lnTo>
                  <a:lnTo>
                    <a:pt x="1160526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34561" y="2977133"/>
              <a:ext cx="1294130" cy="800100"/>
            </a:xfrm>
            <a:custGeom>
              <a:avLst/>
              <a:gdLst/>
              <a:ahLst/>
              <a:cxnLst/>
              <a:rect l="l" t="t" r="r" b="b"/>
              <a:pathLst>
                <a:path w="1294129" h="800100">
                  <a:moveTo>
                    <a:pt x="0" y="133350"/>
                  </a:moveTo>
                  <a:lnTo>
                    <a:pt x="6797" y="91196"/>
                  </a:lnTo>
                  <a:lnTo>
                    <a:pt x="25725" y="54589"/>
                  </a:lnTo>
                  <a:lnTo>
                    <a:pt x="54589" y="25725"/>
                  </a:lnTo>
                  <a:lnTo>
                    <a:pt x="91196" y="6797"/>
                  </a:lnTo>
                  <a:lnTo>
                    <a:pt x="133350" y="0"/>
                  </a:lnTo>
                  <a:lnTo>
                    <a:pt x="1160526" y="0"/>
                  </a:lnTo>
                  <a:lnTo>
                    <a:pt x="1202679" y="6797"/>
                  </a:lnTo>
                  <a:lnTo>
                    <a:pt x="1239286" y="25725"/>
                  </a:lnTo>
                  <a:lnTo>
                    <a:pt x="1268150" y="54589"/>
                  </a:lnTo>
                  <a:lnTo>
                    <a:pt x="1287078" y="91196"/>
                  </a:lnTo>
                  <a:lnTo>
                    <a:pt x="1293876" y="133350"/>
                  </a:lnTo>
                  <a:lnTo>
                    <a:pt x="1293876" y="666750"/>
                  </a:lnTo>
                  <a:lnTo>
                    <a:pt x="1287078" y="708903"/>
                  </a:lnTo>
                  <a:lnTo>
                    <a:pt x="1268150" y="745510"/>
                  </a:lnTo>
                  <a:lnTo>
                    <a:pt x="1239286" y="774374"/>
                  </a:lnTo>
                  <a:lnTo>
                    <a:pt x="1202679" y="793302"/>
                  </a:lnTo>
                  <a:lnTo>
                    <a:pt x="1160526" y="800100"/>
                  </a:lnTo>
                  <a:lnTo>
                    <a:pt x="133350" y="800100"/>
                  </a:lnTo>
                  <a:lnTo>
                    <a:pt x="91196" y="793302"/>
                  </a:lnTo>
                  <a:lnTo>
                    <a:pt x="54589" y="774374"/>
                  </a:lnTo>
                  <a:lnTo>
                    <a:pt x="25725" y="745510"/>
                  </a:lnTo>
                  <a:lnTo>
                    <a:pt x="6797" y="708903"/>
                  </a:lnTo>
                  <a:lnTo>
                    <a:pt x="0" y="666750"/>
                  </a:lnTo>
                  <a:lnTo>
                    <a:pt x="0" y="133350"/>
                  </a:lnTo>
                  <a:close/>
                </a:path>
              </a:pathLst>
            </a:custGeom>
            <a:ln w="25400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936872" y="3149854"/>
            <a:ext cx="8890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9554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Bahnschrift"/>
                <a:cs typeface="Bahnschrift"/>
              </a:rPr>
              <a:t>Data </a:t>
            </a:r>
            <a:r>
              <a:rPr sz="1400" spc="-10" dirty="0">
                <a:solidFill>
                  <a:srgbClr val="FFFFFF"/>
                </a:solidFill>
                <a:latin typeface="Bahnschrift"/>
                <a:cs typeface="Bahnschrift"/>
              </a:rPr>
              <a:t>integration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177282" y="2967482"/>
            <a:ext cx="1320800" cy="827405"/>
            <a:chOff x="5177282" y="2967482"/>
            <a:chExt cx="1320800" cy="827405"/>
          </a:xfrm>
        </p:grpSpPr>
        <p:sp>
          <p:nvSpPr>
            <p:cNvPr id="20" name="object 20"/>
            <p:cNvSpPr/>
            <p:nvPr/>
          </p:nvSpPr>
          <p:spPr>
            <a:xfrm>
              <a:off x="5189982" y="2980182"/>
              <a:ext cx="1295400" cy="802005"/>
            </a:xfrm>
            <a:custGeom>
              <a:avLst/>
              <a:gdLst/>
              <a:ahLst/>
              <a:cxnLst/>
              <a:rect l="l" t="t" r="r" b="b"/>
              <a:pathLst>
                <a:path w="1295400" h="802004">
                  <a:moveTo>
                    <a:pt x="1161795" y="0"/>
                  </a:moveTo>
                  <a:lnTo>
                    <a:pt x="133603" y="0"/>
                  </a:lnTo>
                  <a:lnTo>
                    <a:pt x="91374" y="6811"/>
                  </a:lnTo>
                  <a:lnTo>
                    <a:pt x="54699" y="25777"/>
                  </a:lnTo>
                  <a:lnTo>
                    <a:pt x="25777" y="54699"/>
                  </a:lnTo>
                  <a:lnTo>
                    <a:pt x="6811" y="91374"/>
                  </a:lnTo>
                  <a:lnTo>
                    <a:pt x="0" y="133604"/>
                  </a:lnTo>
                  <a:lnTo>
                    <a:pt x="0" y="668020"/>
                  </a:lnTo>
                  <a:lnTo>
                    <a:pt x="6811" y="710249"/>
                  </a:lnTo>
                  <a:lnTo>
                    <a:pt x="25777" y="746924"/>
                  </a:lnTo>
                  <a:lnTo>
                    <a:pt x="54699" y="775846"/>
                  </a:lnTo>
                  <a:lnTo>
                    <a:pt x="91374" y="794812"/>
                  </a:lnTo>
                  <a:lnTo>
                    <a:pt x="133603" y="801624"/>
                  </a:lnTo>
                  <a:lnTo>
                    <a:pt x="1161795" y="801624"/>
                  </a:lnTo>
                  <a:lnTo>
                    <a:pt x="1204025" y="794812"/>
                  </a:lnTo>
                  <a:lnTo>
                    <a:pt x="1240700" y="775846"/>
                  </a:lnTo>
                  <a:lnTo>
                    <a:pt x="1269622" y="746924"/>
                  </a:lnTo>
                  <a:lnTo>
                    <a:pt x="1288588" y="710249"/>
                  </a:lnTo>
                  <a:lnTo>
                    <a:pt x="1295400" y="668020"/>
                  </a:lnTo>
                  <a:lnTo>
                    <a:pt x="1295400" y="133604"/>
                  </a:lnTo>
                  <a:lnTo>
                    <a:pt x="1288588" y="91374"/>
                  </a:lnTo>
                  <a:lnTo>
                    <a:pt x="1269622" y="54699"/>
                  </a:lnTo>
                  <a:lnTo>
                    <a:pt x="1240700" y="25777"/>
                  </a:lnTo>
                  <a:lnTo>
                    <a:pt x="1204025" y="6811"/>
                  </a:lnTo>
                  <a:lnTo>
                    <a:pt x="1161795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89982" y="2980182"/>
              <a:ext cx="1295400" cy="802005"/>
            </a:xfrm>
            <a:custGeom>
              <a:avLst/>
              <a:gdLst/>
              <a:ahLst/>
              <a:cxnLst/>
              <a:rect l="l" t="t" r="r" b="b"/>
              <a:pathLst>
                <a:path w="1295400" h="802004">
                  <a:moveTo>
                    <a:pt x="0" y="133604"/>
                  </a:moveTo>
                  <a:lnTo>
                    <a:pt x="6811" y="91374"/>
                  </a:lnTo>
                  <a:lnTo>
                    <a:pt x="25777" y="54699"/>
                  </a:lnTo>
                  <a:lnTo>
                    <a:pt x="54699" y="25777"/>
                  </a:lnTo>
                  <a:lnTo>
                    <a:pt x="91374" y="6811"/>
                  </a:lnTo>
                  <a:lnTo>
                    <a:pt x="133603" y="0"/>
                  </a:lnTo>
                  <a:lnTo>
                    <a:pt x="1161795" y="0"/>
                  </a:lnTo>
                  <a:lnTo>
                    <a:pt x="1204025" y="6811"/>
                  </a:lnTo>
                  <a:lnTo>
                    <a:pt x="1240700" y="25777"/>
                  </a:lnTo>
                  <a:lnTo>
                    <a:pt x="1269622" y="54699"/>
                  </a:lnTo>
                  <a:lnTo>
                    <a:pt x="1288588" y="91374"/>
                  </a:lnTo>
                  <a:lnTo>
                    <a:pt x="1295400" y="133604"/>
                  </a:lnTo>
                  <a:lnTo>
                    <a:pt x="1295400" y="668020"/>
                  </a:lnTo>
                  <a:lnTo>
                    <a:pt x="1288588" y="710249"/>
                  </a:lnTo>
                  <a:lnTo>
                    <a:pt x="1269622" y="746924"/>
                  </a:lnTo>
                  <a:lnTo>
                    <a:pt x="1240700" y="775846"/>
                  </a:lnTo>
                  <a:lnTo>
                    <a:pt x="1204025" y="794812"/>
                  </a:lnTo>
                  <a:lnTo>
                    <a:pt x="1161795" y="801624"/>
                  </a:lnTo>
                  <a:lnTo>
                    <a:pt x="133603" y="801624"/>
                  </a:lnTo>
                  <a:lnTo>
                    <a:pt x="91374" y="794812"/>
                  </a:lnTo>
                  <a:lnTo>
                    <a:pt x="54699" y="775846"/>
                  </a:lnTo>
                  <a:lnTo>
                    <a:pt x="25777" y="746924"/>
                  </a:lnTo>
                  <a:lnTo>
                    <a:pt x="6811" y="710249"/>
                  </a:lnTo>
                  <a:lnTo>
                    <a:pt x="0" y="668020"/>
                  </a:lnTo>
                  <a:lnTo>
                    <a:pt x="0" y="133604"/>
                  </a:lnTo>
                  <a:close/>
                </a:path>
              </a:pathLst>
            </a:custGeom>
            <a:ln w="25400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312409" y="3260597"/>
            <a:ext cx="10509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Bahnschrift"/>
                <a:cs typeface="Bahnschrift"/>
              </a:rPr>
              <a:t>Access</a:t>
            </a:r>
            <a:r>
              <a:rPr sz="1400" spc="120" dirty="0">
                <a:solidFill>
                  <a:srgbClr val="FFFFFF"/>
                </a:solidFill>
                <a:latin typeface="Bahnschrift"/>
                <a:cs typeface="Bahnschrif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Bahnschrift"/>
                <a:cs typeface="Bahnschrift"/>
              </a:rPr>
              <a:t>layer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246873" y="2123185"/>
            <a:ext cx="1252220" cy="1029969"/>
            <a:chOff x="7246873" y="2123185"/>
            <a:chExt cx="1252220" cy="1029969"/>
          </a:xfrm>
        </p:grpSpPr>
        <p:sp>
          <p:nvSpPr>
            <p:cNvPr id="24" name="object 24"/>
            <p:cNvSpPr/>
            <p:nvPr/>
          </p:nvSpPr>
          <p:spPr>
            <a:xfrm>
              <a:off x="7259573" y="2135885"/>
              <a:ext cx="1226820" cy="1004569"/>
            </a:xfrm>
            <a:custGeom>
              <a:avLst/>
              <a:gdLst/>
              <a:ahLst/>
              <a:cxnLst/>
              <a:rect l="l" t="t" r="r" b="b"/>
              <a:pathLst>
                <a:path w="1226820" h="1004569">
                  <a:moveTo>
                    <a:pt x="1059433" y="0"/>
                  </a:moveTo>
                  <a:lnTo>
                    <a:pt x="167385" y="0"/>
                  </a:lnTo>
                  <a:lnTo>
                    <a:pt x="122884" y="5978"/>
                  </a:lnTo>
                  <a:lnTo>
                    <a:pt x="82898" y="22850"/>
                  </a:lnTo>
                  <a:lnTo>
                    <a:pt x="49022" y="49021"/>
                  </a:lnTo>
                  <a:lnTo>
                    <a:pt x="22850" y="82898"/>
                  </a:lnTo>
                  <a:lnTo>
                    <a:pt x="5978" y="122884"/>
                  </a:lnTo>
                  <a:lnTo>
                    <a:pt x="0" y="167386"/>
                  </a:lnTo>
                  <a:lnTo>
                    <a:pt x="0" y="836930"/>
                  </a:lnTo>
                  <a:lnTo>
                    <a:pt x="5978" y="881431"/>
                  </a:lnTo>
                  <a:lnTo>
                    <a:pt x="22850" y="921417"/>
                  </a:lnTo>
                  <a:lnTo>
                    <a:pt x="49022" y="955294"/>
                  </a:lnTo>
                  <a:lnTo>
                    <a:pt x="82898" y="981465"/>
                  </a:lnTo>
                  <a:lnTo>
                    <a:pt x="122884" y="998337"/>
                  </a:lnTo>
                  <a:lnTo>
                    <a:pt x="167385" y="1004315"/>
                  </a:lnTo>
                  <a:lnTo>
                    <a:pt x="1059433" y="1004315"/>
                  </a:lnTo>
                  <a:lnTo>
                    <a:pt x="1103935" y="998337"/>
                  </a:lnTo>
                  <a:lnTo>
                    <a:pt x="1143921" y="981465"/>
                  </a:lnTo>
                  <a:lnTo>
                    <a:pt x="1177798" y="955294"/>
                  </a:lnTo>
                  <a:lnTo>
                    <a:pt x="1203969" y="921417"/>
                  </a:lnTo>
                  <a:lnTo>
                    <a:pt x="1220841" y="881431"/>
                  </a:lnTo>
                  <a:lnTo>
                    <a:pt x="1226820" y="836930"/>
                  </a:lnTo>
                  <a:lnTo>
                    <a:pt x="1226820" y="167386"/>
                  </a:lnTo>
                  <a:lnTo>
                    <a:pt x="1220841" y="122884"/>
                  </a:lnTo>
                  <a:lnTo>
                    <a:pt x="1203969" y="82898"/>
                  </a:lnTo>
                  <a:lnTo>
                    <a:pt x="1177798" y="49022"/>
                  </a:lnTo>
                  <a:lnTo>
                    <a:pt x="1143921" y="22850"/>
                  </a:lnTo>
                  <a:lnTo>
                    <a:pt x="1103935" y="5978"/>
                  </a:lnTo>
                  <a:lnTo>
                    <a:pt x="105943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59573" y="2135885"/>
              <a:ext cx="1226820" cy="1004569"/>
            </a:xfrm>
            <a:custGeom>
              <a:avLst/>
              <a:gdLst/>
              <a:ahLst/>
              <a:cxnLst/>
              <a:rect l="l" t="t" r="r" b="b"/>
              <a:pathLst>
                <a:path w="1226820" h="1004569">
                  <a:moveTo>
                    <a:pt x="0" y="167386"/>
                  </a:moveTo>
                  <a:lnTo>
                    <a:pt x="5978" y="122884"/>
                  </a:lnTo>
                  <a:lnTo>
                    <a:pt x="22850" y="82898"/>
                  </a:lnTo>
                  <a:lnTo>
                    <a:pt x="49022" y="49021"/>
                  </a:lnTo>
                  <a:lnTo>
                    <a:pt x="82898" y="22850"/>
                  </a:lnTo>
                  <a:lnTo>
                    <a:pt x="122884" y="5978"/>
                  </a:lnTo>
                  <a:lnTo>
                    <a:pt x="167385" y="0"/>
                  </a:lnTo>
                  <a:lnTo>
                    <a:pt x="1059433" y="0"/>
                  </a:lnTo>
                  <a:lnTo>
                    <a:pt x="1103935" y="5978"/>
                  </a:lnTo>
                  <a:lnTo>
                    <a:pt x="1143921" y="22850"/>
                  </a:lnTo>
                  <a:lnTo>
                    <a:pt x="1177798" y="49022"/>
                  </a:lnTo>
                  <a:lnTo>
                    <a:pt x="1203969" y="82898"/>
                  </a:lnTo>
                  <a:lnTo>
                    <a:pt x="1220841" y="122884"/>
                  </a:lnTo>
                  <a:lnTo>
                    <a:pt x="1226820" y="167386"/>
                  </a:lnTo>
                  <a:lnTo>
                    <a:pt x="1226820" y="836930"/>
                  </a:lnTo>
                  <a:lnTo>
                    <a:pt x="1220841" y="881431"/>
                  </a:lnTo>
                  <a:lnTo>
                    <a:pt x="1203969" y="921417"/>
                  </a:lnTo>
                  <a:lnTo>
                    <a:pt x="1177798" y="955294"/>
                  </a:lnTo>
                  <a:lnTo>
                    <a:pt x="1143921" y="981465"/>
                  </a:lnTo>
                  <a:lnTo>
                    <a:pt x="1103935" y="998337"/>
                  </a:lnTo>
                  <a:lnTo>
                    <a:pt x="1059433" y="1004315"/>
                  </a:lnTo>
                  <a:lnTo>
                    <a:pt x="167385" y="1004315"/>
                  </a:lnTo>
                  <a:lnTo>
                    <a:pt x="122884" y="998337"/>
                  </a:lnTo>
                  <a:lnTo>
                    <a:pt x="82898" y="981465"/>
                  </a:lnTo>
                  <a:lnTo>
                    <a:pt x="49022" y="955294"/>
                  </a:lnTo>
                  <a:lnTo>
                    <a:pt x="22850" y="921417"/>
                  </a:lnTo>
                  <a:lnTo>
                    <a:pt x="5978" y="881431"/>
                  </a:lnTo>
                  <a:lnTo>
                    <a:pt x="0" y="836930"/>
                  </a:lnTo>
                  <a:lnTo>
                    <a:pt x="0" y="167386"/>
                  </a:lnTo>
                  <a:close/>
                </a:path>
              </a:pathLst>
            </a:custGeom>
            <a:ln w="25400">
              <a:solidFill>
                <a:srgbClr val="9B9B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3482340" y="3098279"/>
            <a:ext cx="3584575" cy="521334"/>
            <a:chOff x="3482340" y="3098279"/>
            <a:chExt cx="3584575" cy="521334"/>
          </a:xfrm>
        </p:grpSpPr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82340" y="3211080"/>
              <a:ext cx="434339" cy="40841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29584" y="3244595"/>
              <a:ext cx="342900" cy="3048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529584" y="3244595"/>
              <a:ext cx="342900" cy="304800"/>
            </a:xfrm>
            <a:custGeom>
              <a:avLst/>
              <a:gdLst/>
              <a:ahLst/>
              <a:cxnLst/>
              <a:rect l="l" t="t" r="r" b="b"/>
              <a:pathLst>
                <a:path w="342900" h="304800">
                  <a:moveTo>
                    <a:pt x="0" y="76200"/>
                  </a:moveTo>
                  <a:lnTo>
                    <a:pt x="190500" y="76200"/>
                  </a:lnTo>
                  <a:lnTo>
                    <a:pt x="190500" y="0"/>
                  </a:lnTo>
                  <a:lnTo>
                    <a:pt x="342900" y="152400"/>
                  </a:lnTo>
                  <a:lnTo>
                    <a:pt x="190500" y="304800"/>
                  </a:lnTo>
                  <a:lnTo>
                    <a:pt x="190500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79848" y="3191268"/>
              <a:ext cx="435851" cy="40841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27092" y="3224784"/>
              <a:ext cx="344424" cy="3048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927092" y="3224784"/>
              <a:ext cx="344805" cy="304800"/>
            </a:xfrm>
            <a:custGeom>
              <a:avLst/>
              <a:gdLst/>
              <a:ahLst/>
              <a:cxnLst/>
              <a:rect l="l" t="t" r="r" b="b"/>
              <a:pathLst>
                <a:path w="344804" h="304800">
                  <a:moveTo>
                    <a:pt x="0" y="76200"/>
                  </a:moveTo>
                  <a:lnTo>
                    <a:pt x="192024" y="76200"/>
                  </a:lnTo>
                  <a:lnTo>
                    <a:pt x="192024" y="0"/>
                  </a:lnTo>
                  <a:lnTo>
                    <a:pt x="344424" y="152400"/>
                  </a:lnTo>
                  <a:lnTo>
                    <a:pt x="192024" y="304800"/>
                  </a:lnTo>
                  <a:lnTo>
                    <a:pt x="192024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73952" y="3098279"/>
              <a:ext cx="592810" cy="46940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22847" y="3130295"/>
              <a:ext cx="499236" cy="37287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522847" y="3130295"/>
              <a:ext cx="499745" cy="373380"/>
            </a:xfrm>
            <a:custGeom>
              <a:avLst/>
              <a:gdLst/>
              <a:ahLst/>
              <a:cxnLst/>
              <a:rect l="l" t="t" r="r" b="b"/>
              <a:pathLst>
                <a:path w="499745" h="373379">
                  <a:moveTo>
                    <a:pt x="0" y="210693"/>
                  </a:moveTo>
                  <a:lnTo>
                    <a:pt x="302259" y="81153"/>
                  </a:lnTo>
                  <a:lnTo>
                    <a:pt x="267461" y="0"/>
                  </a:lnTo>
                  <a:lnTo>
                    <a:pt x="499236" y="92710"/>
                  </a:lnTo>
                  <a:lnTo>
                    <a:pt x="406526" y="324358"/>
                  </a:lnTo>
                  <a:lnTo>
                    <a:pt x="371855" y="243331"/>
                  </a:lnTo>
                  <a:lnTo>
                    <a:pt x="69469" y="372872"/>
                  </a:lnTo>
                  <a:lnTo>
                    <a:pt x="0" y="210693"/>
                  </a:lnTo>
                  <a:close/>
                </a:path>
              </a:pathLst>
            </a:custGeom>
            <a:ln w="9524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332091" y="2813685"/>
            <a:ext cx="10617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52525"/>
                </a:solidFill>
                <a:latin typeface="Bahnschrift"/>
                <a:cs typeface="Bahnschrift"/>
              </a:rPr>
              <a:t>Data</a:t>
            </a:r>
            <a:r>
              <a:rPr sz="1400" spc="100" dirty="0">
                <a:solidFill>
                  <a:srgbClr val="252525"/>
                </a:solidFill>
                <a:latin typeface="Bahnschrift"/>
                <a:cs typeface="Bahnschrift"/>
              </a:rPr>
              <a:t> </a:t>
            </a:r>
            <a:r>
              <a:rPr sz="1400" spc="-10" dirty="0">
                <a:solidFill>
                  <a:srgbClr val="252525"/>
                </a:solidFill>
                <a:latin typeface="Bahnschrift"/>
                <a:cs typeface="Bahnschrift"/>
              </a:rPr>
              <a:t>Science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688580" y="2418588"/>
            <a:ext cx="365760" cy="289560"/>
            <a:chOff x="7688580" y="2418588"/>
            <a:chExt cx="365760" cy="289560"/>
          </a:xfrm>
        </p:grpSpPr>
        <p:sp>
          <p:nvSpPr>
            <p:cNvPr id="38" name="object 38"/>
            <p:cNvSpPr/>
            <p:nvPr/>
          </p:nvSpPr>
          <p:spPr>
            <a:xfrm>
              <a:off x="7688580" y="2418588"/>
              <a:ext cx="365760" cy="289560"/>
            </a:xfrm>
            <a:custGeom>
              <a:avLst/>
              <a:gdLst/>
              <a:ahLst/>
              <a:cxnLst/>
              <a:rect l="l" t="t" r="r" b="b"/>
              <a:pathLst>
                <a:path w="365759" h="289560">
                  <a:moveTo>
                    <a:pt x="360299" y="216662"/>
                  </a:moveTo>
                  <a:lnTo>
                    <a:pt x="4572" y="216662"/>
                  </a:lnTo>
                  <a:lnTo>
                    <a:pt x="0" y="222123"/>
                  </a:lnTo>
                  <a:lnTo>
                    <a:pt x="0" y="253111"/>
                  </a:lnTo>
                  <a:lnTo>
                    <a:pt x="2720" y="266842"/>
                  </a:lnTo>
                  <a:lnTo>
                    <a:pt x="10144" y="278479"/>
                  </a:lnTo>
                  <a:lnTo>
                    <a:pt x="21163" y="286543"/>
                  </a:lnTo>
                  <a:lnTo>
                    <a:pt x="34671" y="289560"/>
                  </a:lnTo>
                  <a:lnTo>
                    <a:pt x="330200" y="289560"/>
                  </a:lnTo>
                  <a:lnTo>
                    <a:pt x="343846" y="286686"/>
                  </a:lnTo>
                  <a:lnTo>
                    <a:pt x="355171" y="278860"/>
                  </a:lnTo>
                  <a:lnTo>
                    <a:pt x="362900" y="267271"/>
                  </a:lnTo>
                  <a:lnTo>
                    <a:pt x="363554" y="264032"/>
                  </a:lnTo>
                  <a:lnTo>
                    <a:pt x="28321" y="264032"/>
                  </a:lnTo>
                  <a:lnTo>
                    <a:pt x="22860" y="258572"/>
                  </a:lnTo>
                  <a:lnTo>
                    <a:pt x="22860" y="240411"/>
                  </a:lnTo>
                  <a:lnTo>
                    <a:pt x="365760" y="240411"/>
                  </a:lnTo>
                  <a:lnTo>
                    <a:pt x="365760" y="221234"/>
                  </a:lnTo>
                  <a:lnTo>
                    <a:pt x="360299" y="216662"/>
                  </a:lnTo>
                  <a:close/>
                </a:path>
                <a:path w="365759" h="289560">
                  <a:moveTo>
                    <a:pt x="365760" y="240411"/>
                  </a:moveTo>
                  <a:lnTo>
                    <a:pt x="342011" y="240411"/>
                  </a:lnTo>
                  <a:lnTo>
                    <a:pt x="342011" y="258572"/>
                  </a:lnTo>
                  <a:lnTo>
                    <a:pt x="335661" y="264032"/>
                  </a:lnTo>
                  <a:lnTo>
                    <a:pt x="363554" y="264032"/>
                  </a:lnTo>
                  <a:lnTo>
                    <a:pt x="365760" y="253111"/>
                  </a:lnTo>
                  <a:lnTo>
                    <a:pt x="365760" y="240411"/>
                  </a:lnTo>
                  <a:close/>
                </a:path>
                <a:path w="365759" h="289560">
                  <a:moveTo>
                    <a:pt x="306450" y="0"/>
                  </a:moveTo>
                  <a:lnTo>
                    <a:pt x="59309" y="0"/>
                  </a:lnTo>
                  <a:lnTo>
                    <a:pt x="44532" y="2998"/>
                  </a:lnTo>
                  <a:lnTo>
                    <a:pt x="44963" y="2998"/>
                  </a:lnTo>
                  <a:lnTo>
                    <a:pt x="33559" y="10699"/>
                  </a:lnTo>
                  <a:lnTo>
                    <a:pt x="25733" y="22288"/>
                  </a:lnTo>
                  <a:lnTo>
                    <a:pt x="22860" y="36449"/>
                  </a:lnTo>
                  <a:lnTo>
                    <a:pt x="22860" y="216662"/>
                  </a:lnTo>
                  <a:lnTo>
                    <a:pt x="47371" y="216662"/>
                  </a:lnTo>
                  <a:lnTo>
                    <a:pt x="47371" y="36449"/>
                  </a:lnTo>
                  <a:lnTo>
                    <a:pt x="46481" y="36449"/>
                  </a:lnTo>
                  <a:lnTo>
                    <a:pt x="46481" y="30099"/>
                  </a:lnTo>
                  <a:lnTo>
                    <a:pt x="51943" y="24637"/>
                  </a:lnTo>
                  <a:lnTo>
                    <a:pt x="339561" y="24637"/>
                  </a:lnTo>
                  <a:lnTo>
                    <a:pt x="339151" y="22663"/>
                  </a:lnTo>
                  <a:lnTo>
                    <a:pt x="331422" y="11033"/>
                  </a:lnTo>
                  <a:lnTo>
                    <a:pt x="320097" y="2998"/>
                  </a:lnTo>
                  <a:lnTo>
                    <a:pt x="306450" y="0"/>
                  </a:lnTo>
                  <a:close/>
                </a:path>
                <a:path w="365759" h="289560">
                  <a:moveTo>
                    <a:pt x="339561" y="24637"/>
                  </a:moveTo>
                  <a:lnTo>
                    <a:pt x="313817" y="24637"/>
                  </a:lnTo>
                  <a:lnTo>
                    <a:pt x="319277" y="30099"/>
                  </a:lnTo>
                  <a:lnTo>
                    <a:pt x="319277" y="216662"/>
                  </a:lnTo>
                  <a:lnTo>
                    <a:pt x="342011" y="216662"/>
                  </a:lnTo>
                  <a:lnTo>
                    <a:pt x="342011" y="36449"/>
                  </a:lnTo>
                  <a:lnTo>
                    <a:pt x="339561" y="24637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76972" y="2491740"/>
              <a:ext cx="169163" cy="120396"/>
            </a:xfrm>
            <a:prstGeom prst="rect">
              <a:avLst/>
            </a:prstGeom>
          </p:spPr>
        </p:pic>
      </p:grpSp>
      <p:grpSp>
        <p:nvGrpSpPr>
          <p:cNvPr id="40" name="object 40"/>
          <p:cNvGrpSpPr/>
          <p:nvPr/>
        </p:nvGrpSpPr>
        <p:grpSpPr>
          <a:xfrm>
            <a:off x="7246873" y="978661"/>
            <a:ext cx="1258570" cy="1028700"/>
            <a:chOff x="7246873" y="978661"/>
            <a:chExt cx="1258570" cy="1028700"/>
          </a:xfrm>
        </p:grpSpPr>
        <p:sp>
          <p:nvSpPr>
            <p:cNvPr id="41" name="object 41"/>
            <p:cNvSpPr/>
            <p:nvPr/>
          </p:nvSpPr>
          <p:spPr>
            <a:xfrm>
              <a:off x="7259573" y="991361"/>
              <a:ext cx="1233170" cy="1003300"/>
            </a:xfrm>
            <a:custGeom>
              <a:avLst/>
              <a:gdLst/>
              <a:ahLst/>
              <a:cxnLst/>
              <a:rect l="l" t="t" r="r" b="b"/>
              <a:pathLst>
                <a:path w="1233170" h="1003300">
                  <a:moveTo>
                    <a:pt x="1065783" y="0"/>
                  </a:moveTo>
                  <a:lnTo>
                    <a:pt x="167131" y="0"/>
                  </a:lnTo>
                  <a:lnTo>
                    <a:pt x="122693" y="5968"/>
                  </a:lnTo>
                  <a:lnTo>
                    <a:pt x="82766" y="22812"/>
                  </a:lnTo>
                  <a:lnTo>
                    <a:pt x="48942" y="48942"/>
                  </a:lnTo>
                  <a:lnTo>
                    <a:pt x="22812" y="82766"/>
                  </a:lnTo>
                  <a:lnTo>
                    <a:pt x="5968" y="122693"/>
                  </a:lnTo>
                  <a:lnTo>
                    <a:pt x="0" y="167132"/>
                  </a:lnTo>
                  <a:lnTo>
                    <a:pt x="0" y="835660"/>
                  </a:lnTo>
                  <a:lnTo>
                    <a:pt x="5968" y="880098"/>
                  </a:lnTo>
                  <a:lnTo>
                    <a:pt x="22812" y="920025"/>
                  </a:lnTo>
                  <a:lnTo>
                    <a:pt x="48942" y="953849"/>
                  </a:lnTo>
                  <a:lnTo>
                    <a:pt x="82766" y="979979"/>
                  </a:lnTo>
                  <a:lnTo>
                    <a:pt x="122693" y="996823"/>
                  </a:lnTo>
                  <a:lnTo>
                    <a:pt x="167131" y="1002792"/>
                  </a:lnTo>
                  <a:lnTo>
                    <a:pt x="1065783" y="1002792"/>
                  </a:lnTo>
                  <a:lnTo>
                    <a:pt x="1110222" y="996823"/>
                  </a:lnTo>
                  <a:lnTo>
                    <a:pt x="1150149" y="979979"/>
                  </a:lnTo>
                  <a:lnTo>
                    <a:pt x="1183973" y="953849"/>
                  </a:lnTo>
                  <a:lnTo>
                    <a:pt x="1210103" y="920025"/>
                  </a:lnTo>
                  <a:lnTo>
                    <a:pt x="1226947" y="880098"/>
                  </a:lnTo>
                  <a:lnTo>
                    <a:pt x="1232916" y="835660"/>
                  </a:lnTo>
                  <a:lnTo>
                    <a:pt x="1232916" y="167132"/>
                  </a:lnTo>
                  <a:lnTo>
                    <a:pt x="1226947" y="122693"/>
                  </a:lnTo>
                  <a:lnTo>
                    <a:pt x="1210103" y="82766"/>
                  </a:lnTo>
                  <a:lnTo>
                    <a:pt x="1183973" y="48942"/>
                  </a:lnTo>
                  <a:lnTo>
                    <a:pt x="1150149" y="22812"/>
                  </a:lnTo>
                  <a:lnTo>
                    <a:pt x="1110222" y="5968"/>
                  </a:lnTo>
                  <a:lnTo>
                    <a:pt x="106578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259573" y="991361"/>
              <a:ext cx="1233170" cy="1003300"/>
            </a:xfrm>
            <a:custGeom>
              <a:avLst/>
              <a:gdLst/>
              <a:ahLst/>
              <a:cxnLst/>
              <a:rect l="l" t="t" r="r" b="b"/>
              <a:pathLst>
                <a:path w="1233170" h="1003300">
                  <a:moveTo>
                    <a:pt x="0" y="167132"/>
                  </a:moveTo>
                  <a:lnTo>
                    <a:pt x="5968" y="122693"/>
                  </a:lnTo>
                  <a:lnTo>
                    <a:pt x="22812" y="82766"/>
                  </a:lnTo>
                  <a:lnTo>
                    <a:pt x="48942" y="48942"/>
                  </a:lnTo>
                  <a:lnTo>
                    <a:pt x="82766" y="22812"/>
                  </a:lnTo>
                  <a:lnTo>
                    <a:pt x="122693" y="5968"/>
                  </a:lnTo>
                  <a:lnTo>
                    <a:pt x="167131" y="0"/>
                  </a:lnTo>
                  <a:lnTo>
                    <a:pt x="1065783" y="0"/>
                  </a:lnTo>
                  <a:lnTo>
                    <a:pt x="1110222" y="5968"/>
                  </a:lnTo>
                  <a:lnTo>
                    <a:pt x="1150149" y="22812"/>
                  </a:lnTo>
                  <a:lnTo>
                    <a:pt x="1183973" y="48942"/>
                  </a:lnTo>
                  <a:lnTo>
                    <a:pt x="1210103" y="82766"/>
                  </a:lnTo>
                  <a:lnTo>
                    <a:pt x="1226947" y="122693"/>
                  </a:lnTo>
                  <a:lnTo>
                    <a:pt x="1232916" y="167132"/>
                  </a:lnTo>
                  <a:lnTo>
                    <a:pt x="1232916" y="835660"/>
                  </a:lnTo>
                  <a:lnTo>
                    <a:pt x="1226947" y="880098"/>
                  </a:lnTo>
                  <a:lnTo>
                    <a:pt x="1210103" y="920025"/>
                  </a:lnTo>
                  <a:lnTo>
                    <a:pt x="1183973" y="953849"/>
                  </a:lnTo>
                  <a:lnTo>
                    <a:pt x="1150149" y="979979"/>
                  </a:lnTo>
                  <a:lnTo>
                    <a:pt x="1110222" y="996823"/>
                  </a:lnTo>
                  <a:lnTo>
                    <a:pt x="1065783" y="1002792"/>
                  </a:lnTo>
                  <a:lnTo>
                    <a:pt x="167131" y="1002792"/>
                  </a:lnTo>
                  <a:lnTo>
                    <a:pt x="122693" y="996823"/>
                  </a:lnTo>
                  <a:lnTo>
                    <a:pt x="82766" y="979979"/>
                  </a:lnTo>
                  <a:lnTo>
                    <a:pt x="48942" y="953849"/>
                  </a:lnTo>
                  <a:lnTo>
                    <a:pt x="22812" y="920025"/>
                  </a:lnTo>
                  <a:lnTo>
                    <a:pt x="5968" y="880098"/>
                  </a:lnTo>
                  <a:lnTo>
                    <a:pt x="0" y="835660"/>
                  </a:lnTo>
                  <a:lnTo>
                    <a:pt x="0" y="167132"/>
                  </a:lnTo>
                  <a:close/>
                </a:path>
              </a:pathLst>
            </a:custGeom>
            <a:ln w="25400">
              <a:solidFill>
                <a:srgbClr val="9B9B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665719" y="1264919"/>
              <a:ext cx="346075" cy="318770"/>
            </a:xfrm>
            <a:custGeom>
              <a:avLst/>
              <a:gdLst/>
              <a:ahLst/>
              <a:cxnLst/>
              <a:rect l="l" t="t" r="r" b="b"/>
              <a:pathLst>
                <a:path w="346075" h="318769">
                  <a:moveTo>
                    <a:pt x="179831" y="0"/>
                  </a:moveTo>
                  <a:lnTo>
                    <a:pt x="172974" y="0"/>
                  </a:lnTo>
                  <a:lnTo>
                    <a:pt x="126867" y="5729"/>
                  </a:lnTo>
                  <a:lnTo>
                    <a:pt x="85513" y="21872"/>
                  </a:lnTo>
                  <a:lnTo>
                    <a:pt x="50530" y="46862"/>
                  </a:lnTo>
                  <a:lnTo>
                    <a:pt x="23537" y="79135"/>
                  </a:lnTo>
                  <a:lnTo>
                    <a:pt x="6154" y="117122"/>
                  </a:lnTo>
                  <a:lnTo>
                    <a:pt x="0" y="159257"/>
                  </a:lnTo>
                  <a:lnTo>
                    <a:pt x="6154" y="201393"/>
                  </a:lnTo>
                  <a:lnTo>
                    <a:pt x="23537" y="239380"/>
                  </a:lnTo>
                  <a:lnTo>
                    <a:pt x="50530" y="271652"/>
                  </a:lnTo>
                  <a:lnTo>
                    <a:pt x="85513" y="296643"/>
                  </a:lnTo>
                  <a:lnTo>
                    <a:pt x="126867" y="312786"/>
                  </a:lnTo>
                  <a:lnTo>
                    <a:pt x="172974" y="318515"/>
                  </a:lnTo>
                  <a:lnTo>
                    <a:pt x="218727" y="312786"/>
                  </a:lnTo>
                  <a:lnTo>
                    <a:pt x="259983" y="296643"/>
                  </a:lnTo>
                  <a:lnTo>
                    <a:pt x="262437" y="294893"/>
                  </a:lnTo>
                  <a:lnTo>
                    <a:pt x="171957" y="294893"/>
                  </a:lnTo>
                  <a:lnTo>
                    <a:pt x="125145" y="288042"/>
                  </a:lnTo>
                  <a:lnTo>
                    <a:pt x="84703" y="268912"/>
                  </a:lnTo>
                  <a:lnTo>
                    <a:pt x="52948" y="239645"/>
                  </a:lnTo>
                  <a:lnTo>
                    <a:pt x="32197" y="202381"/>
                  </a:lnTo>
                  <a:lnTo>
                    <a:pt x="24764" y="159257"/>
                  </a:lnTo>
                  <a:lnTo>
                    <a:pt x="35204" y="109525"/>
                  </a:lnTo>
                  <a:lnTo>
                    <a:pt x="63801" y="67913"/>
                  </a:lnTo>
                  <a:lnTo>
                    <a:pt x="106471" y="38064"/>
                  </a:lnTo>
                  <a:lnTo>
                    <a:pt x="159130" y="23621"/>
                  </a:lnTo>
                  <a:lnTo>
                    <a:pt x="185800" y="23621"/>
                  </a:lnTo>
                  <a:lnTo>
                    <a:pt x="185800" y="11810"/>
                  </a:lnTo>
                  <a:lnTo>
                    <a:pt x="184784" y="4571"/>
                  </a:lnTo>
                  <a:lnTo>
                    <a:pt x="179831" y="0"/>
                  </a:lnTo>
                  <a:close/>
                </a:path>
                <a:path w="346075" h="318769">
                  <a:moveTo>
                    <a:pt x="185800" y="23621"/>
                  </a:moveTo>
                  <a:lnTo>
                    <a:pt x="159130" y="23621"/>
                  </a:lnTo>
                  <a:lnTo>
                    <a:pt x="159130" y="166496"/>
                  </a:lnTo>
                  <a:lnTo>
                    <a:pt x="165100" y="171068"/>
                  </a:lnTo>
                  <a:lnTo>
                    <a:pt x="318261" y="171068"/>
                  </a:lnTo>
                  <a:lnTo>
                    <a:pt x="308154" y="210525"/>
                  </a:lnTo>
                  <a:lnTo>
                    <a:pt x="286386" y="244556"/>
                  </a:lnTo>
                  <a:lnTo>
                    <a:pt x="255040" y="271241"/>
                  </a:lnTo>
                  <a:lnTo>
                    <a:pt x="216202" y="288660"/>
                  </a:lnTo>
                  <a:lnTo>
                    <a:pt x="171957" y="294893"/>
                  </a:lnTo>
                  <a:lnTo>
                    <a:pt x="262437" y="294893"/>
                  </a:lnTo>
                  <a:lnTo>
                    <a:pt x="295036" y="271652"/>
                  </a:lnTo>
                  <a:lnTo>
                    <a:pt x="322184" y="239380"/>
                  </a:lnTo>
                  <a:lnTo>
                    <a:pt x="339723" y="201393"/>
                  </a:lnTo>
                  <a:lnTo>
                    <a:pt x="345948" y="159257"/>
                  </a:lnTo>
                  <a:lnTo>
                    <a:pt x="345948" y="152907"/>
                  </a:lnTo>
                  <a:lnTo>
                    <a:pt x="339089" y="147446"/>
                  </a:lnTo>
                  <a:lnTo>
                    <a:pt x="185800" y="147446"/>
                  </a:lnTo>
                  <a:lnTo>
                    <a:pt x="185800" y="23621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76031" y="1217675"/>
              <a:ext cx="187451" cy="172212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7463408" y="1668272"/>
            <a:ext cx="8064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252525"/>
                </a:solidFill>
                <a:latin typeface="Bahnschrift"/>
                <a:cs typeface="Bahnschrift"/>
              </a:rPr>
              <a:t>Reporting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246873" y="3270758"/>
            <a:ext cx="1252220" cy="1029969"/>
            <a:chOff x="7246873" y="3270758"/>
            <a:chExt cx="1252220" cy="1029969"/>
          </a:xfrm>
        </p:grpSpPr>
        <p:sp>
          <p:nvSpPr>
            <p:cNvPr id="47" name="object 47"/>
            <p:cNvSpPr/>
            <p:nvPr/>
          </p:nvSpPr>
          <p:spPr>
            <a:xfrm>
              <a:off x="7259573" y="3283458"/>
              <a:ext cx="1226820" cy="1004569"/>
            </a:xfrm>
            <a:custGeom>
              <a:avLst/>
              <a:gdLst/>
              <a:ahLst/>
              <a:cxnLst/>
              <a:rect l="l" t="t" r="r" b="b"/>
              <a:pathLst>
                <a:path w="1226820" h="1004570">
                  <a:moveTo>
                    <a:pt x="1059433" y="0"/>
                  </a:moveTo>
                  <a:lnTo>
                    <a:pt x="167385" y="0"/>
                  </a:lnTo>
                  <a:lnTo>
                    <a:pt x="122884" y="5978"/>
                  </a:lnTo>
                  <a:lnTo>
                    <a:pt x="82898" y="22850"/>
                  </a:lnTo>
                  <a:lnTo>
                    <a:pt x="49022" y="49022"/>
                  </a:lnTo>
                  <a:lnTo>
                    <a:pt x="22850" y="82898"/>
                  </a:lnTo>
                  <a:lnTo>
                    <a:pt x="5978" y="122884"/>
                  </a:lnTo>
                  <a:lnTo>
                    <a:pt x="0" y="167386"/>
                  </a:lnTo>
                  <a:lnTo>
                    <a:pt x="0" y="836930"/>
                  </a:lnTo>
                  <a:lnTo>
                    <a:pt x="5978" y="881427"/>
                  </a:lnTo>
                  <a:lnTo>
                    <a:pt x="22850" y="921412"/>
                  </a:lnTo>
                  <a:lnTo>
                    <a:pt x="49022" y="955289"/>
                  </a:lnTo>
                  <a:lnTo>
                    <a:pt x="82898" y="981462"/>
                  </a:lnTo>
                  <a:lnTo>
                    <a:pt x="122884" y="998336"/>
                  </a:lnTo>
                  <a:lnTo>
                    <a:pt x="167385" y="1004316"/>
                  </a:lnTo>
                  <a:lnTo>
                    <a:pt x="1059433" y="1004316"/>
                  </a:lnTo>
                  <a:lnTo>
                    <a:pt x="1103935" y="998336"/>
                  </a:lnTo>
                  <a:lnTo>
                    <a:pt x="1143921" y="981462"/>
                  </a:lnTo>
                  <a:lnTo>
                    <a:pt x="1177798" y="955289"/>
                  </a:lnTo>
                  <a:lnTo>
                    <a:pt x="1203969" y="921412"/>
                  </a:lnTo>
                  <a:lnTo>
                    <a:pt x="1220841" y="881427"/>
                  </a:lnTo>
                  <a:lnTo>
                    <a:pt x="1226820" y="836930"/>
                  </a:lnTo>
                  <a:lnTo>
                    <a:pt x="1226820" y="167386"/>
                  </a:lnTo>
                  <a:lnTo>
                    <a:pt x="1220841" y="122884"/>
                  </a:lnTo>
                  <a:lnTo>
                    <a:pt x="1203969" y="82898"/>
                  </a:lnTo>
                  <a:lnTo>
                    <a:pt x="1177798" y="49022"/>
                  </a:lnTo>
                  <a:lnTo>
                    <a:pt x="1143921" y="22850"/>
                  </a:lnTo>
                  <a:lnTo>
                    <a:pt x="1103935" y="5978"/>
                  </a:lnTo>
                  <a:lnTo>
                    <a:pt x="105943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259573" y="3283458"/>
              <a:ext cx="1226820" cy="1004569"/>
            </a:xfrm>
            <a:custGeom>
              <a:avLst/>
              <a:gdLst/>
              <a:ahLst/>
              <a:cxnLst/>
              <a:rect l="l" t="t" r="r" b="b"/>
              <a:pathLst>
                <a:path w="1226820" h="1004570">
                  <a:moveTo>
                    <a:pt x="0" y="167386"/>
                  </a:moveTo>
                  <a:lnTo>
                    <a:pt x="5978" y="122884"/>
                  </a:lnTo>
                  <a:lnTo>
                    <a:pt x="22850" y="82898"/>
                  </a:lnTo>
                  <a:lnTo>
                    <a:pt x="49022" y="49022"/>
                  </a:lnTo>
                  <a:lnTo>
                    <a:pt x="82898" y="22850"/>
                  </a:lnTo>
                  <a:lnTo>
                    <a:pt x="122884" y="5978"/>
                  </a:lnTo>
                  <a:lnTo>
                    <a:pt x="167385" y="0"/>
                  </a:lnTo>
                  <a:lnTo>
                    <a:pt x="1059433" y="0"/>
                  </a:lnTo>
                  <a:lnTo>
                    <a:pt x="1103935" y="5978"/>
                  </a:lnTo>
                  <a:lnTo>
                    <a:pt x="1143921" y="22850"/>
                  </a:lnTo>
                  <a:lnTo>
                    <a:pt x="1177798" y="49022"/>
                  </a:lnTo>
                  <a:lnTo>
                    <a:pt x="1203969" y="82898"/>
                  </a:lnTo>
                  <a:lnTo>
                    <a:pt x="1220841" y="122884"/>
                  </a:lnTo>
                  <a:lnTo>
                    <a:pt x="1226820" y="167386"/>
                  </a:lnTo>
                  <a:lnTo>
                    <a:pt x="1226820" y="836930"/>
                  </a:lnTo>
                  <a:lnTo>
                    <a:pt x="1220841" y="881427"/>
                  </a:lnTo>
                  <a:lnTo>
                    <a:pt x="1203969" y="921412"/>
                  </a:lnTo>
                  <a:lnTo>
                    <a:pt x="1177798" y="955289"/>
                  </a:lnTo>
                  <a:lnTo>
                    <a:pt x="1143921" y="981462"/>
                  </a:lnTo>
                  <a:lnTo>
                    <a:pt x="1103935" y="998336"/>
                  </a:lnTo>
                  <a:lnTo>
                    <a:pt x="1059433" y="1004316"/>
                  </a:lnTo>
                  <a:lnTo>
                    <a:pt x="167385" y="1004316"/>
                  </a:lnTo>
                  <a:lnTo>
                    <a:pt x="122884" y="998336"/>
                  </a:lnTo>
                  <a:lnTo>
                    <a:pt x="82898" y="981462"/>
                  </a:lnTo>
                  <a:lnTo>
                    <a:pt x="49022" y="955289"/>
                  </a:lnTo>
                  <a:lnTo>
                    <a:pt x="22850" y="921412"/>
                  </a:lnTo>
                  <a:lnTo>
                    <a:pt x="5978" y="881427"/>
                  </a:lnTo>
                  <a:lnTo>
                    <a:pt x="0" y="836930"/>
                  </a:lnTo>
                  <a:lnTo>
                    <a:pt x="0" y="167386"/>
                  </a:lnTo>
                  <a:close/>
                </a:path>
              </a:pathLst>
            </a:custGeom>
            <a:ln w="25400">
              <a:solidFill>
                <a:srgbClr val="9B9B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7401559" y="3961587"/>
            <a:ext cx="9226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52525"/>
                </a:solidFill>
                <a:latin typeface="Bahnschrift"/>
                <a:cs typeface="Bahnschrift"/>
              </a:rPr>
              <a:t>Other</a:t>
            </a:r>
            <a:r>
              <a:rPr sz="1400" spc="105" dirty="0">
                <a:solidFill>
                  <a:srgbClr val="252525"/>
                </a:solidFill>
                <a:latin typeface="Bahnschrift"/>
                <a:cs typeface="Bahnschrift"/>
              </a:rPr>
              <a:t> </a:t>
            </a:r>
            <a:r>
              <a:rPr sz="1400" spc="-20" dirty="0">
                <a:solidFill>
                  <a:srgbClr val="252525"/>
                </a:solidFill>
                <a:latin typeface="Bahnschrift"/>
                <a:cs typeface="Bahnschrift"/>
              </a:rPr>
              <a:t>Apps</a:t>
            </a:r>
            <a:endParaRPr sz="1400">
              <a:latin typeface="Bahnschrift"/>
              <a:cs typeface="Bahnschrift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665719" y="3537203"/>
            <a:ext cx="340360" cy="320040"/>
          </a:xfrm>
          <a:custGeom>
            <a:avLst/>
            <a:gdLst/>
            <a:ahLst/>
            <a:cxnLst/>
            <a:rect l="l" t="t" r="r" b="b"/>
            <a:pathLst>
              <a:path w="340359" h="320039">
                <a:moveTo>
                  <a:pt x="339851" y="280035"/>
                </a:moveTo>
                <a:lnTo>
                  <a:pt x="319912" y="280035"/>
                </a:lnTo>
                <a:lnTo>
                  <a:pt x="319912" y="295529"/>
                </a:lnTo>
                <a:lnTo>
                  <a:pt x="315468" y="299974"/>
                </a:lnTo>
                <a:lnTo>
                  <a:pt x="64897" y="299974"/>
                </a:lnTo>
                <a:lnTo>
                  <a:pt x="60451" y="304546"/>
                </a:lnTo>
                <a:lnTo>
                  <a:pt x="60451" y="315595"/>
                </a:lnTo>
                <a:lnTo>
                  <a:pt x="64897" y="320040"/>
                </a:lnTo>
                <a:lnTo>
                  <a:pt x="310006" y="320040"/>
                </a:lnTo>
                <a:lnTo>
                  <a:pt x="321581" y="317678"/>
                </a:lnTo>
                <a:lnTo>
                  <a:pt x="331073" y="311245"/>
                </a:lnTo>
                <a:lnTo>
                  <a:pt x="337492" y="301716"/>
                </a:lnTo>
                <a:lnTo>
                  <a:pt x="339851" y="290068"/>
                </a:lnTo>
                <a:lnTo>
                  <a:pt x="339851" y="280035"/>
                </a:lnTo>
                <a:close/>
              </a:path>
              <a:path w="340359" h="320039">
                <a:moveTo>
                  <a:pt x="137286" y="259969"/>
                </a:moveTo>
                <a:lnTo>
                  <a:pt x="116331" y="259969"/>
                </a:lnTo>
                <a:lnTo>
                  <a:pt x="102997" y="299974"/>
                </a:lnTo>
                <a:lnTo>
                  <a:pt x="123951" y="299974"/>
                </a:lnTo>
                <a:lnTo>
                  <a:pt x="137286" y="259969"/>
                </a:lnTo>
                <a:close/>
              </a:path>
              <a:path w="340359" h="320039">
                <a:moveTo>
                  <a:pt x="339851" y="160020"/>
                </a:moveTo>
                <a:lnTo>
                  <a:pt x="319912" y="160020"/>
                </a:lnTo>
                <a:lnTo>
                  <a:pt x="319912" y="259969"/>
                </a:lnTo>
                <a:lnTo>
                  <a:pt x="200405" y="259969"/>
                </a:lnTo>
                <a:lnTo>
                  <a:pt x="200405" y="293370"/>
                </a:lnTo>
                <a:lnTo>
                  <a:pt x="201040" y="296799"/>
                </a:lnTo>
                <a:lnTo>
                  <a:pt x="202183" y="299974"/>
                </a:lnTo>
                <a:lnTo>
                  <a:pt x="224789" y="299974"/>
                </a:lnTo>
                <a:lnTo>
                  <a:pt x="220345" y="295529"/>
                </a:lnTo>
                <a:lnTo>
                  <a:pt x="220345" y="280035"/>
                </a:lnTo>
                <a:lnTo>
                  <a:pt x="339851" y="280035"/>
                </a:lnTo>
                <a:lnTo>
                  <a:pt x="339851" y="160020"/>
                </a:lnTo>
                <a:close/>
              </a:path>
              <a:path w="340359" h="320039">
                <a:moveTo>
                  <a:pt x="310006" y="0"/>
                </a:moveTo>
                <a:lnTo>
                  <a:pt x="29972" y="0"/>
                </a:lnTo>
                <a:lnTo>
                  <a:pt x="18323" y="2363"/>
                </a:lnTo>
                <a:lnTo>
                  <a:pt x="8794" y="8810"/>
                </a:lnTo>
                <a:lnTo>
                  <a:pt x="2361" y="18377"/>
                </a:lnTo>
                <a:lnTo>
                  <a:pt x="0" y="30099"/>
                </a:lnTo>
                <a:lnTo>
                  <a:pt x="0" y="229997"/>
                </a:lnTo>
                <a:lnTo>
                  <a:pt x="2361" y="241698"/>
                </a:lnTo>
                <a:lnTo>
                  <a:pt x="8794" y="251221"/>
                </a:lnTo>
                <a:lnTo>
                  <a:pt x="18323" y="257625"/>
                </a:lnTo>
                <a:lnTo>
                  <a:pt x="29972" y="259969"/>
                </a:lnTo>
                <a:lnTo>
                  <a:pt x="220345" y="259969"/>
                </a:lnTo>
                <a:lnTo>
                  <a:pt x="220345" y="240030"/>
                </a:lnTo>
                <a:lnTo>
                  <a:pt x="24383" y="240030"/>
                </a:lnTo>
                <a:lnTo>
                  <a:pt x="19938" y="235585"/>
                </a:lnTo>
                <a:lnTo>
                  <a:pt x="19938" y="219964"/>
                </a:lnTo>
                <a:lnTo>
                  <a:pt x="220345" y="219964"/>
                </a:lnTo>
                <a:lnTo>
                  <a:pt x="220345" y="200025"/>
                </a:lnTo>
                <a:lnTo>
                  <a:pt x="19938" y="200025"/>
                </a:lnTo>
                <a:lnTo>
                  <a:pt x="19938" y="24511"/>
                </a:lnTo>
                <a:lnTo>
                  <a:pt x="24383" y="20066"/>
                </a:lnTo>
                <a:lnTo>
                  <a:pt x="337832" y="20066"/>
                </a:lnTo>
                <a:lnTo>
                  <a:pt x="337492" y="18377"/>
                </a:lnTo>
                <a:lnTo>
                  <a:pt x="331073" y="8810"/>
                </a:lnTo>
                <a:lnTo>
                  <a:pt x="321581" y="2363"/>
                </a:lnTo>
                <a:lnTo>
                  <a:pt x="310006" y="0"/>
                </a:lnTo>
                <a:close/>
              </a:path>
              <a:path w="340359" h="320039">
                <a:moveTo>
                  <a:pt x="220345" y="219964"/>
                </a:moveTo>
                <a:lnTo>
                  <a:pt x="200405" y="219964"/>
                </a:lnTo>
                <a:lnTo>
                  <a:pt x="200405" y="240030"/>
                </a:lnTo>
                <a:lnTo>
                  <a:pt x="220345" y="240030"/>
                </a:lnTo>
                <a:lnTo>
                  <a:pt x="220345" y="219964"/>
                </a:lnTo>
                <a:close/>
              </a:path>
              <a:path w="340359" h="320039">
                <a:moveTo>
                  <a:pt x="313308" y="100076"/>
                </a:moveTo>
                <a:lnTo>
                  <a:pt x="230377" y="100076"/>
                </a:lnTo>
                <a:lnTo>
                  <a:pt x="218729" y="102419"/>
                </a:lnTo>
                <a:lnTo>
                  <a:pt x="209200" y="108823"/>
                </a:lnTo>
                <a:lnTo>
                  <a:pt x="202767" y="118346"/>
                </a:lnTo>
                <a:lnTo>
                  <a:pt x="200405" y="130048"/>
                </a:lnTo>
                <a:lnTo>
                  <a:pt x="200405" y="200025"/>
                </a:lnTo>
                <a:lnTo>
                  <a:pt x="220345" y="200025"/>
                </a:lnTo>
                <a:lnTo>
                  <a:pt x="220345" y="160020"/>
                </a:lnTo>
                <a:lnTo>
                  <a:pt x="339851" y="160020"/>
                </a:lnTo>
                <a:lnTo>
                  <a:pt x="339851" y="140081"/>
                </a:lnTo>
                <a:lnTo>
                  <a:pt x="220345" y="140081"/>
                </a:lnTo>
                <a:lnTo>
                  <a:pt x="220345" y="124460"/>
                </a:lnTo>
                <a:lnTo>
                  <a:pt x="224789" y="120015"/>
                </a:lnTo>
                <a:lnTo>
                  <a:pt x="339851" y="120015"/>
                </a:lnTo>
                <a:lnTo>
                  <a:pt x="339851" y="101727"/>
                </a:lnTo>
                <a:lnTo>
                  <a:pt x="319912" y="101727"/>
                </a:lnTo>
                <a:lnTo>
                  <a:pt x="316737" y="100584"/>
                </a:lnTo>
                <a:lnTo>
                  <a:pt x="313308" y="100076"/>
                </a:lnTo>
                <a:close/>
              </a:path>
              <a:path w="340359" h="320039">
                <a:moveTo>
                  <a:pt x="339851" y="120015"/>
                </a:moveTo>
                <a:lnTo>
                  <a:pt x="315468" y="120015"/>
                </a:lnTo>
                <a:lnTo>
                  <a:pt x="319912" y="124460"/>
                </a:lnTo>
                <a:lnTo>
                  <a:pt x="319912" y="140081"/>
                </a:lnTo>
                <a:lnTo>
                  <a:pt x="339851" y="140081"/>
                </a:lnTo>
                <a:lnTo>
                  <a:pt x="339851" y="120015"/>
                </a:lnTo>
                <a:close/>
              </a:path>
              <a:path w="340359" h="320039">
                <a:moveTo>
                  <a:pt x="337832" y="20066"/>
                </a:moveTo>
                <a:lnTo>
                  <a:pt x="315468" y="20066"/>
                </a:lnTo>
                <a:lnTo>
                  <a:pt x="319912" y="24511"/>
                </a:lnTo>
                <a:lnTo>
                  <a:pt x="319912" y="101727"/>
                </a:lnTo>
                <a:lnTo>
                  <a:pt x="339851" y="101727"/>
                </a:lnTo>
                <a:lnTo>
                  <a:pt x="339851" y="30099"/>
                </a:lnTo>
                <a:lnTo>
                  <a:pt x="337832" y="20066"/>
                </a:lnTo>
                <a:close/>
              </a:path>
            </a:pathLst>
          </a:custGeom>
          <a:solidFill>
            <a:srgbClr val="5F7C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966059" y="4866132"/>
            <a:ext cx="577850" cy="130175"/>
          </a:xfrm>
          <a:custGeom>
            <a:avLst/>
            <a:gdLst/>
            <a:ahLst/>
            <a:cxnLst/>
            <a:rect l="l" t="t" r="r" b="b"/>
            <a:pathLst>
              <a:path w="577850" h="130175">
                <a:moveTo>
                  <a:pt x="216484" y="0"/>
                </a:moveTo>
                <a:lnTo>
                  <a:pt x="187617" y="0"/>
                </a:lnTo>
                <a:lnTo>
                  <a:pt x="187617" y="86601"/>
                </a:lnTo>
                <a:lnTo>
                  <a:pt x="216484" y="86601"/>
                </a:lnTo>
                <a:lnTo>
                  <a:pt x="216484" y="0"/>
                </a:lnTo>
                <a:close/>
              </a:path>
              <a:path w="577850" h="130175">
                <a:moveTo>
                  <a:pt x="389674" y="0"/>
                </a:moveTo>
                <a:lnTo>
                  <a:pt x="360807" y="0"/>
                </a:lnTo>
                <a:lnTo>
                  <a:pt x="360807" y="86601"/>
                </a:lnTo>
                <a:lnTo>
                  <a:pt x="389674" y="86601"/>
                </a:lnTo>
                <a:lnTo>
                  <a:pt x="389674" y="0"/>
                </a:lnTo>
                <a:close/>
              </a:path>
              <a:path w="577850" h="130175">
                <a:moveTo>
                  <a:pt x="577291" y="86868"/>
                </a:moveTo>
                <a:lnTo>
                  <a:pt x="43294" y="86868"/>
                </a:lnTo>
                <a:lnTo>
                  <a:pt x="43294" y="508"/>
                </a:lnTo>
                <a:lnTo>
                  <a:pt x="0" y="508"/>
                </a:lnTo>
                <a:lnTo>
                  <a:pt x="0" y="86868"/>
                </a:lnTo>
                <a:lnTo>
                  <a:pt x="0" y="130048"/>
                </a:lnTo>
                <a:lnTo>
                  <a:pt x="577291" y="130048"/>
                </a:lnTo>
                <a:lnTo>
                  <a:pt x="577291" y="86868"/>
                </a:lnTo>
                <a:close/>
              </a:path>
              <a:path w="577850" h="130175">
                <a:moveTo>
                  <a:pt x="577291" y="0"/>
                </a:moveTo>
                <a:lnTo>
                  <a:pt x="533996" y="0"/>
                </a:lnTo>
                <a:lnTo>
                  <a:pt x="533996" y="86601"/>
                </a:lnTo>
                <a:lnTo>
                  <a:pt x="577291" y="86601"/>
                </a:lnTo>
                <a:lnTo>
                  <a:pt x="577291" y="0"/>
                </a:lnTo>
                <a:close/>
              </a:path>
            </a:pathLst>
          </a:custGeom>
          <a:solidFill>
            <a:srgbClr val="D6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2966060" y="3848599"/>
          <a:ext cx="534034" cy="979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25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5715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5715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57150">
                      <a:solidFill>
                        <a:srgbClr val="66BEFF"/>
                      </a:solidFill>
                      <a:prstDash val="solid"/>
                    </a:lnR>
                    <a:lnT w="5715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5715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762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762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5715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76200">
                      <a:solidFill>
                        <a:srgbClr val="66BE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762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762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57150">
                      <a:solidFill>
                        <a:srgbClr val="66BEFF"/>
                      </a:solidFill>
                      <a:prstDash val="solid"/>
                    </a:lnR>
                    <a:lnT w="762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5715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4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57150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57150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5715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57150">
                      <a:solidFill>
                        <a:srgbClr val="D6D6D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4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D6D6D6"/>
                      </a:solidFill>
                      <a:prstDash val="solid"/>
                    </a:lnL>
                    <a:lnR w="38100">
                      <a:solidFill>
                        <a:srgbClr val="D6D6D6"/>
                      </a:solidFill>
                      <a:prstDash val="solid"/>
                    </a:lnR>
                    <a:lnT w="57150">
                      <a:solidFill>
                        <a:srgbClr val="D6D6D6"/>
                      </a:solidFill>
                      <a:prstDash val="solid"/>
                    </a:lnT>
                    <a:lnB w="38100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D6D6D6"/>
                      </a:solidFill>
                      <a:prstDash val="solid"/>
                    </a:lnL>
                    <a:lnR w="38100">
                      <a:solidFill>
                        <a:srgbClr val="D6D6D6"/>
                      </a:solidFill>
                      <a:prstDash val="solid"/>
                    </a:lnR>
                    <a:lnT w="57150">
                      <a:solidFill>
                        <a:srgbClr val="D6D6D6"/>
                      </a:solidFill>
                      <a:prstDash val="solid"/>
                    </a:lnT>
                    <a:lnB w="38100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D6D6D6"/>
                      </a:solidFill>
                      <a:prstDash val="solid"/>
                    </a:lnL>
                    <a:lnR w="57150">
                      <a:solidFill>
                        <a:srgbClr val="D6D6D6"/>
                      </a:solidFill>
                      <a:prstDash val="solid"/>
                    </a:lnR>
                    <a:lnT w="57150">
                      <a:solidFill>
                        <a:srgbClr val="D6D6D6"/>
                      </a:solidFill>
                      <a:prstDash val="solid"/>
                    </a:lnT>
                    <a:lnB w="38100">
                      <a:solidFill>
                        <a:srgbClr val="D6D6D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5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D6D6D6"/>
                      </a:solidFill>
                      <a:prstDash val="solid"/>
                    </a:lnL>
                    <a:lnR w="38100">
                      <a:solidFill>
                        <a:srgbClr val="D6D6D6"/>
                      </a:solidFill>
                      <a:prstDash val="solid"/>
                    </a:lnR>
                    <a:lnT w="38100">
                      <a:solidFill>
                        <a:srgbClr val="D6D6D6"/>
                      </a:solidFill>
                      <a:prstDash val="solid"/>
                    </a:lnT>
                    <a:lnB w="38100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D6D6D6"/>
                      </a:solidFill>
                      <a:prstDash val="solid"/>
                    </a:lnL>
                    <a:lnR w="38100">
                      <a:solidFill>
                        <a:srgbClr val="D6D6D6"/>
                      </a:solidFill>
                      <a:prstDash val="solid"/>
                    </a:lnR>
                    <a:lnT w="38100">
                      <a:solidFill>
                        <a:srgbClr val="D6D6D6"/>
                      </a:solidFill>
                      <a:prstDash val="solid"/>
                    </a:lnT>
                    <a:lnB w="38100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D6D6D6"/>
                      </a:solidFill>
                      <a:prstDash val="solid"/>
                    </a:lnL>
                    <a:lnR w="57150">
                      <a:solidFill>
                        <a:srgbClr val="D6D6D6"/>
                      </a:solidFill>
                      <a:prstDash val="solid"/>
                    </a:lnR>
                    <a:lnT w="38100">
                      <a:solidFill>
                        <a:srgbClr val="D6D6D6"/>
                      </a:solidFill>
                      <a:prstDash val="solid"/>
                    </a:lnT>
                    <a:lnB w="38100">
                      <a:solidFill>
                        <a:srgbClr val="D6D6D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3" name="object 53"/>
          <p:cNvSpPr/>
          <p:nvPr/>
        </p:nvSpPr>
        <p:spPr>
          <a:xfrm>
            <a:off x="3854551" y="3856227"/>
            <a:ext cx="1112520" cy="763905"/>
          </a:xfrm>
          <a:custGeom>
            <a:avLst/>
            <a:gdLst/>
            <a:ahLst/>
            <a:cxnLst/>
            <a:rect l="l" t="t" r="r" b="b"/>
            <a:pathLst>
              <a:path w="1112520" h="763904">
                <a:moveTo>
                  <a:pt x="1112215" y="0"/>
                </a:moveTo>
                <a:lnTo>
                  <a:pt x="577291" y="0"/>
                </a:lnTo>
                <a:lnTo>
                  <a:pt x="534924" y="0"/>
                </a:lnTo>
                <a:lnTo>
                  <a:pt x="534924" y="129476"/>
                </a:lnTo>
                <a:lnTo>
                  <a:pt x="534924" y="720344"/>
                </a:lnTo>
                <a:lnTo>
                  <a:pt x="43294" y="720344"/>
                </a:lnTo>
                <a:lnTo>
                  <a:pt x="43294" y="633984"/>
                </a:lnTo>
                <a:lnTo>
                  <a:pt x="187617" y="633984"/>
                </a:lnTo>
                <a:lnTo>
                  <a:pt x="187617" y="720077"/>
                </a:lnTo>
                <a:lnTo>
                  <a:pt x="216484" y="720077"/>
                </a:lnTo>
                <a:lnTo>
                  <a:pt x="216484" y="633984"/>
                </a:lnTo>
                <a:lnTo>
                  <a:pt x="360807" y="633984"/>
                </a:lnTo>
                <a:lnTo>
                  <a:pt x="360807" y="720077"/>
                </a:lnTo>
                <a:lnTo>
                  <a:pt x="389674" y="720077"/>
                </a:lnTo>
                <a:lnTo>
                  <a:pt x="389674" y="633984"/>
                </a:lnTo>
                <a:lnTo>
                  <a:pt x="533996" y="633984"/>
                </a:lnTo>
                <a:lnTo>
                  <a:pt x="533996" y="720077"/>
                </a:lnTo>
                <a:lnTo>
                  <a:pt x="534924" y="720077"/>
                </a:lnTo>
                <a:lnTo>
                  <a:pt x="534924" y="604774"/>
                </a:lnTo>
                <a:lnTo>
                  <a:pt x="43294" y="604774"/>
                </a:lnTo>
                <a:lnTo>
                  <a:pt x="43294" y="518414"/>
                </a:lnTo>
                <a:lnTo>
                  <a:pt x="187617" y="518414"/>
                </a:lnTo>
                <a:lnTo>
                  <a:pt x="187617" y="604608"/>
                </a:lnTo>
                <a:lnTo>
                  <a:pt x="216484" y="604608"/>
                </a:lnTo>
                <a:lnTo>
                  <a:pt x="216484" y="518414"/>
                </a:lnTo>
                <a:lnTo>
                  <a:pt x="360807" y="518414"/>
                </a:lnTo>
                <a:lnTo>
                  <a:pt x="360807" y="604608"/>
                </a:lnTo>
                <a:lnTo>
                  <a:pt x="389674" y="604608"/>
                </a:lnTo>
                <a:lnTo>
                  <a:pt x="389674" y="518414"/>
                </a:lnTo>
                <a:lnTo>
                  <a:pt x="533996" y="518414"/>
                </a:lnTo>
                <a:lnTo>
                  <a:pt x="533996" y="604608"/>
                </a:lnTo>
                <a:lnTo>
                  <a:pt x="534924" y="604608"/>
                </a:lnTo>
                <a:lnTo>
                  <a:pt x="534924" y="489204"/>
                </a:lnTo>
                <a:lnTo>
                  <a:pt x="43294" y="489204"/>
                </a:lnTo>
                <a:lnTo>
                  <a:pt x="43294" y="403860"/>
                </a:lnTo>
                <a:lnTo>
                  <a:pt x="187617" y="403860"/>
                </a:lnTo>
                <a:lnTo>
                  <a:pt x="187617" y="489140"/>
                </a:lnTo>
                <a:lnTo>
                  <a:pt x="216484" y="489140"/>
                </a:lnTo>
                <a:lnTo>
                  <a:pt x="216484" y="403860"/>
                </a:lnTo>
                <a:lnTo>
                  <a:pt x="360807" y="403860"/>
                </a:lnTo>
                <a:lnTo>
                  <a:pt x="360807" y="489140"/>
                </a:lnTo>
                <a:lnTo>
                  <a:pt x="389674" y="489140"/>
                </a:lnTo>
                <a:lnTo>
                  <a:pt x="389674" y="403860"/>
                </a:lnTo>
                <a:lnTo>
                  <a:pt x="533996" y="403860"/>
                </a:lnTo>
                <a:lnTo>
                  <a:pt x="533996" y="489140"/>
                </a:lnTo>
                <a:lnTo>
                  <a:pt x="534924" y="489140"/>
                </a:lnTo>
                <a:lnTo>
                  <a:pt x="534924" y="245110"/>
                </a:lnTo>
                <a:lnTo>
                  <a:pt x="533996" y="245110"/>
                </a:lnTo>
                <a:lnTo>
                  <a:pt x="533996" y="274320"/>
                </a:lnTo>
                <a:lnTo>
                  <a:pt x="533996" y="359664"/>
                </a:lnTo>
                <a:lnTo>
                  <a:pt x="389674" y="359664"/>
                </a:lnTo>
                <a:lnTo>
                  <a:pt x="389674" y="274320"/>
                </a:lnTo>
                <a:lnTo>
                  <a:pt x="533996" y="274320"/>
                </a:lnTo>
                <a:lnTo>
                  <a:pt x="533996" y="245110"/>
                </a:lnTo>
                <a:lnTo>
                  <a:pt x="360807" y="245110"/>
                </a:lnTo>
                <a:lnTo>
                  <a:pt x="360807" y="274320"/>
                </a:lnTo>
                <a:lnTo>
                  <a:pt x="360807" y="359664"/>
                </a:lnTo>
                <a:lnTo>
                  <a:pt x="216484" y="359664"/>
                </a:lnTo>
                <a:lnTo>
                  <a:pt x="216484" y="274320"/>
                </a:lnTo>
                <a:lnTo>
                  <a:pt x="360807" y="274320"/>
                </a:lnTo>
                <a:lnTo>
                  <a:pt x="360807" y="245110"/>
                </a:lnTo>
                <a:lnTo>
                  <a:pt x="187617" y="245110"/>
                </a:lnTo>
                <a:lnTo>
                  <a:pt x="187617" y="274320"/>
                </a:lnTo>
                <a:lnTo>
                  <a:pt x="187617" y="359664"/>
                </a:lnTo>
                <a:lnTo>
                  <a:pt x="43294" y="359664"/>
                </a:lnTo>
                <a:lnTo>
                  <a:pt x="43294" y="274320"/>
                </a:lnTo>
                <a:lnTo>
                  <a:pt x="187617" y="274320"/>
                </a:lnTo>
                <a:lnTo>
                  <a:pt x="187617" y="245110"/>
                </a:lnTo>
                <a:lnTo>
                  <a:pt x="43294" y="245110"/>
                </a:lnTo>
                <a:lnTo>
                  <a:pt x="43294" y="158750"/>
                </a:lnTo>
                <a:lnTo>
                  <a:pt x="187617" y="158750"/>
                </a:lnTo>
                <a:lnTo>
                  <a:pt x="187617" y="244944"/>
                </a:lnTo>
                <a:lnTo>
                  <a:pt x="216484" y="244944"/>
                </a:lnTo>
                <a:lnTo>
                  <a:pt x="216484" y="158750"/>
                </a:lnTo>
                <a:lnTo>
                  <a:pt x="360807" y="158750"/>
                </a:lnTo>
                <a:lnTo>
                  <a:pt x="360807" y="244944"/>
                </a:lnTo>
                <a:lnTo>
                  <a:pt x="389674" y="244944"/>
                </a:lnTo>
                <a:lnTo>
                  <a:pt x="389674" y="158750"/>
                </a:lnTo>
                <a:lnTo>
                  <a:pt x="533996" y="158750"/>
                </a:lnTo>
                <a:lnTo>
                  <a:pt x="533996" y="244944"/>
                </a:lnTo>
                <a:lnTo>
                  <a:pt x="534924" y="244944"/>
                </a:lnTo>
                <a:lnTo>
                  <a:pt x="534924" y="129540"/>
                </a:lnTo>
                <a:lnTo>
                  <a:pt x="43294" y="129540"/>
                </a:lnTo>
                <a:lnTo>
                  <a:pt x="43294" y="43180"/>
                </a:lnTo>
                <a:lnTo>
                  <a:pt x="187617" y="43180"/>
                </a:lnTo>
                <a:lnTo>
                  <a:pt x="187617" y="129476"/>
                </a:lnTo>
                <a:lnTo>
                  <a:pt x="216484" y="129476"/>
                </a:lnTo>
                <a:lnTo>
                  <a:pt x="216484" y="43180"/>
                </a:lnTo>
                <a:lnTo>
                  <a:pt x="360807" y="43180"/>
                </a:lnTo>
                <a:lnTo>
                  <a:pt x="360807" y="129476"/>
                </a:lnTo>
                <a:lnTo>
                  <a:pt x="389674" y="129476"/>
                </a:lnTo>
                <a:lnTo>
                  <a:pt x="389674" y="43180"/>
                </a:lnTo>
                <a:lnTo>
                  <a:pt x="533996" y="43180"/>
                </a:lnTo>
                <a:lnTo>
                  <a:pt x="533996" y="129476"/>
                </a:lnTo>
                <a:lnTo>
                  <a:pt x="534924" y="129476"/>
                </a:lnTo>
                <a:lnTo>
                  <a:pt x="534924" y="0"/>
                </a:lnTo>
                <a:lnTo>
                  <a:pt x="0" y="0"/>
                </a:lnTo>
                <a:lnTo>
                  <a:pt x="0" y="43180"/>
                </a:lnTo>
                <a:lnTo>
                  <a:pt x="0" y="129540"/>
                </a:lnTo>
                <a:lnTo>
                  <a:pt x="0" y="763524"/>
                </a:lnTo>
                <a:lnTo>
                  <a:pt x="534924" y="763524"/>
                </a:lnTo>
                <a:lnTo>
                  <a:pt x="577291" y="763524"/>
                </a:lnTo>
                <a:lnTo>
                  <a:pt x="1112215" y="763524"/>
                </a:lnTo>
                <a:lnTo>
                  <a:pt x="1112215" y="720344"/>
                </a:lnTo>
                <a:lnTo>
                  <a:pt x="578218" y="720344"/>
                </a:lnTo>
                <a:lnTo>
                  <a:pt x="578218" y="633984"/>
                </a:lnTo>
                <a:lnTo>
                  <a:pt x="722541" y="633984"/>
                </a:lnTo>
                <a:lnTo>
                  <a:pt x="722541" y="720077"/>
                </a:lnTo>
                <a:lnTo>
                  <a:pt x="751408" y="720077"/>
                </a:lnTo>
                <a:lnTo>
                  <a:pt x="751408" y="633984"/>
                </a:lnTo>
                <a:lnTo>
                  <a:pt x="895731" y="633984"/>
                </a:lnTo>
                <a:lnTo>
                  <a:pt x="895731" y="720077"/>
                </a:lnTo>
                <a:lnTo>
                  <a:pt x="924598" y="720077"/>
                </a:lnTo>
                <a:lnTo>
                  <a:pt x="924598" y="633984"/>
                </a:lnTo>
                <a:lnTo>
                  <a:pt x="1068920" y="633984"/>
                </a:lnTo>
                <a:lnTo>
                  <a:pt x="1068920" y="720077"/>
                </a:lnTo>
                <a:lnTo>
                  <a:pt x="1112215" y="720077"/>
                </a:lnTo>
                <a:lnTo>
                  <a:pt x="1112215" y="633984"/>
                </a:lnTo>
                <a:lnTo>
                  <a:pt x="1112215" y="633476"/>
                </a:lnTo>
                <a:lnTo>
                  <a:pt x="1112215" y="604774"/>
                </a:lnTo>
                <a:lnTo>
                  <a:pt x="578218" y="604774"/>
                </a:lnTo>
                <a:lnTo>
                  <a:pt x="578218" y="518414"/>
                </a:lnTo>
                <a:lnTo>
                  <a:pt x="722541" y="518414"/>
                </a:lnTo>
                <a:lnTo>
                  <a:pt x="722541" y="604608"/>
                </a:lnTo>
                <a:lnTo>
                  <a:pt x="751408" y="604608"/>
                </a:lnTo>
                <a:lnTo>
                  <a:pt x="751408" y="518414"/>
                </a:lnTo>
                <a:lnTo>
                  <a:pt x="895731" y="518414"/>
                </a:lnTo>
                <a:lnTo>
                  <a:pt x="895731" y="604608"/>
                </a:lnTo>
                <a:lnTo>
                  <a:pt x="924598" y="604608"/>
                </a:lnTo>
                <a:lnTo>
                  <a:pt x="924598" y="518414"/>
                </a:lnTo>
                <a:lnTo>
                  <a:pt x="1068920" y="518414"/>
                </a:lnTo>
                <a:lnTo>
                  <a:pt x="1068920" y="604608"/>
                </a:lnTo>
                <a:lnTo>
                  <a:pt x="1112215" y="604608"/>
                </a:lnTo>
                <a:lnTo>
                  <a:pt x="1112215" y="518414"/>
                </a:lnTo>
                <a:lnTo>
                  <a:pt x="1112215" y="518007"/>
                </a:lnTo>
                <a:lnTo>
                  <a:pt x="1112215" y="489204"/>
                </a:lnTo>
                <a:lnTo>
                  <a:pt x="578218" y="489204"/>
                </a:lnTo>
                <a:lnTo>
                  <a:pt x="578218" y="403860"/>
                </a:lnTo>
                <a:lnTo>
                  <a:pt x="722541" y="403860"/>
                </a:lnTo>
                <a:lnTo>
                  <a:pt x="722541" y="489140"/>
                </a:lnTo>
                <a:lnTo>
                  <a:pt x="751408" y="489140"/>
                </a:lnTo>
                <a:lnTo>
                  <a:pt x="751408" y="403860"/>
                </a:lnTo>
                <a:lnTo>
                  <a:pt x="895731" y="403860"/>
                </a:lnTo>
                <a:lnTo>
                  <a:pt x="895731" y="489140"/>
                </a:lnTo>
                <a:lnTo>
                  <a:pt x="924598" y="489140"/>
                </a:lnTo>
                <a:lnTo>
                  <a:pt x="924598" y="403860"/>
                </a:lnTo>
                <a:lnTo>
                  <a:pt x="1068920" y="403860"/>
                </a:lnTo>
                <a:lnTo>
                  <a:pt x="1068920" y="489140"/>
                </a:lnTo>
                <a:lnTo>
                  <a:pt x="1112215" y="489140"/>
                </a:lnTo>
                <a:lnTo>
                  <a:pt x="1112215" y="245110"/>
                </a:lnTo>
                <a:lnTo>
                  <a:pt x="1068920" y="245110"/>
                </a:lnTo>
                <a:lnTo>
                  <a:pt x="1068920" y="274320"/>
                </a:lnTo>
                <a:lnTo>
                  <a:pt x="1068920" y="359664"/>
                </a:lnTo>
                <a:lnTo>
                  <a:pt x="924598" y="359664"/>
                </a:lnTo>
                <a:lnTo>
                  <a:pt x="924598" y="274320"/>
                </a:lnTo>
                <a:lnTo>
                  <a:pt x="1068920" y="274320"/>
                </a:lnTo>
                <a:lnTo>
                  <a:pt x="1068920" y="245110"/>
                </a:lnTo>
                <a:lnTo>
                  <a:pt x="895731" y="245110"/>
                </a:lnTo>
                <a:lnTo>
                  <a:pt x="895731" y="274320"/>
                </a:lnTo>
                <a:lnTo>
                  <a:pt x="895731" y="359664"/>
                </a:lnTo>
                <a:lnTo>
                  <a:pt x="751408" y="359664"/>
                </a:lnTo>
                <a:lnTo>
                  <a:pt x="751408" y="274320"/>
                </a:lnTo>
                <a:lnTo>
                  <a:pt x="895731" y="274320"/>
                </a:lnTo>
                <a:lnTo>
                  <a:pt x="895731" y="245110"/>
                </a:lnTo>
                <a:lnTo>
                  <a:pt x="722541" y="245110"/>
                </a:lnTo>
                <a:lnTo>
                  <a:pt x="722541" y="274320"/>
                </a:lnTo>
                <a:lnTo>
                  <a:pt x="722541" y="359664"/>
                </a:lnTo>
                <a:lnTo>
                  <a:pt x="578218" y="359664"/>
                </a:lnTo>
                <a:lnTo>
                  <a:pt x="578218" y="274320"/>
                </a:lnTo>
                <a:lnTo>
                  <a:pt x="722541" y="274320"/>
                </a:lnTo>
                <a:lnTo>
                  <a:pt x="722541" y="245110"/>
                </a:lnTo>
                <a:lnTo>
                  <a:pt x="578218" y="245110"/>
                </a:lnTo>
                <a:lnTo>
                  <a:pt x="578218" y="158750"/>
                </a:lnTo>
                <a:lnTo>
                  <a:pt x="722541" y="158750"/>
                </a:lnTo>
                <a:lnTo>
                  <a:pt x="722541" y="244944"/>
                </a:lnTo>
                <a:lnTo>
                  <a:pt x="751408" y="244944"/>
                </a:lnTo>
                <a:lnTo>
                  <a:pt x="751408" y="158750"/>
                </a:lnTo>
                <a:lnTo>
                  <a:pt x="895731" y="158750"/>
                </a:lnTo>
                <a:lnTo>
                  <a:pt x="895731" y="244944"/>
                </a:lnTo>
                <a:lnTo>
                  <a:pt x="924598" y="244944"/>
                </a:lnTo>
                <a:lnTo>
                  <a:pt x="924598" y="158750"/>
                </a:lnTo>
                <a:lnTo>
                  <a:pt x="1068920" y="158750"/>
                </a:lnTo>
                <a:lnTo>
                  <a:pt x="1068920" y="244944"/>
                </a:lnTo>
                <a:lnTo>
                  <a:pt x="1112215" y="244944"/>
                </a:lnTo>
                <a:lnTo>
                  <a:pt x="1112215" y="158750"/>
                </a:lnTo>
                <a:lnTo>
                  <a:pt x="1112215" y="158343"/>
                </a:lnTo>
                <a:lnTo>
                  <a:pt x="1112215" y="129540"/>
                </a:lnTo>
                <a:lnTo>
                  <a:pt x="578218" y="129540"/>
                </a:lnTo>
                <a:lnTo>
                  <a:pt x="578218" y="43180"/>
                </a:lnTo>
                <a:lnTo>
                  <a:pt x="722541" y="43180"/>
                </a:lnTo>
                <a:lnTo>
                  <a:pt x="722541" y="129476"/>
                </a:lnTo>
                <a:lnTo>
                  <a:pt x="751408" y="129476"/>
                </a:lnTo>
                <a:lnTo>
                  <a:pt x="751408" y="43180"/>
                </a:lnTo>
                <a:lnTo>
                  <a:pt x="895731" y="43180"/>
                </a:lnTo>
                <a:lnTo>
                  <a:pt x="895731" y="129476"/>
                </a:lnTo>
                <a:lnTo>
                  <a:pt x="924598" y="129476"/>
                </a:lnTo>
                <a:lnTo>
                  <a:pt x="924598" y="43180"/>
                </a:lnTo>
                <a:lnTo>
                  <a:pt x="1068920" y="43180"/>
                </a:lnTo>
                <a:lnTo>
                  <a:pt x="1068920" y="129476"/>
                </a:lnTo>
                <a:lnTo>
                  <a:pt x="1112215" y="129476"/>
                </a:lnTo>
                <a:lnTo>
                  <a:pt x="1112215" y="43180"/>
                </a:lnTo>
                <a:lnTo>
                  <a:pt x="1112215" y="42887"/>
                </a:lnTo>
                <a:lnTo>
                  <a:pt x="1112215" y="0"/>
                </a:lnTo>
                <a:close/>
              </a:path>
            </a:pathLst>
          </a:custGeom>
          <a:solidFill>
            <a:srgbClr val="66BE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7548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Streams</a:t>
            </a:r>
          </a:p>
        </p:txBody>
      </p:sp>
      <p:sp>
        <p:nvSpPr>
          <p:cNvPr id="3" name="object 3"/>
          <p:cNvSpPr/>
          <p:nvPr/>
        </p:nvSpPr>
        <p:spPr>
          <a:xfrm>
            <a:off x="3970477" y="1195603"/>
            <a:ext cx="1209040" cy="1639570"/>
          </a:xfrm>
          <a:custGeom>
            <a:avLst/>
            <a:gdLst/>
            <a:ahLst/>
            <a:cxnLst/>
            <a:rect l="l" t="t" r="r" b="b"/>
            <a:pathLst>
              <a:path w="1209039" h="1639570">
                <a:moveTo>
                  <a:pt x="1208786" y="1121244"/>
                </a:moveTo>
                <a:lnTo>
                  <a:pt x="1192745" y="1160716"/>
                </a:lnTo>
                <a:lnTo>
                  <a:pt x="1147114" y="1197013"/>
                </a:lnTo>
                <a:lnTo>
                  <a:pt x="1079271" y="1227620"/>
                </a:lnTo>
                <a:lnTo>
                  <a:pt x="1079271" y="1423441"/>
                </a:lnTo>
                <a:lnTo>
                  <a:pt x="1076172" y="1441119"/>
                </a:lnTo>
                <a:lnTo>
                  <a:pt x="1067396" y="1454746"/>
                </a:lnTo>
                <a:lnTo>
                  <a:pt x="1053769" y="1463509"/>
                </a:lnTo>
                <a:lnTo>
                  <a:pt x="1036104" y="1466621"/>
                </a:lnTo>
                <a:lnTo>
                  <a:pt x="1018425" y="1463509"/>
                </a:lnTo>
                <a:lnTo>
                  <a:pt x="1004798" y="1454746"/>
                </a:lnTo>
                <a:lnTo>
                  <a:pt x="996035" y="1441119"/>
                </a:lnTo>
                <a:lnTo>
                  <a:pt x="992936" y="1423441"/>
                </a:lnTo>
                <a:lnTo>
                  <a:pt x="996035" y="1405775"/>
                </a:lnTo>
                <a:lnTo>
                  <a:pt x="1004798" y="1392148"/>
                </a:lnTo>
                <a:lnTo>
                  <a:pt x="1018425" y="1383372"/>
                </a:lnTo>
                <a:lnTo>
                  <a:pt x="1036104" y="1380274"/>
                </a:lnTo>
                <a:lnTo>
                  <a:pt x="1053769" y="1383372"/>
                </a:lnTo>
                <a:lnTo>
                  <a:pt x="1067396" y="1392148"/>
                </a:lnTo>
                <a:lnTo>
                  <a:pt x="1076172" y="1405775"/>
                </a:lnTo>
                <a:lnTo>
                  <a:pt x="1079271" y="1423441"/>
                </a:lnTo>
                <a:lnTo>
                  <a:pt x="1079271" y="1227620"/>
                </a:lnTo>
                <a:lnTo>
                  <a:pt x="1031240" y="1243203"/>
                </a:lnTo>
                <a:lnTo>
                  <a:pt x="981824" y="1255864"/>
                </a:lnTo>
                <a:lnTo>
                  <a:pt x="927785" y="1266952"/>
                </a:lnTo>
                <a:lnTo>
                  <a:pt x="869581" y="1276311"/>
                </a:lnTo>
                <a:lnTo>
                  <a:pt x="807681" y="1283817"/>
                </a:lnTo>
                <a:lnTo>
                  <a:pt x="742543" y="1289354"/>
                </a:lnTo>
                <a:lnTo>
                  <a:pt x="674624" y="1292758"/>
                </a:lnTo>
                <a:lnTo>
                  <a:pt x="604393" y="1293926"/>
                </a:lnTo>
                <a:lnTo>
                  <a:pt x="534162" y="1292758"/>
                </a:lnTo>
                <a:lnTo>
                  <a:pt x="466242" y="1289354"/>
                </a:lnTo>
                <a:lnTo>
                  <a:pt x="401104" y="1283817"/>
                </a:lnTo>
                <a:lnTo>
                  <a:pt x="339204" y="1276311"/>
                </a:lnTo>
                <a:lnTo>
                  <a:pt x="281000" y="1266952"/>
                </a:lnTo>
                <a:lnTo>
                  <a:pt x="226961" y="1255864"/>
                </a:lnTo>
                <a:lnTo>
                  <a:pt x="177546" y="1243203"/>
                </a:lnTo>
                <a:lnTo>
                  <a:pt x="133210" y="1229080"/>
                </a:lnTo>
                <a:lnTo>
                  <a:pt x="94437" y="1213637"/>
                </a:lnTo>
                <a:lnTo>
                  <a:pt x="35382" y="1179322"/>
                </a:lnTo>
                <a:lnTo>
                  <a:pt x="4089" y="1141310"/>
                </a:lnTo>
                <a:lnTo>
                  <a:pt x="0" y="1121244"/>
                </a:lnTo>
                <a:lnTo>
                  <a:pt x="0" y="1466621"/>
                </a:lnTo>
                <a:lnTo>
                  <a:pt x="16040" y="1506093"/>
                </a:lnTo>
                <a:lnTo>
                  <a:pt x="61671" y="1542389"/>
                </a:lnTo>
                <a:lnTo>
                  <a:pt x="133210" y="1574457"/>
                </a:lnTo>
                <a:lnTo>
                  <a:pt x="177546" y="1588579"/>
                </a:lnTo>
                <a:lnTo>
                  <a:pt x="226961" y="1601241"/>
                </a:lnTo>
                <a:lnTo>
                  <a:pt x="281000" y="1612328"/>
                </a:lnTo>
                <a:lnTo>
                  <a:pt x="339204" y="1621688"/>
                </a:lnTo>
                <a:lnTo>
                  <a:pt x="401104" y="1629194"/>
                </a:lnTo>
                <a:lnTo>
                  <a:pt x="466242" y="1634731"/>
                </a:lnTo>
                <a:lnTo>
                  <a:pt x="534162" y="1638134"/>
                </a:lnTo>
                <a:lnTo>
                  <a:pt x="604393" y="1639303"/>
                </a:lnTo>
                <a:lnTo>
                  <a:pt x="674624" y="1638134"/>
                </a:lnTo>
                <a:lnTo>
                  <a:pt x="742543" y="1634731"/>
                </a:lnTo>
                <a:lnTo>
                  <a:pt x="807681" y="1629194"/>
                </a:lnTo>
                <a:lnTo>
                  <a:pt x="869581" y="1621688"/>
                </a:lnTo>
                <a:lnTo>
                  <a:pt x="927785" y="1612328"/>
                </a:lnTo>
                <a:lnTo>
                  <a:pt x="981824" y="1601241"/>
                </a:lnTo>
                <a:lnTo>
                  <a:pt x="1031240" y="1588579"/>
                </a:lnTo>
                <a:lnTo>
                  <a:pt x="1075575" y="1574457"/>
                </a:lnTo>
                <a:lnTo>
                  <a:pt x="1114348" y="1559026"/>
                </a:lnTo>
                <a:lnTo>
                  <a:pt x="1173403" y="1524698"/>
                </a:lnTo>
                <a:lnTo>
                  <a:pt x="1204696" y="1486687"/>
                </a:lnTo>
                <a:lnTo>
                  <a:pt x="1208786" y="1466621"/>
                </a:lnTo>
                <a:lnTo>
                  <a:pt x="1208786" y="1380274"/>
                </a:lnTo>
                <a:lnTo>
                  <a:pt x="1208786" y="1293926"/>
                </a:lnTo>
                <a:lnTo>
                  <a:pt x="1208786" y="1121244"/>
                </a:lnTo>
                <a:close/>
              </a:path>
              <a:path w="1209039" h="1639570">
                <a:moveTo>
                  <a:pt x="1208786" y="689521"/>
                </a:moveTo>
                <a:lnTo>
                  <a:pt x="1192745" y="728992"/>
                </a:lnTo>
                <a:lnTo>
                  <a:pt x="1147114" y="765289"/>
                </a:lnTo>
                <a:lnTo>
                  <a:pt x="1079271" y="795896"/>
                </a:lnTo>
                <a:lnTo>
                  <a:pt x="1079271" y="991730"/>
                </a:lnTo>
                <a:lnTo>
                  <a:pt x="1076172" y="1009396"/>
                </a:lnTo>
                <a:lnTo>
                  <a:pt x="1067396" y="1023023"/>
                </a:lnTo>
                <a:lnTo>
                  <a:pt x="1053769" y="1031798"/>
                </a:lnTo>
                <a:lnTo>
                  <a:pt x="1036104" y="1034897"/>
                </a:lnTo>
                <a:lnTo>
                  <a:pt x="1018425" y="1031798"/>
                </a:lnTo>
                <a:lnTo>
                  <a:pt x="1004798" y="1023023"/>
                </a:lnTo>
                <a:lnTo>
                  <a:pt x="996035" y="1009396"/>
                </a:lnTo>
                <a:lnTo>
                  <a:pt x="992936" y="991730"/>
                </a:lnTo>
                <a:lnTo>
                  <a:pt x="996035" y="974051"/>
                </a:lnTo>
                <a:lnTo>
                  <a:pt x="1004798" y="960424"/>
                </a:lnTo>
                <a:lnTo>
                  <a:pt x="1018425" y="951661"/>
                </a:lnTo>
                <a:lnTo>
                  <a:pt x="1036104" y="948550"/>
                </a:lnTo>
                <a:lnTo>
                  <a:pt x="1053769" y="951661"/>
                </a:lnTo>
                <a:lnTo>
                  <a:pt x="1067396" y="960424"/>
                </a:lnTo>
                <a:lnTo>
                  <a:pt x="1076172" y="974051"/>
                </a:lnTo>
                <a:lnTo>
                  <a:pt x="1079271" y="991730"/>
                </a:lnTo>
                <a:lnTo>
                  <a:pt x="1079271" y="795896"/>
                </a:lnTo>
                <a:lnTo>
                  <a:pt x="1031240" y="811479"/>
                </a:lnTo>
                <a:lnTo>
                  <a:pt x="981824" y="824141"/>
                </a:lnTo>
                <a:lnTo>
                  <a:pt x="927785" y="835228"/>
                </a:lnTo>
                <a:lnTo>
                  <a:pt x="869581" y="844588"/>
                </a:lnTo>
                <a:lnTo>
                  <a:pt x="807681" y="852093"/>
                </a:lnTo>
                <a:lnTo>
                  <a:pt x="742543" y="857631"/>
                </a:lnTo>
                <a:lnTo>
                  <a:pt x="674624" y="861034"/>
                </a:lnTo>
                <a:lnTo>
                  <a:pt x="604393" y="862203"/>
                </a:lnTo>
                <a:lnTo>
                  <a:pt x="534162" y="861034"/>
                </a:lnTo>
                <a:lnTo>
                  <a:pt x="466242" y="857631"/>
                </a:lnTo>
                <a:lnTo>
                  <a:pt x="401104" y="852093"/>
                </a:lnTo>
                <a:lnTo>
                  <a:pt x="339204" y="844588"/>
                </a:lnTo>
                <a:lnTo>
                  <a:pt x="281000" y="835228"/>
                </a:lnTo>
                <a:lnTo>
                  <a:pt x="226961" y="824141"/>
                </a:lnTo>
                <a:lnTo>
                  <a:pt x="177546" y="811479"/>
                </a:lnTo>
                <a:lnTo>
                  <a:pt x="133210" y="797356"/>
                </a:lnTo>
                <a:lnTo>
                  <a:pt x="94437" y="781926"/>
                </a:lnTo>
                <a:lnTo>
                  <a:pt x="35382" y="747598"/>
                </a:lnTo>
                <a:lnTo>
                  <a:pt x="4089" y="709587"/>
                </a:lnTo>
                <a:lnTo>
                  <a:pt x="0" y="689521"/>
                </a:lnTo>
                <a:lnTo>
                  <a:pt x="0" y="1034897"/>
                </a:lnTo>
                <a:lnTo>
                  <a:pt x="16040" y="1074369"/>
                </a:lnTo>
                <a:lnTo>
                  <a:pt x="61671" y="1110665"/>
                </a:lnTo>
                <a:lnTo>
                  <a:pt x="133210" y="1142733"/>
                </a:lnTo>
                <a:lnTo>
                  <a:pt x="177546" y="1156855"/>
                </a:lnTo>
                <a:lnTo>
                  <a:pt x="226961" y="1169517"/>
                </a:lnTo>
                <a:lnTo>
                  <a:pt x="281000" y="1180604"/>
                </a:lnTo>
                <a:lnTo>
                  <a:pt x="339204" y="1189964"/>
                </a:lnTo>
                <a:lnTo>
                  <a:pt x="401104" y="1197470"/>
                </a:lnTo>
                <a:lnTo>
                  <a:pt x="466242" y="1203007"/>
                </a:lnTo>
                <a:lnTo>
                  <a:pt x="534162" y="1206423"/>
                </a:lnTo>
                <a:lnTo>
                  <a:pt x="604393" y="1207592"/>
                </a:lnTo>
                <a:lnTo>
                  <a:pt x="674624" y="1206423"/>
                </a:lnTo>
                <a:lnTo>
                  <a:pt x="742543" y="1203007"/>
                </a:lnTo>
                <a:lnTo>
                  <a:pt x="807681" y="1197470"/>
                </a:lnTo>
                <a:lnTo>
                  <a:pt x="869581" y="1189964"/>
                </a:lnTo>
                <a:lnTo>
                  <a:pt x="927785" y="1180604"/>
                </a:lnTo>
                <a:lnTo>
                  <a:pt x="981824" y="1169517"/>
                </a:lnTo>
                <a:lnTo>
                  <a:pt x="1031240" y="1156855"/>
                </a:lnTo>
                <a:lnTo>
                  <a:pt x="1075575" y="1142733"/>
                </a:lnTo>
                <a:lnTo>
                  <a:pt x="1114348" y="1127302"/>
                </a:lnTo>
                <a:lnTo>
                  <a:pt x="1173403" y="1092987"/>
                </a:lnTo>
                <a:lnTo>
                  <a:pt x="1204696" y="1054963"/>
                </a:lnTo>
                <a:lnTo>
                  <a:pt x="1208786" y="1034897"/>
                </a:lnTo>
                <a:lnTo>
                  <a:pt x="1208786" y="948550"/>
                </a:lnTo>
                <a:lnTo>
                  <a:pt x="1208786" y="862203"/>
                </a:lnTo>
                <a:lnTo>
                  <a:pt x="1208786" y="689521"/>
                </a:lnTo>
                <a:close/>
              </a:path>
              <a:path w="1209039" h="1639570">
                <a:moveTo>
                  <a:pt x="1208786" y="257797"/>
                </a:moveTo>
                <a:lnTo>
                  <a:pt x="1192745" y="297268"/>
                </a:lnTo>
                <a:lnTo>
                  <a:pt x="1147114" y="333565"/>
                </a:lnTo>
                <a:lnTo>
                  <a:pt x="1079271" y="364185"/>
                </a:lnTo>
                <a:lnTo>
                  <a:pt x="1079271" y="560006"/>
                </a:lnTo>
                <a:lnTo>
                  <a:pt x="1076172" y="577672"/>
                </a:lnTo>
                <a:lnTo>
                  <a:pt x="1067396" y="591299"/>
                </a:lnTo>
                <a:lnTo>
                  <a:pt x="1053769" y="600075"/>
                </a:lnTo>
                <a:lnTo>
                  <a:pt x="1036104" y="603173"/>
                </a:lnTo>
                <a:lnTo>
                  <a:pt x="1018425" y="600075"/>
                </a:lnTo>
                <a:lnTo>
                  <a:pt x="1004798" y="591299"/>
                </a:lnTo>
                <a:lnTo>
                  <a:pt x="996035" y="577672"/>
                </a:lnTo>
                <a:lnTo>
                  <a:pt x="992924" y="560006"/>
                </a:lnTo>
                <a:lnTo>
                  <a:pt x="996035" y="542328"/>
                </a:lnTo>
                <a:lnTo>
                  <a:pt x="1004798" y="528701"/>
                </a:lnTo>
                <a:lnTo>
                  <a:pt x="1018425" y="519938"/>
                </a:lnTo>
                <a:lnTo>
                  <a:pt x="1036104" y="516826"/>
                </a:lnTo>
                <a:lnTo>
                  <a:pt x="1053769" y="519938"/>
                </a:lnTo>
                <a:lnTo>
                  <a:pt x="1067396" y="528701"/>
                </a:lnTo>
                <a:lnTo>
                  <a:pt x="1076172" y="542328"/>
                </a:lnTo>
                <a:lnTo>
                  <a:pt x="1079271" y="560006"/>
                </a:lnTo>
                <a:lnTo>
                  <a:pt x="1079271" y="364185"/>
                </a:lnTo>
                <a:lnTo>
                  <a:pt x="1031240" y="379755"/>
                </a:lnTo>
                <a:lnTo>
                  <a:pt x="981824" y="392430"/>
                </a:lnTo>
                <a:lnTo>
                  <a:pt x="927785" y="403504"/>
                </a:lnTo>
                <a:lnTo>
                  <a:pt x="869581" y="412864"/>
                </a:lnTo>
                <a:lnTo>
                  <a:pt x="807681" y="420370"/>
                </a:lnTo>
                <a:lnTo>
                  <a:pt x="742543" y="425907"/>
                </a:lnTo>
                <a:lnTo>
                  <a:pt x="674624" y="429323"/>
                </a:lnTo>
                <a:lnTo>
                  <a:pt x="604393" y="430491"/>
                </a:lnTo>
                <a:lnTo>
                  <a:pt x="534162" y="429323"/>
                </a:lnTo>
                <a:lnTo>
                  <a:pt x="466242" y="425907"/>
                </a:lnTo>
                <a:lnTo>
                  <a:pt x="401104" y="420370"/>
                </a:lnTo>
                <a:lnTo>
                  <a:pt x="339204" y="412864"/>
                </a:lnTo>
                <a:lnTo>
                  <a:pt x="281000" y="403504"/>
                </a:lnTo>
                <a:lnTo>
                  <a:pt x="226961" y="392430"/>
                </a:lnTo>
                <a:lnTo>
                  <a:pt x="177546" y="379755"/>
                </a:lnTo>
                <a:lnTo>
                  <a:pt x="133210" y="365645"/>
                </a:lnTo>
                <a:lnTo>
                  <a:pt x="94437" y="350202"/>
                </a:lnTo>
                <a:lnTo>
                  <a:pt x="35382" y="315887"/>
                </a:lnTo>
                <a:lnTo>
                  <a:pt x="4089" y="277863"/>
                </a:lnTo>
                <a:lnTo>
                  <a:pt x="0" y="257797"/>
                </a:lnTo>
                <a:lnTo>
                  <a:pt x="0" y="603173"/>
                </a:lnTo>
                <a:lnTo>
                  <a:pt x="16040" y="642645"/>
                </a:lnTo>
                <a:lnTo>
                  <a:pt x="61671" y="678942"/>
                </a:lnTo>
                <a:lnTo>
                  <a:pt x="133210" y="711022"/>
                </a:lnTo>
                <a:lnTo>
                  <a:pt x="177546" y="725131"/>
                </a:lnTo>
                <a:lnTo>
                  <a:pt x="226961" y="737806"/>
                </a:lnTo>
                <a:lnTo>
                  <a:pt x="281000" y="748880"/>
                </a:lnTo>
                <a:lnTo>
                  <a:pt x="339204" y="758240"/>
                </a:lnTo>
                <a:lnTo>
                  <a:pt x="401104" y="765759"/>
                </a:lnTo>
                <a:lnTo>
                  <a:pt x="466242" y="771283"/>
                </a:lnTo>
                <a:lnTo>
                  <a:pt x="534162" y="774700"/>
                </a:lnTo>
                <a:lnTo>
                  <a:pt x="604393" y="775868"/>
                </a:lnTo>
                <a:lnTo>
                  <a:pt x="674624" y="774700"/>
                </a:lnTo>
                <a:lnTo>
                  <a:pt x="742543" y="771283"/>
                </a:lnTo>
                <a:lnTo>
                  <a:pt x="807681" y="765759"/>
                </a:lnTo>
                <a:lnTo>
                  <a:pt x="869581" y="758240"/>
                </a:lnTo>
                <a:lnTo>
                  <a:pt x="927785" y="748880"/>
                </a:lnTo>
                <a:lnTo>
                  <a:pt x="981824" y="737806"/>
                </a:lnTo>
                <a:lnTo>
                  <a:pt x="1031240" y="725131"/>
                </a:lnTo>
                <a:lnTo>
                  <a:pt x="1075575" y="711022"/>
                </a:lnTo>
                <a:lnTo>
                  <a:pt x="1114348" y="695579"/>
                </a:lnTo>
                <a:lnTo>
                  <a:pt x="1173403" y="661263"/>
                </a:lnTo>
                <a:lnTo>
                  <a:pt x="1204696" y="623239"/>
                </a:lnTo>
                <a:lnTo>
                  <a:pt x="1208786" y="603173"/>
                </a:lnTo>
                <a:lnTo>
                  <a:pt x="1208786" y="516826"/>
                </a:lnTo>
                <a:lnTo>
                  <a:pt x="1208786" y="430491"/>
                </a:lnTo>
                <a:lnTo>
                  <a:pt x="1208786" y="257797"/>
                </a:lnTo>
                <a:close/>
              </a:path>
              <a:path w="1209039" h="1639570">
                <a:moveTo>
                  <a:pt x="1208786" y="171450"/>
                </a:moveTo>
                <a:lnTo>
                  <a:pt x="1192822" y="131864"/>
                </a:lnTo>
                <a:lnTo>
                  <a:pt x="1147356" y="95516"/>
                </a:lnTo>
                <a:lnTo>
                  <a:pt x="1076007" y="63474"/>
                </a:lnTo>
                <a:lnTo>
                  <a:pt x="1031760" y="49377"/>
                </a:lnTo>
                <a:lnTo>
                  <a:pt x="982408" y="36741"/>
                </a:lnTo>
                <a:lnTo>
                  <a:pt x="928408" y="25704"/>
                </a:lnTo>
                <a:lnTo>
                  <a:pt x="808228" y="8890"/>
                </a:lnTo>
                <a:lnTo>
                  <a:pt x="674878" y="0"/>
                </a:lnTo>
                <a:lnTo>
                  <a:pt x="533908" y="0"/>
                </a:lnTo>
                <a:lnTo>
                  <a:pt x="400558" y="8890"/>
                </a:lnTo>
                <a:lnTo>
                  <a:pt x="280390" y="25704"/>
                </a:lnTo>
                <a:lnTo>
                  <a:pt x="226377" y="36741"/>
                </a:lnTo>
                <a:lnTo>
                  <a:pt x="177025" y="49377"/>
                </a:lnTo>
                <a:lnTo>
                  <a:pt x="132778" y="63474"/>
                </a:lnTo>
                <a:lnTo>
                  <a:pt x="94107" y="78892"/>
                </a:lnTo>
                <a:lnTo>
                  <a:pt x="35242" y="113220"/>
                </a:lnTo>
                <a:lnTo>
                  <a:pt x="4064" y="151320"/>
                </a:lnTo>
                <a:lnTo>
                  <a:pt x="0" y="171450"/>
                </a:lnTo>
                <a:lnTo>
                  <a:pt x="4064" y="191592"/>
                </a:lnTo>
                <a:lnTo>
                  <a:pt x="35242" y="229692"/>
                </a:lnTo>
                <a:lnTo>
                  <a:pt x="94107" y="264033"/>
                </a:lnTo>
                <a:lnTo>
                  <a:pt x="132778" y="279463"/>
                </a:lnTo>
                <a:lnTo>
                  <a:pt x="177025" y="293560"/>
                </a:lnTo>
                <a:lnTo>
                  <a:pt x="226377" y="306209"/>
                </a:lnTo>
                <a:lnTo>
                  <a:pt x="280390" y="317258"/>
                </a:lnTo>
                <a:lnTo>
                  <a:pt x="400558" y="334073"/>
                </a:lnTo>
                <a:lnTo>
                  <a:pt x="533908" y="342976"/>
                </a:lnTo>
                <a:lnTo>
                  <a:pt x="674878" y="342976"/>
                </a:lnTo>
                <a:lnTo>
                  <a:pt x="808228" y="334073"/>
                </a:lnTo>
                <a:lnTo>
                  <a:pt x="928408" y="317258"/>
                </a:lnTo>
                <a:lnTo>
                  <a:pt x="982408" y="306209"/>
                </a:lnTo>
                <a:lnTo>
                  <a:pt x="1031760" y="293560"/>
                </a:lnTo>
                <a:lnTo>
                  <a:pt x="1076007" y="279463"/>
                </a:lnTo>
                <a:lnTo>
                  <a:pt x="1114691" y="264033"/>
                </a:lnTo>
                <a:lnTo>
                  <a:pt x="1173543" y="229692"/>
                </a:lnTo>
                <a:lnTo>
                  <a:pt x="1204722" y="191592"/>
                </a:lnTo>
                <a:lnTo>
                  <a:pt x="1208786" y="171450"/>
                </a:lnTo>
                <a:close/>
              </a:path>
            </a:pathLst>
          </a:custGeom>
          <a:solidFill>
            <a:srgbClr val="006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2336" y="3741420"/>
            <a:ext cx="1776222" cy="56464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48741" y="3796080"/>
            <a:ext cx="14655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scources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950717" y="2964433"/>
            <a:ext cx="635000" cy="825500"/>
            <a:chOff x="2950717" y="2964433"/>
            <a:chExt cx="635000" cy="825500"/>
          </a:xfrm>
        </p:grpSpPr>
        <p:sp>
          <p:nvSpPr>
            <p:cNvPr id="7" name="object 7"/>
            <p:cNvSpPr/>
            <p:nvPr/>
          </p:nvSpPr>
          <p:spPr>
            <a:xfrm>
              <a:off x="2963417" y="2977133"/>
              <a:ext cx="609600" cy="800100"/>
            </a:xfrm>
            <a:custGeom>
              <a:avLst/>
              <a:gdLst/>
              <a:ahLst/>
              <a:cxnLst/>
              <a:rect l="l" t="t" r="r" b="b"/>
              <a:pathLst>
                <a:path w="609600" h="800100">
                  <a:moveTo>
                    <a:pt x="507999" y="0"/>
                  </a:moveTo>
                  <a:lnTo>
                    <a:pt x="101600" y="0"/>
                  </a:lnTo>
                  <a:lnTo>
                    <a:pt x="62043" y="7981"/>
                  </a:lnTo>
                  <a:lnTo>
                    <a:pt x="29749" y="29749"/>
                  </a:lnTo>
                  <a:lnTo>
                    <a:pt x="7981" y="62043"/>
                  </a:lnTo>
                  <a:lnTo>
                    <a:pt x="0" y="101600"/>
                  </a:lnTo>
                  <a:lnTo>
                    <a:pt x="0" y="698500"/>
                  </a:lnTo>
                  <a:lnTo>
                    <a:pt x="7981" y="738056"/>
                  </a:lnTo>
                  <a:lnTo>
                    <a:pt x="29749" y="770350"/>
                  </a:lnTo>
                  <a:lnTo>
                    <a:pt x="62043" y="792118"/>
                  </a:lnTo>
                  <a:lnTo>
                    <a:pt x="101600" y="800100"/>
                  </a:lnTo>
                  <a:lnTo>
                    <a:pt x="507999" y="800100"/>
                  </a:lnTo>
                  <a:lnTo>
                    <a:pt x="547556" y="792118"/>
                  </a:lnTo>
                  <a:lnTo>
                    <a:pt x="579850" y="770350"/>
                  </a:lnTo>
                  <a:lnTo>
                    <a:pt x="601618" y="738056"/>
                  </a:lnTo>
                  <a:lnTo>
                    <a:pt x="609599" y="698500"/>
                  </a:lnTo>
                  <a:lnTo>
                    <a:pt x="609599" y="101600"/>
                  </a:lnTo>
                  <a:lnTo>
                    <a:pt x="601618" y="62043"/>
                  </a:lnTo>
                  <a:lnTo>
                    <a:pt x="579850" y="29749"/>
                  </a:lnTo>
                  <a:lnTo>
                    <a:pt x="547556" y="7981"/>
                  </a:lnTo>
                  <a:lnTo>
                    <a:pt x="507999" y="0"/>
                  </a:lnTo>
                  <a:close/>
                </a:path>
              </a:pathLst>
            </a:custGeom>
            <a:solidFill>
              <a:srgbClr val="9B9B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63417" y="2977133"/>
              <a:ext cx="609600" cy="800100"/>
            </a:xfrm>
            <a:custGeom>
              <a:avLst/>
              <a:gdLst/>
              <a:ahLst/>
              <a:cxnLst/>
              <a:rect l="l" t="t" r="r" b="b"/>
              <a:pathLst>
                <a:path w="609600" h="80010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507999" y="0"/>
                  </a:lnTo>
                  <a:lnTo>
                    <a:pt x="547556" y="7981"/>
                  </a:lnTo>
                  <a:lnTo>
                    <a:pt x="579850" y="29749"/>
                  </a:lnTo>
                  <a:lnTo>
                    <a:pt x="601618" y="62043"/>
                  </a:lnTo>
                  <a:lnTo>
                    <a:pt x="609599" y="101600"/>
                  </a:lnTo>
                  <a:lnTo>
                    <a:pt x="609599" y="698500"/>
                  </a:lnTo>
                  <a:lnTo>
                    <a:pt x="601618" y="738056"/>
                  </a:lnTo>
                  <a:lnTo>
                    <a:pt x="579850" y="770350"/>
                  </a:lnTo>
                  <a:lnTo>
                    <a:pt x="547556" y="792118"/>
                  </a:lnTo>
                  <a:lnTo>
                    <a:pt x="507999" y="800100"/>
                  </a:lnTo>
                  <a:lnTo>
                    <a:pt x="101600" y="800100"/>
                  </a:lnTo>
                  <a:lnTo>
                    <a:pt x="62043" y="792118"/>
                  </a:lnTo>
                  <a:lnTo>
                    <a:pt x="29749" y="770350"/>
                  </a:lnTo>
                  <a:lnTo>
                    <a:pt x="7981" y="738056"/>
                  </a:lnTo>
                  <a:lnTo>
                    <a:pt x="0" y="698500"/>
                  </a:lnTo>
                  <a:lnTo>
                    <a:pt x="0" y="101600"/>
                  </a:lnTo>
                  <a:close/>
                </a:path>
              </a:pathLst>
            </a:custGeom>
            <a:ln w="25400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14400" y="2039111"/>
            <a:ext cx="1943100" cy="1737360"/>
            <a:chOff x="914400" y="2039111"/>
            <a:chExt cx="1943100" cy="173736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2039111"/>
              <a:ext cx="751332" cy="173736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6108" y="2935211"/>
              <a:ext cx="1231392" cy="56084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4241" y="2964433"/>
              <a:ext cx="1137920" cy="46418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674241" y="2964433"/>
              <a:ext cx="1137920" cy="464184"/>
            </a:xfrm>
            <a:custGeom>
              <a:avLst/>
              <a:gdLst/>
              <a:ahLst/>
              <a:cxnLst/>
              <a:rect l="l" t="t" r="r" b="b"/>
              <a:pathLst>
                <a:path w="1137920" h="464185">
                  <a:moveTo>
                    <a:pt x="36956" y="0"/>
                  </a:moveTo>
                  <a:lnTo>
                    <a:pt x="1008507" y="242443"/>
                  </a:lnTo>
                  <a:lnTo>
                    <a:pt x="1026921" y="168529"/>
                  </a:lnTo>
                  <a:lnTo>
                    <a:pt x="1137920" y="353187"/>
                  </a:lnTo>
                  <a:lnTo>
                    <a:pt x="953134" y="464185"/>
                  </a:lnTo>
                  <a:lnTo>
                    <a:pt x="971550" y="390271"/>
                  </a:lnTo>
                  <a:lnTo>
                    <a:pt x="0" y="147828"/>
                  </a:lnTo>
                  <a:lnTo>
                    <a:pt x="36956" y="0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081020" y="3149854"/>
            <a:ext cx="3740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5080" indent="-3175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Bahnschrift"/>
                <a:cs typeface="Bahnschrift"/>
              </a:rPr>
              <a:t>Raw </a:t>
            </a:r>
            <a:r>
              <a:rPr sz="1400" spc="-20" dirty="0">
                <a:solidFill>
                  <a:srgbClr val="FFFFFF"/>
                </a:solidFill>
                <a:latin typeface="Bahnschrift"/>
                <a:cs typeface="Bahnschrift"/>
              </a:rPr>
              <a:t>data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721861" y="2964433"/>
            <a:ext cx="1319530" cy="825500"/>
            <a:chOff x="3721861" y="2964433"/>
            <a:chExt cx="1319530" cy="825500"/>
          </a:xfrm>
        </p:grpSpPr>
        <p:sp>
          <p:nvSpPr>
            <p:cNvPr id="16" name="object 16"/>
            <p:cNvSpPr/>
            <p:nvPr/>
          </p:nvSpPr>
          <p:spPr>
            <a:xfrm>
              <a:off x="3734561" y="2977133"/>
              <a:ext cx="1294130" cy="800100"/>
            </a:xfrm>
            <a:custGeom>
              <a:avLst/>
              <a:gdLst/>
              <a:ahLst/>
              <a:cxnLst/>
              <a:rect l="l" t="t" r="r" b="b"/>
              <a:pathLst>
                <a:path w="1294129" h="800100">
                  <a:moveTo>
                    <a:pt x="1160526" y="0"/>
                  </a:moveTo>
                  <a:lnTo>
                    <a:pt x="133350" y="0"/>
                  </a:ln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0" y="666750"/>
                  </a:lnTo>
                  <a:lnTo>
                    <a:pt x="6797" y="708903"/>
                  </a:lnTo>
                  <a:lnTo>
                    <a:pt x="25725" y="745510"/>
                  </a:lnTo>
                  <a:lnTo>
                    <a:pt x="54589" y="774374"/>
                  </a:lnTo>
                  <a:lnTo>
                    <a:pt x="91196" y="793302"/>
                  </a:lnTo>
                  <a:lnTo>
                    <a:pt x="133350" y="800100"/>
                  </a:lnTo>
                  <a:lnTo>
                    <a:pt x="1160526" y="800100"/>
                  </a:lnTo>
                  <a:lnTo>
                    <a:pt x="1202679" y="793302"/>
                  </a:lnTo>
                  <a:lnTo>
                    <a:pt x="1239286" y="774374"/>
                  </a:lnTo>
                  <a:lnTo>
                    <a:pt x="1268150" y="745510"/>
                  </a:lnTo>
                  <a:lnTo>
                    <a:pt x="1287078" y="708903"/>
                  </a:lnTo>
                  <a:lnTo>
                    <a:pt x="1293876" y="666750"/>
                  </a:lnTo>
                  <a:lnTo>
                    <a:pt x="1293876" y="133350"/>
                  </a:lnTo>
                  <a:lnTo>
                    <a:pt x="1287078" y="91196"/>
                  </a:lnTo>
                  <a:lnTo>
                    <a:pt x="1268150" y="54589"/>
                  </a:lnTo>
                  <a:lnTo>
                    <a:pt x="1239286" y="25725"/>
                  </a:lnTo>
                  <a:lnTo>
                    <a:pt x="1202679" y="6797"/>
                  </a:lnTo>
                  <a:lnTo>
                    <a:pt x="1160526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34561" y="2977133"/>
              <a:ext cx="1294130" cy="800100"/>
            </a:xfrm>
            <a:custGeom>
              <a:avLst/>
              <a:gdLst/>
              <a:ahLst/>
              <a:cxnLst/>
              <a:rect l="l" t="t" r="r" b="b"/>
              <a:pathLst>
                <a:path w="1294129" h="800100">
                  <a:moveTo>
                    <a:pt x="0" y="133350"/>
                  </a:moveTo>
                  <a:lnTo>
                    <a:pt x="6797" y="91196"/>
                  </a:lnTo>
                  <a:lnTo>
                    <a:pt x="25725" y="54589"/>
                  </a:lnTo>
                  <a:lnTo>
                    <a:pt x="54589" y="25725"/>
                  </a:lnTo>
                  <a:lnTo>
                    <a:pt x="91196" y="6797"/>
                  </a:lnTo>
                  <a:lnTo>
                    <a:pt x="133350" y="0"/>
                  </a:lnTo>
                  <a:lnTo>
                    <a:pt x="1160526" y="0"/>
                  </a:lnTo>
                  <a:lnTo>
                    <a:pt x="1202679" y="6797"/>
                  </a:lnTo>
                  <a:lnTo>
                    <a:pt x="1239286" y="25725"/>
                  </a:lnTo>
                  <a:lnTo>
                    <a:pt x="1268150" y="54589"/>
                  </a:lnTo>
                  <a:lnTo>
                    <a:pt x="1287078" y="91196"/>
                  </a:lnTo>
                  <a:lnTo>
                    <a:pt x="1293876" y="133350"/>
                  </a:lnTo>
                  <a:lnTo>
                    <a:pt x="1293876" y="666750"/>
                  </a:lnTo>
                  <a:lnTo>
                    <a:pt x="1287078" y="708903"/>
                  </a:lnTo>
                  <a:lnTo>
                    <a:pt x="1268150" y="745510"/>
                  </a:lnTo>
                  <a:lnTo>
                    <a:pt x="1239286" y="774374"/>
                  </a:lnTo>
                  <a:lnTo>
                    <a:pt x="1202679" y="793302"/>
                  </a:lnTo>
                  <a:lnTo>
                    <a:pt x="1160526" y="800100"/>
                  </a:lnTo>
                  <a:lnTo>
                    <a:pt x="133350" y="800100"/>
                  </a:lnTo>
                  <a:lnTo>
                    <a:pt x="91196" y="793302"/>
                  </a:lnTo>
                  <a:lnTo>
                    <a:pt x="54589" y="774374"/>
                  </a:lnTo>
                  <a:lnTo>
                    <a:pt x="25725" y="745510"/>
                  </a:lnTo>
                  <a:lnTo>
                    <a:pt x="6797" y="708903"/>
                  </a:lnTo>
                  <a:lnTo>
                    <a:pt x="0" y="666750"/>
                  </a:lnTo>
                  <a:lnTo>
                    <a:pt x="0" y="133350"/>
                  </a:lnTo>
                  <a:close/>
                </a:path>
              </a:pathLst>
            </a:custGeom>
            <a:ln w="25400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936872" y="3149854"/>
            <a:ext cx="8890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9554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Bahnschrift"/>
                <a:cs typeface="Bahnschrift"/>
              </a:rPr>
              <a:t>Data </a:t>
            </a:r>
            <a:r>
              <a:rPr sz="1400" spc="-10" dirty="0">
                <a:solidFill>
                  <a:srgbClr val="FFFFFF"/>
                </a:solidFill>
                <a:latin typeface="Bahnschrift"/>
                <a:cs typeface="Bahnschrift"/>
              </a:rPr>
              <a:t>integration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177282" y="2967482"/>
            <a:ext cx="1320800" cy="827405"/>
            <a:chOff x="5177282" y="2967482"/>
            <a:chExt cx="1320800" cy="827405"/>
          </a:xfrm>
        </p:grpSpPr>
        <p:sp>
          <p:nvSpPr>
            <p:cNvPr id="20" name="object 20"/>
            <p:cNvSpPr/>
            <p:nvPr/>
          </p:nvSpPr>
          <p:spPr>
            <a:xfrm>
              <a:off x="5189982" y="2980182"/>
              <a:ext cx="1295400" cy="802005"/>
            </a:xfrm>
            <a:custGeom>
              <a:avLst/>
              <a:gdLst/>
              <a:ahLst/>
              <a:cxnLst/>
              <a:rect l="l" t="t" r="r" b="b"/>
              <a:pathLst>
                <a:path w="1295400" h="802004">
                  <a:moveTo>
                    <a:pt x="1161795" y="0"/>
                  </a:moveTo>
                  <a:lnTo>
                    <a:pt x="133603" y="0"/>
                  </a:lnTo>
                  <a:lnTo>
                    <a:pt x="91374" y="6811"/>
                  </a:lnTo>
                  <a:lnTo>
                    <a:pt x="54699" y="25777"/>
                  </a:lnTo>
                  <a:lnTo>
                    <a:pt x="25777" y="54699"/>
                  </a:lnTo>
                  <a:lnTo>
                    <a:pt x="6811" y="91374"/>
                  </a:lnTo>
                  <a:lnTo>
                    <a:pt x="0" y="133604"/>
                  </a:lnTo>
                  <a:lnTo>
                    <a:pt x="0" y="668020"/>
                  </a:lnTo>
                  <a:lnTo>
                    <a:pt x="6811" y="710249"/>
                  </a:lnTo>
                  <a:lnTo>
                    <a:pt x="25777" y="746924"/>
                  </a:lnTo>
                  <a:lnTo>
                    <a:pt x="54699" y="775846"/>
                  </a:lnTo>
                  <a:lnTo>
                    <a:pt x="91374" y="794812"/>
                  </a:lnTo>
                  <a:lnTo>
                    <a:pt x="133603" y="801624"/>
                  </a:lnTo>
                  <a:lnTo>
                    <a:pt x="1161795" y="801624"/>
                  </a:lnTo>
                  <a:lnTo>
                    <a:pt x="1204025" y="794812"/>
                  </a:lnTo>
                  <a:lnTo>
                    <a:pt x="1240700" y="775846"/>
                  </a:lnTo>
                  <a:lnTo>
                    <a:pt x="1269622" y="746924"/>
                  </a:lnTo>
                  <a:lnTo>
                    <a:pt x="1288588" y="710249"/>
                  </a:lnTo>
                  <a:lnTo>
                    <a:pt x="1295400" y="668020"/>
                  </a:lnTo>
                  <a:lnTo>
                    <a:pt x="1295400" y="133604"/>
                  </a:lnTo>
                  <a:lnTo>
                    <a:pt x="1288588" y="91374"/>
                  </a:lnTo>
                  <a:lnTo>
                    <a:pt x="1269622" y="54699"/>
                  </a:lnTo>
                  <a:lnTo>
                    <a:pt x="1240700" y="25777"/>
                  </a:lnTo>
                  <a:lnTo>
                    <a:pt x="1204025" y="6811"/>
                  </a:lnTo>
                  <a:lnTo>
                    <a:pt x="1161795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189982" y="2980182"/>
              <a:ext cx="1295400" cy="802005"/>
            </a:xfrm>
            <a:custGeom>
              <a:avLst/>
              <a:gdLst/>
              <a:ahLst/>
              <a:cxnLst/>
              <a:rect l="l" t="t" r="r" b="b"/>
              <a:pathLst>
                <a:path w="1295400" h="802004">
                  <a:moveTo>
                    <a:pt x="0" y="133604"/>
                  </a:moveTo>
                  <a:lnTo>
                    <a:pt x="6811" y="91374"/>
                  </a:lnTo>
                  <a:lnTo>
                    <a:pt x="25777" y="54699"/>
                  </a:lnTo>
                  <a:lnTo>
                    <a:pt x="54699" y="25777"/>
                  </a:lnTo>
                  <a:lnTo>
                    <a:pt x="91374" y="6811"/>
                  </a:lnTo>
                  <a:lnTo>
                    <a:pt x="133603" y="0"/>
                  </a:lnTo>
                  <a:lnTo>
                    <a:pt x="1161795" y="0"/>
                  </a:lnTo>
                  <a:lnTo>
                    <a:pt x="1204025" y="6811"/>
                  </a:lnTo>
                  <a:lnTo>
                    <a:pt x="1240700" y="25777"/>
                  </a:lnTo>
                  <a:lnTo>
                    <a:pt x="1269622" y="54699"/>
                  </a:lnTo>
                  <a:lnTo>
                    <a:pt x="1288588" y="91374"/>
                  </a:lnTo>
                  <a:lnTo>
                    <a:pt x="1295400" y="133604"/>
                  </a:lnTo>
                  <a:lnTo>
                    <a:pt x="1295400" y="668020"/>
                  </a:lnTo>
                  <a:lnTo>
                    <a:pt x="1288588" y="710249"/>
                  </a:lnTo>
                  <a:lnTo>
                    <a:pt x="1269622" y="746924"/>
                  </a:lnTo>
                  <a:lnTo>
                    <a:pt x="1240700" y="775846"/>
                  </a:lnTo>
                  <a:lnTo>
                    <a:pt x="1204025" y="794812"/>
                  </a:lnTo>
                  <a:lnTo>
                    <a:pt x="1161795" y="801624"/>
                  </a:lnTo>
                  <a:lnTo>
                    <a:pt x="133603" y="801624"/>
                  </a:lnTo>
                  <a:lnTo>
                    <a:pt x="91374" y="794812"/>
                  </a:lnTo>
                  <a:lnTo>
                    <a:pt x="54699" y="775846"/>
                  </a:lnTo>
                  <a:lnTo>
                    <a:pt x="25777" y="746924"/>
                  </a:lnTo>
                  <a:lnTo>
                    <a:pt x="6811" y="710249"/>
                  </a:lnTo>
                  <a:lnTo>
                    <a:pt x="0" y="668020"/>
                  </a:lnTo>
                  <a:lnTo>
                    <a:pt x="0" y="133604"/>
                  </a:lnTo>
                  <a:close/>
                </a:path>
              </a:pathLst>
            </a:custGeom>
            <a:ln w="25400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312409" y="3260597"/>
            <a:ext cx="10509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Bahnschrift"/>
                <a:cs typeface="Bahnschrift"/>
              </a:rPr>
              <a:t>Access</a:t>
            </a:r>
            <a:r>
              <a:rPr sz="1400" spc="120" dirty="0">
                <a:solidFill>
                  <a:srgbClr val="FFFFFF"/>
                </a:solidFill>
                <a:latin typeface="Bahnschrift"/>
                <a:cs typeface="Bahnschrif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Bahnschrift"/>
                <a:cs typeface="Bahnschrift"/>
              </a:rPr>
              <a:t>layer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246873" y="2123185"/>
            <a:ext cx="1252220" cy="1029969"/>
            <a:chOff x="7246873" y="2123185"/>
            <a:chExt cx="1252220" cy="1029969"/>
          </a:xfrm>
        </p:grpSpPr>
        <p:sp>
          <p:nvSpPr>
            <p:cNvPr id="24" name="object 24"/>
            <p:cNvSpPr/>
            <p:nvPr/>
          </p:nvSpPr>
          <p:spPr>
            <a:xfrm>
              <a:off x="7259573" y="2135885"/>
              <a:ext cx="1226820" cy="1004569"/>
            </a:xfrm>
            <a:custGeom>
              <a:avLst/>
              <a:gdLst/>
              <a:ahLst/>
              <a:cxnLst/>
              <a:rect l="l" t="t" r="r" b="b"/>
              <a:pathLst>
                <a:path w="1226820" h="1004569">
                  <a:moveTo>
                    <a:pt x="1059433" y="0"/>
                  </a:moveTo>
                  <a:lnTo>
                    <a:pt x="167385" y="0"/>
                  </a:lnTo>
                  <a:lnTo>
                    <a:pt x="122884" y="5978"/>
                  </a:lnTo>
                  <a:lnTo>
                    <a:pt x="82898" y="22850"/>
                  </a:lnTo>
                  <a:lnTo>
                    <a:pt x="49022" y="49021"/>
                  </a:lnTo>
                  <a:lnTo>
                    <a:pt x="22850" y="82898"/>
                  </a:lnTo>
                  <a:lnTo>
                    <a:pt x="5978" y="122884"/>
                  </a:lnTo>
                  <a:lnTo>
                    <a:pt x="0" y="167386"/>
                  </a:lnTo>
                  <a:lnTo>
                    <a:pt x="0" y="836930"/>
                  </a:lnTo>
                  <a:lnTo>
                    <a:pt x="5978" y="881431"/>
                  </a:lnTo>
                  <a:lnTo>
                    <a:pt x="22850" y="921417"/>
                  </a:lnTo>
                  <a:lnTo>
                    <a:pt x="49022" y="955294"/>
                  </a:lnTo>
                  <a:lnTo>
                    <a:pt x="82898" y="981465"/>
                  </a:lnTo>
                  <a:lnTo>
                    <a:pt x="122884" y="998337"/>
                  </a:lnTo>
                  <a:lnTo>
                    <a:pt x="167385" y="1004315"/>
                  </a:lnTo>
                  <a:lnTo>
                    <a:pt x="1059433" y="1004315"/>
                  </a:lnTo>
                  <a:lnTo>
                    <a:pt x="1103935" y="998337"/>
                  </a:lnTo>
                  <a:lnTo>
                    <a:pt x="1143921" y="981465"/>
                  </a:lnTo>
                  <a:lnTo>
                    <a:pt x="1177798" y="955294"/>
                  </a:lnTo>
                  <a:lnTo>
                    <a:pt x="1203969" y="921417"/>
                  </a:lnTo>
                  <a:lnTo>
                    <a:pt x="1220841" y="881431"/>
                  </a:lnTo>
                  <a:lnTo>
                    <a:pt x="1226820" y="836930"/>
                  </a:lnTo>
                  <a:lnTo>
                    <a:pt x="1226820" y="167386"/>
                  </a:lnTo>
                  <a:lnTo>
                    <a:pt x="1220841" y="122884"/>
                  </a:lnTo>
                  <a:lnTo>
                    <a:pt x="1203969" y="82898"/>
                  </a:lnTo>
                  <a:lnTo>
                    <a:pt x="1177798" y="49022"/>
                  </a:lnTo>
                  <a:lnTo>
                    <a:pt x="1143921" y="22850"/>
                  </a:lnTo>
                  <a:lnTo>
                    <a:pt x="1103935" y="5978"/>
                  </a:lnTo>
                  <a:lnTo>
                    <a:pt x="105943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59573" y="2135885"/>
              <a:ext cx="1226820" cy="1004569"/>
            </a:xfrm>
            <a:custGeom>
              <a:avLst/>
              <a:gdLst/>
              <a:ahLst/>
              <a:cxnLst/>
              <a:rect l="l" t="t" r="r" b="b"/>
              <a:pathLst>
                <a:path w="1226820" h="1004569">
                  <a:moveTo>
                    <a:pt x="0" y="167386"/>
                  </a:moveTo>
                  <a:lnTo>
                    <a:pt x="5978" y="122884"/>
                  </a:lnTo>
                  <a:lnTo>
                    <a:pt x="22850" y="82898"/>
                  </a:lnTo>
                  <a:lnTo>
                    <a:pt x="49022" y="49021"/>
                  </a:lnTo>
                  <a:lnTo>
                    <a:pt x="82898" y="22850"/>
                  </a:lnTo>
                  <a:lnTo>
                    <a:pt x="122884" y="5978"/>
                  </a:lnTo>
                  <a:lnTo>
                    <a:pt x="167385" y="0"/>
                  </a:lnTo>
                  <a:lnTo>
                    <a:pt x="1059433" y="0"/>
                  </a:lnTo>
                  <a:lnTo>
                    <a:pt x="1103935" y="5978"/>
                  </a:lnTo>
                  <a:lnTo>
                    <a:pt x="1143921" y="22850"/>
                  </a:lnTo>
                  <a:lnTo>
                    <a:pt x="1177798" y="49022"/>
                  </a:lnTo>
                  <a:lnTo>
                    <a:pt x="1203969" y="82898"/>
                  </a:lnTo>
                  <a:lnTo>
                    <a:pt x="1220841" y="122884"/>
                  </a:lnTo>
                  <a:lnTo>
                    <a:pt x="1226820" y="167386"/>
                  </a:lnTo>
                  <a:lnTo>
                    <a:pt x="1226820" y="836930"/>
                  </a:lnTo>
                  <a:lnTo>
                    <a:pt x="1220841" y="881431"/>
                  </a:lnTo>
                  <a:lnTo>
                    <a:pt x="1203969" y="921417"/>
                  </a:lnTo>
                  <a:lnTo>
                    <a:pt x="1177798" y="955294"/>
                  </a:lnTo>
                  <a:lnTo>
                    <a:pt x="1143921" y="981465"/>
                  </a:lnTo>
                  <a:lnTo>
                    <a:pt x="1103935" y="998337"/>
                  </a:lnTo>
                  <a:lnTo>
                    <a:pt x="1059433" y="1004315"/>
                  </a:lnTo>
                  <a:lnTo>
                    <a:pt x="167385" y="1004315"/>
                  </a:lnTo>
                  <a:lnTo>
                    <a:pt x="122884" y="998337"/>
                  </a:lnTo>
                  <a:lnTo>
                    <a:pt x="82898" y="981465"/>
                  </a:lnTo>
                  <a:lnTo>
                    <a:pt x="49022" y="955294"/>
                  </a:lnTo>
                  <a:lnTo>
                    <a:pt x="22850" y="921417"/>
                  </a:lnTo>
                  <a:lnTo>
                    <a:pt x="5978" y="881431"/>
                  </a:lnTo>
                  <a:lnTo>
                    <a:pt x="0" y="836930"/>
                  </a:lnTo>
                  <a:lnTo>
                    <a:pt x="0" y="167386"/>
                  </a:lnTo>
                  <a:close/>
                </a:path>
              </a:pathLst>
            </a:custGeom>
            <a:ln w="25400">
              <a:solidFill>
                <a:srgbClr val="9B9B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3482340" y="3098279"/>
            <a:ext cx="3584575" cy="521334"/>
            <a:chOff x="3482340" y="3098279"/>
            <a:chExt cx="3584575" cy="521334"/>
          </a:xfrm>
        </p:grpSpPr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82340" y="3211080"/>
              <a:ext cx="434339" cy="40841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29584" y="3244595"/>
              <a:ext cx="342900" cy="3048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529584" y="3244595"/>
              <a:ext cx="342900" cy="304800"/>
            </a:xfrm>
            <a:custGeom>
              <a:avLst/>
              <a:gdLst/>
              <a:ahLst/>
              <a:cxnLst/>
              <a:rect l="l" t="t" r="r" b="b"/>
              <a:pathLst>
                <a:path w="342900" h="304800">
                  <a:moveTo>
                    <a:pt x="0" y="76200"/>
                  </a:moveTo>
                  <a:lnTo>
                    <a:pt x="190500" y="76200"/>
                  </a:lnTo>
                  <a:lnTo>
                    <a:pt x="190500" y="0"/>
                  </a:lnTo>
                  <a:lnTo>
                    <a:pt x="342900" y="152400"/>
                  </a:lnTo>
                  <a:lnTo>
                    <a:pt x="190500" y="304800"/>
                  </a:lnTo>
                  <a:lnTo>
                    <a:pt x="190500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79848" y="3191268"/>
              <a:ext cx="435851" cy="40841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27092" y="3224784"/>
              <a:ext cx="344424" cy="3048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927092" y="3224784"/>
              <a:ext cx="344805" cy="304800"/>
            </a:xfrm>
            <a:custGeom>
              <a:avLst/>
              <a:gdLst/>
              <a:ahLst/>
              <a:cxnLst/>
              <a:rect l="l" t="t" r="r" b="b"/>
              <a:pathLst>
                <a:path w="344804" h="304800">
                  <a:moveTo>
                    <a:pt x="0" y="76200"/>
                  </a:moveTo>
                  <a:lnTo>
                    <a:pt x="192024" y="76200"/>
                  </a:lnTo>
                  <a:lnTo>
                    <a:pt x="192024" y="0"/>
                  </a:lnTo>
                  <a:lnTo>
                    <a:pt x="344424" y="152400"/>
                  </a:lnTo>
                  <a:lnTo>
                    <a:pt x="192024" y="304800"/>
                  </a:lnTo>
                  <a:lnTo>
                    <a:pt x="192024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73952" y="3098279"/>
              <a:ext cx="592810" cy="46940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22847" y="3130295"/>
              <a:ext cx="499236" cy="37287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522847" y="3130295"/>
              <a:ext cx="499745" cy="373380"/>
            </a:xfrm>
            <a:custGeom>
              <a:avLst/>
              <a:gdLst/>
              <a:ahLst/>
              <a:cxnLst/>
              <a:rect l="l" t="t" r="r" b="b"/>
              <a:pathLst>
                <a:path w="499745" h="373379">
                  <a:moveTo>
                    <a:pt x="0" y="210693"/>
                  </a:moveTo>
                  <a:lnTo>
                    <a:pt x="302259" y="81153"/>
                  </a:lnTo>
                  <a:lnTo>
                    <a:pt x="267461" y="0"/>
                  </a:lnTo>
                  <a:lnTo>
                    <a:pt x="499236" y="92710"/>
                  </a:lnTo>
                  <a:lnTo>
                    <a:pt x="406526" y="324358"/>
                  </a:lnTo>
                  <a:lnTo>
                    <a:pt x="371855" y="243331"/>
                  </a:lnTo>
                  <a:lnTo>
                    <a:pt x="69469" y="372872"/>
                  </a:lnTo>
                  <a:lnTo>
                    <a:pt x="0" y="210693"/>
                  </a:lnTo>
                  <a:close/>
                </a:path>
              </a:pathLst>
            </a:custGeom>
            <a:ln w="9524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332091" y="2813685"/>
            <a:ext cx="10617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52525"/>
                </a:solidFill>
                <a:latin typeface="Bahnschrift"/>
                <a:cs typeface="Bahnschrift"/>
              </a:rPr>
              <a:t>Data</a:t>
            </a:r>
            <a:r>
              <a:rPr sz="1400" spc="100" dirty="0">
                <a:solidFill>
                  <a:srgbClr val="252525"/>
                </a:solidFill>
                <a:latin typeface="Bahnschrift"/>
                <a:cs typeface="Bahnschrift"/>
              </a:rPr>
              <a:t> </a:t>
            </a:r>
            <a:r>
              <a:rPr sz="1400" spc="-10" dirty="0">
                <a:solidFill>
                  <a:srgbClr val="252525"/>
                </a:solidFill>
                <a:latin typeface="Bahnschrift"/>
                <a:cs typeface="Bahnschrift"/>
              </a:rPr>
              <a:t>Science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688580" y="2418588"/>
            <a:ext cx="365760" cy="289560"/>
            <a:chOff x="7688580" y="2418588"/>
            <a:chExt cx="365760" cy="289560"/>
          </a:xfrm>
        </p:grpSpPr>
        <p:sp>
          <p:nvSpPr>
            <p:cNvPr id="38" name="object 38"/>
            <p:cNvSpPr/>
            <p:nvPr/>
          </p:nvSpPr>
          <p:spPr>
            <a:xfrm>
              <a:off x="7688580" y="2418588"/>
              <a:ext cx="365760" cy="289560"/>
            </a:xfrm>
            <a:custGeom>
              <a:avLst/>
              <a:gdLst/>
              <a:ahLst/>
              <a:cxnLst/>
              <a:rect l="l" t="t" r="r" b="b"/>
              <a:pathLst>
                <a:path w="365759" h="289560">
                  <a:moveTo>
                    <a:pt x="360299" y="216662"/>
                  </a:moveTo>
                  <a:lnTo>
                    <a:pt x="4572" y="216662"/>
                  </a:lnTo>
                  <a:lnTo>
                    <a:pt x="0" y="222123"/>
                  </a:lnTo>
                  <a:lnTo>
                    <a:pt x="0" y="253111"/>
                  </a:lnTo>
                  <a:lnTo>
                    <a:pt x="2720" y="266842"/>
                  </a:lnTo>
                  <a:lnTo>
                    <a:pt x="10144" y="278479"/>
                  </a:lnTo>
                  <a:lnTo>
                    <a:pt x="21163" y="286543"/>
                  </a:lnTo>
                  <a:lnTo>
                    <a:pt x="34671" y="289560"/>
                  </a:lnTo>
                  <a:lnTo>
                    <a:pt x="330200" y="289560"/>
                  </a:lnTo>
                  <a:lnTo>
                    <a:pt x="343846" y="286686"/>
                  </a:lnTo>
                  <a:lnTo>
                    <a:pt x="355171" y="278860"/>
                  </a:lnTo>
                  <a:lnTo>
                    <a:pt x="362900" y="267271"/>
                  </a:lnTo>
                  <a:lnTo>
                    <a:pt x="363554" y="264032"/>
                  </a:lnTo>
                  <a:lnTo>
                    <a:pt x="28321" y="264032"/>
                  </a:lnTo>
                  <a:lnTo>
                    <a:pt x="22860" y="258572"/>
                  </a:lnTo>
                  <a:lnTo>
                    <a:pt x="22860" y="240411"/>
                  </a:lnTo>
                  <a:lnTo>
                    <a:pt x="365760" y="240411"/>
                  </a:lnTo>
                  <a:lnTo>
                    <a:pt x="365760" y="221234"/>
                  </a:lnTo>
                  <a:lnTo>
                    <a:pt x="360299" y="216662"/>
                  </a:lnTo>
                  <a:close/>
                </a:path>
                <a:path w="365759" h="289560">
                  <a:moveTo>
                    <a:pt x="365760" y="240411"/>
                  </a:moveTo>
                  <a:lnTo>
                    <a:pt x="342011" y="240411"/>
                  </a:lnTo>
                  <a:lnTo>
                    <a:pt x="342011" y="258572"/>
                  </a:lnTo>
                  <a:lnTo>
                    <a:pt x="335661" y="264032"/>
                  </a:lnTo>
                  <a:lnTo>
                    <a:pt x="363554" y="264032"/>
                  </a:lnTo>
                  <a:lnTo>
                    <a:pt x="365760" y="253111"/>
                  </a:lnTo>
                  <a:lnTo>
                    <a:pt x="365760" y="240411"/>
                  </a:lnTo>
                  <a:close/>
                </a:path>
                <a:path w="365759" h="289560">
                  <a:moveTo>
                    <a:pt x="306450" y="0"/>
                  </a:moveTo>
                  <a:lnTo>
                    <a:pt x="59309" y="0"/>
                  </a:lnTo>
                  <a:lnTo>
                    <a:pt x="44532" y="2998"/>
                  </a:lnTo>
                  <a:lnTo>
                    <a:pt x="44963" y="2998"/>
                  </a:lnTo>
                  <a:lnTo>
                    <a:pt x="33559" y="10699"/>
                  </a:lnTo>
                  <a:lnTo>
                    <a:pt x="25733" y="22288"/>
                  </a:lnTo>
                  <a:lnTo>
                    <a:pt x="22860" y="36449"/>
                  </a:lnTo>
                  <a:lnTo>
                    <a:pt x="22860" y="216662"/>
                  </a:lnTo>
                  <a:lnTo>
                    <a:pt x="47371" y="216662"/>
                  </a:lnTo>
                  <a:lnTo>
                    <a:pt x="47371" y="36449"/>
                  </a:lnTo>
                  <a:lnTo>
                    <a:pt x="46481" y="36449"/>
                  </a:lnTo>
                  <a:lnTo>
                    <a:pt x="46481" y="30099"/>
                  </a:lnTo>
                  <a:lnTo>
                    <a:pt x="51943" y="24637"/>
                  </a:lnTo>
                  <a:lnTo>
                    <a:pt x="339561" y="24637"/>
                  </a:lnTo>
                  <a:lnTo>
                    <a:pt x="339151" y="22663"/>
                  </a:lnTo>
                  <a:lnTo>
                    <a:pt x="331422" y="11033"/>
                  </a:lnTo>
                  <a:lnTo>
                    <a:pt x="320097" y="2998"/>
                  </a:lnTo>
                  <a:lnTo>
                    <a:pt x="306450" y="0"/>
                  </a:lnTo>
                  <a:close/>
                </a:path>
                <a:path w="365759" h="289560">
                  <a:moveTo>
                    <a:pt x="339561" y="24637"/>
                  </a:moveTo>
                  <a:lnTo>
                    <a:pt x="313817" y="24637"/>
                  </a:lnTo>
                  <a:lnTo>
                    <a:pt x="319277" y="30099"/>
                  </a:lnTo>
                  <a:lnTo>
                    <a:pt x="319277" y="216662"/>
                  </a:lnTo>
                  <a:lnTo>
                    <a:pt x="342011" y="216662"/>
                  </a:lnTo>
                  <a:lnTo>
                    <a:pt x="342011" y="36449"/>
                  </a:lnTo>
                  <a:lnTo>
                    <a:pt x="339561" y="24637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776972" y="2491740"/>
              <a:ext cx="169163" cy="120396"/>
            </a:xfrm>
            <a:prstGeom prst="rect">
              <a:avLst/>
            </a:prstGeom>
          </p:spPr>
        </p:pic>
      </p:grpSp>
      <p:grpSp>
        <p:nvGrpSpPr>
          <p:cNvPr id="40" name="object 40"/>
          <p:cNvGrpSpPr/>
          <p:nvPr/>
        </p:nvGrpSpPr>
        <p:grpSpPr>
          <a:xfrm>
            <a:off x="7246873" y="978661"/>
            <a:ext cx="1258570" cy="1028700"/>
            <a:chOff x="7246873" y="978661"/>
            <a:chExt cx="1258570" cy="1028700"/>
          </a:xfrm>
        </p:grpSpPr>
        <p:sp>
          <p:nvSpPr>
            <p:cNvPr id="41" name="object 41"/>
            <p:cNvSpPr/>
            <p:nvPr/>
          </p:nvSpPr>
          <p:spPr>
            <a:xfrm>
              <a:off x="7259573" y="991361"/>
              <a:ext cx="1233170" cy="1003300"/>
            </a:xfrm>
            <a:custGeom>
              <a:avLst/>
              <a:gdLst/>
              <a:ahLst/>
              <a:cxnLst/>
              <a:rect l="l" t="t" r="r" b="b"/>
              <a:pathLst>
                <a:path w="1233170" h="1003300">
                  <a:moveTo>
                    <a:pt x="1065783" y="0"/>
                  </a:moveTo>
                  <a:lnTo>
                    <a:pt x="167131" y="0"/>
                  </a:lnTo>
                  <a:lnTo>
                    <a:pt x="122693" y="5968"/>
                  </a:lnTo>
                  <a:lnTo>
                    <a:pt x="82766" y="22812"/>
                  </a:lnTo>
                  <a:lnTo>
                    <a:pt x="48942" y="48942"/>
                  </a:lnTo>
                  <a:lnTo>
                    <a:pt x="22812" y="82766"/>
                  </a:lnTo>
                  <a:lnTo>
                    <a:pt x="5968" y="122693"/>
                  </a:lnTo>
                  <a:lnTo>
                    <a:pt x="0" y="167132"/>
                  </a:lnTo>
                  <a:lnTo>
                    <a:pt x="0" y="835660"/>
                  </a:lnTo>
                  <a:lnTo>
                    <a:pt x="5968" y="880098"/>
                  </a:lnTo>
                  <a:lnTo>
                    <a:pt x="22812" y="920025"/>
                  </a:lnTo>
                  <a:lnTo>
                    <a:pt x="48942" y="953849"/>
                  </a:lnTo>
                  <a:lnTo>
                    <a:pt x="82766" y="979979"/>
                  </a:lnTo>
                  <a:lnTo>
                    <a:pt x="122693" y="996823"/>
                  </a:lnTo>
                  <a:lnTo>
                    <a:pt x="167131" y="1002792"/>
                  </a:lnTo>
                  <a:lnTo>
                    <a:pt x="1065783" y="1002792"/>
                  </a:lnTo>
                  <a:lnTo>
                    <a:pt x="1110222" y="996823"/>
                  </a:lnTo>
                  <a:lnTo>
                    <a:pt x="1150149" y="979979"/>
                  </a:lnTo>
                  <a:lnTo>
                    <a:pt x="1183973" y="953849"/>
                  </a:lnTo>
                  <a:lnTo>
                    <a:pt x="1210103" y="920025"/>
                  </a:lnTo>
                  <a:lnTo>
                    <a:pt x="1226947" y="880098"/>
                  </a:lnTo>
                  <a:lnTo>
                    <a:pt x="1232916" y="835660"/>
                  </a:lnTo>
                  <a:lnTo>
                    <a:pt x="1232916" y="167132"/>
                  </a:lnTo>
                  <a:lnTo>
                    <a:pt x="1226947" y="122693"/>
                  </a:lnTo>
                  <a:lnTo>
                    <a:pt x="1210103" y="82766"/>
                  </a:lnTo>
                  <a:lnTo>
                    <a:pt x="1183973" y="48942"/>
                  </a:lnTo>
                  <a:lnTo>
                    <a:pt x="1150149" y="22812"/>
                  </a:lnTo>
                  <a:lnTo>
                    <a:pt x="1110222" y="5968"/>
                  </a:lnTo>
                  <a:lnTo>
                    <a:pt x="106578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259573" y="991361"/>
              <a:ext cx="1233170" cy="1003300"/>
            </a:xfrm>
            <a:custGeom>
              <a:avLst/>
              <a:gdLst/>
              <a:ahLst/>
              <a:cxnLst/>
              <a:rect l="l" t="t" r="r" b="b"/>
              <a:pathLst>
                <a:path w="1233170" h="1003300">
                  <a:moveTo>
                    <a:pt x="0" y="167132"/>
                  </a:moveTo>
                  <a:lnTo>
                    <a:pt x="5968" y="122693"/>
                  </a:lnTo>
                  <a:lnTo>
                    <a:pt x="22812" y="82766"/>
                  </a:lnTo>
                  <a:lnTo>
                    <a:pt x="48942" y="48942"/>
                  </a:lnTo>
                  <a:lnTo>
                    <a:pt x="82766" y="22812"/>
                  </a:lnTo>
                  <a:lnTo>
                    <a:pt x="122693" y="5968"/>
                  </a:lnTo>
                  <a:lnTo>
                    <a:pt x="167131" y="0"/>
                  </a:lnTo>
                  <a:lnTo>
                    <a:pt x="1065783" y="0"/>
                  </a:lnTo>
                  <a:lnTo>
                    <a:pt x="1110222" y="5968"/>
                  </a:lnTo>
                  <a:lnTo>
                    <a:pt x="1150149" y="22812"/>
                  </a:lnTo>
                  <a:lnTo>
                    <a:pt x="1183973" y="48942"/>
                  </a:lnTo>
                  <a:lnTo>
                    <a:pt x="1210103" y="82766"/>
                  </a:lnTo>
                  <a:lnTo>
                    <a:pt x="1226947" y="122693"/>
                  </a:lnTo>
                  <a:lnTo>
                    <a:pt x="1232916" y="167132"/>
                  </a:lnTo>
                  <a:lnTo>
                    <a:pt x="1232916" y="835660"/>
                  </a:lnTo>
                  <a:lnTo>
                    <a:pt x="1226947" y="880098"/>
                  </a:lnTo>
                  <a:lnTo>
                    <a:pt x="1210103" y="920025"/>
                  </a:lnTo>
                  <a:lnTo>
                    <a:pt x="1183973" y="953849"/>
                  </a:lnTo>
                  <a:lnTo>
                    <a:pt x="1150149" y="979979"/>
                  </a:lnTo>
                  <a:lnTo>
                    <a:pt x="1110222" y="996823"/>
                  </a:lnTo>
                  <a:lnTo>
                    <a:pt x="1065783" y="1002792"/>
                  </a:lnTo>
                  <a:lnTo>
                    <a:pt x="167131" y="1002792"/>
                  </a:lnTo>
                  <a:lnTo>
                    <a:pt x="122693" y="996823"/>
                  </a:lnTo>
                  <a:lnTo>
                    <a:pt x="82766" y="979979"/>
                  </a:lnTo>
                  <a:lnTo>
                    <a:pt x="48942" y="953849"/>
                  </a:lnTo>
                  <a:lnTo>
                    <a:pt x="22812" y="920025"/>
                  </a:lnTo>
                  <a:lnTo>
                    <a:pt x="5968" y="880098"/>
                  </a:lnTo>
                  <a:lnTo>
                    <a:pt x="0" y="835660"/>
                  </a:lnTo>
                  <a:lnTo>
                    <a:pt x="0" y="167132"/>
                  </a:lnTo>
                  <a:close/>
                </a:path>
              </a:pathLst>
            </a:custGeom>
            <a:ln w="25400">
              <a:solidFill>
                <a:srgbClr val="9B9B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665719" y="1264919"/>
              <a:ext cx="346075" cy="318770"/>
            </a:xfrm>
            <a:custGeom>
              <a:avLst/>
              <a:gdLst/>
              <a:ahLst/>
              <a:cxnLst/>
              <a:rect l="l" t="t" r="r" b="b"/>
              <a:pathLst>
                <a:path w="346075" h="318769">
                  <a:moveTo>
                    <a:pt x="179831" y="0"/>
                  </a:moveTo>
                  <a:lnTo>
                    <a:pt x="172974" y="0"/>
                  </a:lnTo>
                  <a:lnTo>
                    <a:pt x="126867" y="5729"/>
                  </a:lnTo>
                  <a:lnTo>
                    <a:pt x="85513" y="21872"/>
                  </a:lnTo>
                  <a:lnTo>
                    <a:pt x="50530" y="46862"/>
                  </a:lnTo>
                  <a:lnTo>
                    <a:pt x="23537" y="79135"/>
                  </a:lnTo>
                  <a:lnTo>
                    <a:pt x="6154" y="117122"/>
                  </a:lnTo>
                  <a:lnTo>
                    <a:pt x="0" y="159257"/>
                  </a:lnTo>
                  <a:lnTo>
                    <a:pt x="6154" y="201393"/>
                  </a:lnTo>
                  <a:lnTo>
                    <a:pt x="23537" y="239380"/>
                  </a:lnTo>
                  <a:lnTo>
                    <a:pt x="50530" y="271652"/>
                  </a:lnTo>
                  <a:lnTo>
                    <a:pt x="85513" y="296643"/>
                  </a:lnTo>
                  <a:lnTo>
                    <a:pt x="126867" y="312786"/>
                  </a:lnTo>
                  <a:lnTo>
                    <a:pt x="172974" y="318515"/>
                  </a:lnTo>
                  <a:lnTo>
                    <a:pt x="218727" y="312786"/>
                  </a:lnTo>
                  <a:lnTo>
                    <a:pt x="259983" y="296643"/>
                  </a:lnTo>
                  <a:lnTo>
                    <a:pt x="262437" y="294893"/>
                  </a:lnTo>
                  <a:lnTo>
                    <a:pt x="171957" y="294893"/>
                  </a:lnTo>
                  <a:lnTo>
                    <a:pt x="125145" y="288042"/>
                  </a:lnTo>
                  <a:lnTo>
                    <a:pt x="84703" y="268912"/>
                  </a:lnTo>
                  <a:lnTo>
                    <a:pt x="52948" y="239645"/>
                  </a:lnTo>
                  <a:lnTo>
                    <a:pt x="32197" y="202381"/>
                  </a:lnTo>
                  <a:lnTo>
                    <a:pt x="24764" y="159257"/>
                  </a:lnTo>
                  <a:lnTo>
                    <a:pt x="35204" y="109525"/>
                  </a:lnTo>
                  <a:lnTo>
                    <a:pt x="63801" y="67913"/>
                  </a:lnTo>
                  <a:lnTo>
                    <a:pt x="106471" y="38064"/>
                  </a:lnTo>
                  <a:lnTo>
                    <a:pt x="159130" y="23621"/>
                  </a:lnTo>
                  <a:lnTo>
                    <a:pt x="185800" y="23621"/>
                  </a:lnTo>
                  <a:lnTo>
                    <a:pt x="185800" y="11810"/>
                  </a:lnTo>
                  <a:lnTo>
                    <a:pt x="184784" y="4571"/>
                  </a:lnTo>
                  <a:lnTo>
                    <a:pt x="179831" y="0"/>
                  </a:lnTo>
                  <a:close/>
                </a:path>
                <a:path w="346075" h="318769">
                  <a:moveTo>
                    <a:pt x="185800" y="23621"/>
                  </a:moveTo>
                  <a:lnTo>
                    <a:pt x="159130" y="23621"/>
                  </a:lnTo>
                  <a:lnTo>
                    <a:pt x="159130" y="166496"/>
                  </a:lnTo>
                  <a:lnTo>
                    <a:pt x="165100" y="171068"/>
                  </a:lnTo>
                  <a:lnTo>
                    <a:pt x="318261" y="171068"/>
                  </a:lnTo>
                  <a:lnTo>
                    <a:pt x="308154" y="210525"/>
                  </a:lnTo>
                  <a:lnTo>
                    <a:pt x="286386" y="244556"/>
                  </a:lnTo>
                  <a:lnTo>
                    <a:pt x="255040" y="271241"/>
                  </a:lnTo>
                  <a:lnTo>
                    <a:pt x="216202" y="288660"/>
                  </a:lnTo>
                  <a:lnTo>
                    <a:pt x="171957" y="294893"/>
                  </a:lnTo>
                  <a:lnTo>
                    <a:pt x="262437" y="294893"/>
                  </a:lnTo>
                  <a:lnTo>
                    <a:pt x="295036" y="271652"/>
                  </a:lnTo>
                  <a:lnTo>
                    <a:pt x="322184" y="239380"/>
                  </a:lnTo>
                  <a:lnTo>
                    <a:pt x="339723" y="201393"/>
                  </a:lnTo>
                  <a:lnTo>
                    <a:pt x="345948" y="159257"/>
                  </a:lnTo>
                  <a:lnTo>
                    <a:pt x="345948" y="152907"/>
                  </a:lnTo>
                  <a:lnTo>
                    <a:pt x="339089" y="147446"/>
                  </a:lnTo>
                  <a:lnTo>
                    <a:pt x="185800" y="147446"/>
                  </a:lnTo>
                  <a:lnTo>
                    <a:pt x="185800" y="23621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76031" y="1217675"/>
              <a:ext cx="187451" cy="172212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7463408" y="1668272"/>
            <a:ext cx="8064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252525"/>
                </a:solidFill>
                <a:latin typeface="Bahnschrift"/>
                <a:cs typeface="Bahnschrift"/>
              </a:rPr>
              <a:t>Reporting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246873" y="3270758"/>
            <a:ext cx="1252220" cy="1029969"/>
            <a:chOff x="7246873" y="3270758"/>
            <a:chExt cx="1252220" cy="1029969"/>
          </a:xfrm>
        </p:grpSpPr>
        <p:sp>
          <p:nvSpPr>
            <p:cNvPr id="47" name="object 47"/>
            <p:cNvSpPr/>
            <p:nvPr/>
          </p:nvSpPr>
          <p:spPr>
            <a:xfrm>
              <a:off x="7259573" y="3283458"/>
              <a:ext cx="1226820" cy="1004569"/>
            </a:xfrm>
            <a:custGeom>
              <a:avLst/>
              <a:gdLst/>
              <a:ahLst/>
              <a:cxnLst/>
              <a:rect l="l" t="t" r="r" b="b"/>
              <a:pathLst>
                <a:path w="1226820" h="1004570">
                  <a:moveTo>
                    <a:pt x="1059433" y="0"/>
                  </a:moveTo>
                  <a:lnTo>
                    <a:pt x="167385" y="0"/>
                  </a:lnTo>
                  <a:lnTo>
                    <a:pt x="122884" y="5978"/>
                  </a:lnTo>
                  <a:lnTo>
                    <a:pt x="82898" y="22850"/>
                  </a:lnTo>
                  <a:lnTo>
                    <a:pt x="49022" y="49022"/>
                  </a:lnTo>
                  <a:lnTo>
                    <a:pt x="22850" y="82898"/>
                  </a:lnTo>
                  <a:lnTo>
                    <a:pt x="5978" y="122884"/>
                  </a:lnTo>
                  <a:lnTo>
                    <a:pt x="0" y="167386"/>
                  </a:lnTo>
                  <a:lnTo>
                    <a:pt x="0" y="836930"/>
                  </a:lnTo>
                  <a:lnTo>
                    <a:pt x="5978" y="881427"/>
                  </a:lnTo>
                  <a:lnTo>
                    <a:pt x="22850" y="921412"/>
                  </a:lnTo>
                  <a:lnTo>
                    <a:pt x="49022" y="955289"/>
                  </a:lnTo>
                  <a:lnTo>
                    <a:pt x="82898" y="981462"/>
                  </a:lnTo>
                  <a:lnTo>
                    <a:pt x="122884" y="998336"/>
                  </a:lnTo>
                  <a:lnTo>
                    <a:pt x="167385" y="1004316"/>
                  </a:lnTo>
                  <a:lnTo>
                    <a:pt x="1059433" y="1004316"/>
                  </a:lnTo>
                  <a:lnTo>
                    <a:pt x="1103935" y="998336"/>
                  </a:lnTo>
                  <a:lnTo>
                    <a:pt x="1143921" y="981462"/>
                  </a:lnTo>
                  <a:lnTo>
                    <a:pt x="1177798" y="955289"/>
                  </a:lnTo>
                  <a:lnTo>
                    <a:pt x="1203969" y="921412"/>
                  </a:lnTo>
                  <a:lnTo>
                    <a:pt x="1220841" y="881427"/>
                  </a:lnTo>
                  <a:lnTo>
                    <a:pt x="1226820" y="836930"/>
                  </a:lnTo>
                  <a:lnTo>
                    <a:pt x="1226820" y="167386"/>
                  </a:lnTo>
                  <a:lnTo>
                    <a:pt x="1220841" y="122884"/>
                  </a:lnTo>
                  <a:lnTo>
                    <a:pt x="1203969" y="82898"/>
                  </a:lnTo>
                  <a:lnTo>
                    <a:pt x="1177798" y="49022"/>
                  </a:lnTo>
                  <a:lnTo>
                    <a:pt x="1143921" y="22850"/>
                  </a:lnTo>
                  <a:lnTo>
                    <a:pt x="1103935" y="5978"/>
                  </a:lnTo>
                  <a:lnTo>
                    <a:pt x="105943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259573" y="3283458"/>
              <a:ext cx="1226820" cy="1004569"/>
            </a:xfrm>
            <a:custGeom>
              <a:avLst/>
              <a:gdLst/>
              <a:ahLst/>
              <a:cxnLst/>
              <a:rect l="l" t="t" r="r" b="b"/>
              <a:pathLst>
                <a:path w="1226820" h="1004570">
                  <a:moveTo>
                    <a:pt x="0" y="167386"/>
                  </a:moveTo>
                  <a:lnTo>
                    <a:pt x="5978" y="122884"/>
                  </a:lnTo>
                  <a:lnTo>
                    <a:pt x="22850" y="82898"/>
                  </a:lnTo>
                  <a:lnTo>
                    <a:pt x="49022" y="49022"/>
                  </a:lnTo>
                  <a:lnTo>
                    <a:pt x="82898" y="22850"/>
                  </a:lnTo>
                  <a:lnTo>
                    <a:pt x="122884" y="5978"/>
                  </a:lnTo>
                  <a:lnTo>
                    <a:pt x="167385" y="0"/>
                  </a:lnTo>
                  <a:lnTo>
                    <a:pt x="1059433" y="0"/>
                  </a:lnTo>
                  <a:lnTo>
                    <a:pt x="1103935" y="5978"/>
                  </a:lnTo>
                  <a:lnTo>
                    <a:pt x="1143921" y="22850"/>
                  </a:lnTo>
                  <a:lnTo>
                    <a:pt x="1177798" y="49022"/>
                  </a:lnTo>
                  <a:lnTo>
                    <a:pt x="1203969" y="82898"/>
                  </a:lnTo>
                  <a:lnTo>
                    <a:pt x="1220841" y="122884"/>
                  </a:lnTo>
                  <a:lnTo>
                    <a:pt x="1226820" y="167386"/>
                  </a:lnTo>
                  <a:lnTo>
                    <a:pt x="1226820" y="836930"/>
                  </a:lnTo>
                  <a:lnTo>
                    <a:pt x="1220841" y="881427"/>
                  </a:lnTo>
                  <a:lnTo>
                    <a:pt x="1203969" y="921412"/>
                  </a:lnTo>
                  <a:lnTo>
                    <a:pt x="1177798" y="955289"/>
                  </a:lnTo>
                  <a:lnTo>
                    <a:pt x="1143921" y="981462"/>
                  </a:lnTo>
                  <a:lnTo>
                    <a:pt x="1103935" y="998336"/>
                  </a:lnTo>
                  <a:lnTo>
                    <a:pt x="1059433" y="1004316"/>
                  </a:lnTo>
                  <a:lnTo>
                    <a:pt x="167385" y="1004316"/>
                  </a:lnTo>
                  <a:lnTo>
                    <a:pt x="122884" y="998336"/>
                  </a:lnTo>
                  <a:lnTo>
                    <a:pt x="82898" y="981462"/>
                  </a:lnTo>
                  <a:lnTo>
                    <a:pt x="49022" y="955289"/>
                  </a:lnTo>
                  <a:lnTo>
                    <a:pt x="22850" y="921412"/>
                  </a:lnTo>
                  <a:lnTo>
                    <a:pt x="5978" y="881427"/>
                  </a:lnTo>
                  <a:lnTo>
                    <a:pt x="0" y="836930"/>
                  </a:lnTo>
                  <a:lnTo>
                    <a:pt x="0" y="167386"/>
                  </a:lnTo>
                  <a:close/>
                </a:path>
              </a:pathLst>
            </a:custGeom>
            <a:ln w="25400">
              <a:solidFill>
                <a:srgbClr val="9B9B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7401559" y="3961587"/>
            <a:ext cx="9226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52525"/>
                </a:solidFill>
                <a:latin typeface="Bahnschrift"/>
                <a:cs typeface="Bahnschrift"/>
              </a:rPr>
              <a:t>Other</a:t>
            </a:r>
            <a:r>
              <a:rPr sz="1400" spc="105" dirty="0">
                <a:solidFill>
                  <a:srgbClr val="252525"/>
                </a:solidFill>
                <a:latin typeface="Bahnschrift"/>
                <a:cs typeface="Bahnschrift"/>
              </a:rPr>
              <a:t> </a:t>
            </a:r>
            <a:r>
              <a:rPr sz="1400" spc="-20" dirty="0">
                <a:solidFill>
                  <a:srgbClr val="252525"/>
                </a:solidFill>
                <a:latin typeface="Bahnschrift"/>
                <a:cs typeface="Bahnschrift"/>
              </a:rPr>
              <a:t>Apps</a:t>
            </a:r>
            <a:endParaRPr sz="1400">
              <a:latin typeface="Bahnschrift"/>
              <a:cs typeface="Bahnschrift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7665719" y="3537203"/>
            <a:ext cx="340360" cy="320040"/>
          </a:xfrm>
          <a:custGeom>
            <a:avLst/>
            <a:gdLst/>
            <a:ahLst/>
            <a:cxnLst/>
            <a:rect l="l" t="t" r="r" b="b"/>
            <a:pathLst>
              <a:path w="340359" h="320039">
                <a:moveTo>
                  <a:pt x="339851" y="280035"/>
                </a:moveTo>
                <a:lnTo>
                  <a:pt x="319912" y="280035"/>
                </a:lnTo>
                <a:lnTo>
                  <a:pt x="319912" y="295529"/>
                </a:lnTo>
                <a:lnTo>
                  <a:pt x="315468" y="299974"/>
                </a:lnTo>
                <a:lnTo>
                  <a:pt x="64897" y="299974"/>
                </a:lnTo>
                <a:lnTo>
                  <a:pt x="60451" y="304546"/>
                </a:lnTo>
                <a:lnTo>
                  <a:pt x="60451" y="315595"/>
                </a:lnTo>
                <a:lnTo>
                  <a:pt x="64897" y="320040"/>
                </a:lnTo>
                <a:lnTo>
                  <a:pt x="310006" y="320040"/>
                </a:lnTo>
                <a:lnTo>
                  <a:pt x="321581" y="317678"/>
                </a:lnTo>
                <a:lnTo>
                  <a:pt x="331073" y="311245"/>
                </a:lnTo>
                <a:lnTo>
                  <a:pt x="337492" y="301716"/>
                </a:lnTo>
                <a:lnTo>
                  <a:pt x="339851" y="290068"/>
                </a:lnTo>
                <a:lnTo>
                  <a:pt x="339851" y="280035"/>
                </a:lnTo>
                <a:close/>
              </a:path>
              <a:path w="340359" h="320039">
                <a:moveTo>
                  <a:pt x="137286" y="259969"/>
                </a:moveTo>
                <a:lnTo>
                  <a:pt x="116331" y="259969"/>
                </a:lnTo>
                <a:lnTo>
                  <a:pt x="102997" y="299974"/>
                </a:lnTo>
                <a:lnTo>
                  <a:pt x="123951" y="299974"/>
                </a:lnTo>
                <a:lnTo>
                  <a:pt x="137286" y="259969"/>
                </a:lnTo>
                <a:close/>
              </a:path>
              <a:path w="340359" h="320039">
                <a:moveTo>
                  <a:pt x="339851" y="160020"/>
                </a:moveTo>
                <a:lnTo>
                  <a:pt x="319912" y="160020"/>
                </a:lnTo>
                <a:lnTo>
                  <a:pt x="319912" y="259969"/>
                </a:lnTo>
                <a:lnTo>
                  <a:pt x="200405" y="259969"/>
                </a:lnTo>
                <a:lnTo>
                  <a:pt x="200405" y="293370"/>
                </a:lnTo>
                <a:lnTo>
                  <a:pt x="201040" y="296799"/>
                </a:lnTo>
                <a:lnTo>
                  <a:pt x="202183" y="299974"/>
                </a:lnTo>
                <a:lnTo>
                  <a:pt x="224789" y="299974"/>
                </a:lnTo>
                <a:lnTo>
                  <a:pt x="220345" y="295529"/>
                </a:lnTo>
                <a:lnTo>
                  <a:pt x="220345" y="280035"/>
                </a:lnTo>
                <a:lnTo>
                  <a:pt x="339851" y="280035"/>
                </a:lnTo>
                <a:lnTo>
                  <a:pt x="339851" y="160020"/>
                </a:lnTo>
                <a:close/>
              </a:path>
              <a:path w="340359" h="320039">
                <a:moveTo>
                  <a:pt x="310006" y="0"/>
                </a:moveTo>
                <a:lnTo>
                  <a:pt x="29972" y="0"/>
                </a:lnTo>
                <a:lnTo>
                  <a:pt x="18323" y="2363"/>
                </a:lnTo>
                <a:lnTo>
                  <a:pt x="8794" y="8810"/>
                </a:lnTo>
                <a:lnTo>
                  <a:pt x="2361" y="18377"/>
                </a:lnTo>
                <a:lnTo>
                  <a:pt x="0" y="30099"/>
                </a:lnTo>
                <a:lnTo>
                  <a:pt x="0" y="229997"/>
                </a:lnTo>
                <a:lnTo>
                  <a:pt x="2361" y="241698"/>
                </a:lnTo>
                <a:lnTo>
                  <a:pt x="8794" y="251221"/>
                </a:lnTo>
                <a:lnTo>
                  <a:pt x="18323" y="257625"/>
                </a:lnTo>
                <a:lnTo>
                  <a:pt x="29972" y="259969"/>
                </a:lnTo>
                <a:lnTo>
                  <a:pt x="220345" y="259969"/>
                </a:lnTo>
                <a:lnTo>
                  <a:pt x="220345" y="240030"/>
                </a:lnTo>
                <a:lnTo>
                  <a:pt x="24383" y="240030"/>
                </a:lnTo>
                <a:lnTo>
                  <a:pt x="19938" y="235585"/>
                </a:lnTo>
                <a:lnTo>
                  <a:pt x="19938" y="219964"/>
                </a:lnTo>
                <a:lnTo>
                  <a:pt x="220345" y="219964"/>
                </a:lnTo>
                <a:lnTo>
                  <a:pt x="220345" y="200025"/>
                </a:lnTo>
                <a:lnTo>
                  <a:pt x="19938" y="200025"/>
                </a:lnTo>
                <a:lnTo>
                  <a:pt x="19938" y="24511"/>
                </a:lnTo>
                <a:lnTo>
                  <a:pt x="24383" y="20066"/>
                </a:lnTo>
                <a:lnTo>
                  <a:pt x="337832" y="20066"/>
                </a:lnTo>
                <a:lnTo>
                  <a:pt x="337492" y="18377"/>
                </a:lnTo>
                <a:lnTo>
                  <a:pt x="331073" y="8810"/>
                </a:lnTo>
                <a:lnTo>
                  <a:pt x="321581" y="2363"/>
                </a:lnTo>
                <a:lnTo>
                  <a:pt x="310006" y="0"/>
                </a:lnTo>
                <a:close/>
              </a:path>
              <a:path w="340359" h="320039">
                <a:moveTo>
                  <a:pt x="220345" y="219964"/>
                </a:moveTo>
                <a:lnTo>
                  <a:pt x="200405" y="219964"/>
                </a:lnTo>
                <a:lnTo>
                  <a:pt x="200405" y="240030"/>
                </a:lnTo>
                <a:lnTo>
                  <a:pt x="220345" y="240030"/>
                </a:lnTo>
                <a:lnTo>
                  <a:pt x="220345" y="219964"/>
                </a:lnTo>
                <a:close/>
              </a:path>
              <a:path w="340359" h="320039">
                <a:moveTo>
                  <a:pt x="313308" y="100076"/>
                </a:moveTo>
                <a:lnTo>
                  <a:pt x="230377" y="100076"/>
                </a:lnTo>
                <a:lnTo>
                  <a:pt x="218729" y="102419"/>
                </a:lnTo>
                <a:lnTo>
                  <a:pt x="209200" y="108823"/>
                </a:lnTo>
                <a:lnTo>
                  <a:pt x="202767" y="118346"/>
                </a:lnTo>
                <a:lnTo>
                  <a:pt x="200405" y="130048"/>
                </a:lnTo>
                <a:lnTo>
                  <a:pt x="200405" y="200025"/>
                </a:lnTo>
                <a:lnTo>
                  <a:pt x="220345" y="200025"/>
                </a:lnTo>
                <a:lnTo>
                  <a:pt x="220345" y="160020"/>
                </a:lnTo>
                <a:lnTo>
                  <a:pt x="339851" y="160020"/>
                </a:lnTo>
                <a:lnTo>
                  <a:pt x="339851" y="140081"/>
                </a:lnTo>
                <a:lnTo>
                  <a:pt x="220345" y="140081"/>
                </a:lnTo>
                <a:lnTo>
                  <a:pt x="220345" y="124460"/>
                </a:lnTo>
                <a:lnTo>
                  <a:pt x="224789" y="120015"/>
                </a:lnTo>
                <a:lnTo>
                  <a:pt x="339851" y="120015"/>
                </a:lnTo>
                <a:lnTo>
                  <a:pt x="339851" y="101727"/>
                </a:lnTo>
                <a:lnTo>
                  <a:pt x="319912" y="101727"/>
                </a:lnTo>
                <a:lnTo>
                  <a:pt x="316737" y="100584"/>
                </a:lnTo>
                <a:lnTo>
                  <a:pt x="313308" y="100076"/>
                </a:lnTo>
                <a:close/>
              </a:path>
              <a:path w="340359" h="320039">
                <a:moveTo>
                  <a:pt x="339851" y="120015"/>
                </a:moveTo>
                <a:lnTo>
                  <a:pt x="315468" y="120015"/>
                </a:lnTo>
                <a:lnTo>
                  <a:pt x="319912" y="124460"/>
                </a:lnTo>
                <a:lnTo>
                  <a:pt x="319912" y="140081"/>
                </a:lnTo>
                <a:lnTo>
                  <a:pt x="339851" y="140081"/>
                </a:lnTo>
                <a:lnTo>
                  <a:pt x="339851" y="120015"/>
                </a:lnTo>
                <a:close/>
              </a:path>
              <a:path w="340359" h="320039">
                <a:moveTo>
                  <a:pt x="337832" y="20066"/>
                </a:moveTo>
                <a:lnTo>
                  <a:pt x="315468" y="20066"/>
                </a:lnTo>
                <a:lnTo>
                  <a:pt x="319912" y="24511"/>
                </a:lnTo>
                <a:lnTo>
                  <a:pt x="319912" y="101727"/>
                </a:lnTo>
                <a:lnTo>
                  <a:pt x="339851" y="101727"/>
                </a:lnTo>
                <a:lnTo>
                  <a:pt x="339851" y="30099"/>
                </a:lnTo>
                <a:lnTo>
                  <a:pt x="337832" y="20066"/>
                </a:lnTo>
                <a:close/>
              </a:path>
            </a:pathLst>
          </a:custGeom>
          <a:solidFill>
            <a:srgbClr val="5F7C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966059" y="4866132"/>
            <a:ext cx="577850" cy="130175"/>
          </a:xfrm>
          <a:custGeom>
            <a:avLst/>
            <a:gdLst/>
            <a:ahLst/>
            <a:cxnLst/>
            <a:rect l="l" t="t" r="r" b="b"/>
            <a:pathLst>
              <a:path w="577850" h="130175">
                <a:moveTo>
                  <a:pt x="216484" y="0"/>
                </a:moveTo>
                <a:lnTo>
                  <a:pt x="187617" y="0"/>
                </a:lnTo>
                <a:lnTo>
                  <a:pt x="187617" y="86601"/>
                </a:lnTo>
                <a:lnTo>
                  <a:pt x="216484" y="86601"/>
                </a:lnTo>
                <a:lnTo>
                  <a:pt x="216484" y="0"/>
                </a:lnTo>
                <a:close/>
              </a:path>
              <a:path w="577850" h="130175">
                <a:moveTo>
                  <a:pt x="389674" y="0"/>
                </a:moveTo>
                <a:lnTo>
                  <a:pt x="360807" y="0"/>
                </a:lnTo>
                <a:lnTo>
                  <a:pt x="360807" y="86601"/>
                </a:lnTo>
                <a:lnTo>
                  <a:pt x="389674" y="86601"/>
                </a:lnTo>
                <a:lnTo>
                  <a:pt x="389674" y="0"/>
                </a:lnTo>
                <a:close/>
              </a:path>
              <a:path w="577850" h="130175">
                <a:moveTo>
                  <a:pt x="577291" y="86868"/>
                </a:moveTo>
                <a:lnTo>
                  <a:pt x="43294" y="86868"/>
                </a:lnTo>
                <a:lnTo>
                  <a:pt x="43294" y="508"/>
                </a:lnTo>
                <a:lnTo>
                  <a:pt x="0" y="508"/>
                </a:lnTo>
                <a:lnTo>
                  <a:pt x="0" y="86868"/>
                </a:lnTo>
                <a:lnTo>
                  <a:pt x="0" y="130048"/>
                </a:lnTo>
                <a:lnTo>
                  <a:pt x="577291" y="130048"/>
                </a:lnTo>
                <a:lnTo>
                  <a:pt x="577291" y="86868"/>
                </a:lnTo>
                <a:close/>
              </a:path>
              <a:path w="577850" h="130175">
                <a:moveTo>
                  <a:pt x="577291" y="0"/>
                </a:moveTo>
                <a:lnTo>
                  <a:pt x="533996" y="0"/>
                </a:lnTo>
                <a:lnTo>
                  <a:pt x="533996" y="86601"/>
                </a:lnTo>
                <a:lnTo>
                  <a:pt x="577291" y="86601"/>
                </a:lnTo>
                <a:lnTo>
                  <a:pt x="577291" y="0"/>
                </a:lnTo>
                <a:close/>
              </a:path>
            </a:pathLst>
          </a:custGeom>
          <a:solidFill>
            <a:srgbClr val="D6D6D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2966060" y="3848599"/>
          <a:ext cx="654050" cy="9798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25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5715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5715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57150">
                      <a:solidFill>
                        <a:srgbClr val="66BEFF"/>
                      </a:solidFill>
                      <a:prstDash val="solid"/>
                    </a:lnR>
                    <a:lnT w="5715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5715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762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762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5715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76200">
                      <a:solidFill>
                        <a:srgbClr val="66BE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0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762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762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57150">
                      <a:solidFill>
                        <a:srgbClr val="66BEFF"/>
                      </a:solidFill>
                      <a:prstDash val="solid"/>
                    </a:lnR>
                    <a:lnT w="762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5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5715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38100">
                      <a:solidFill>
                        <a:srgbClr val="66BE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4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57150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3810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57150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66BEFF"/>
                      </a:solidFill>
                      <a:prstDash val="solid"/>
                    </a:lnL>
                    <a:lnR w="57150">
                      <a:solidFill>
                        <a:srgbClr val="66BEFF"/>
                      </a:solidFill>
                      <a:prstDash val="solid"/>
                    </a:lnR>
                    <a:lnT w="38100">
                      <a:solidFill>
                        <a:srgbClr val="66BEFF"/>
                      </a:solidFill>
                      <a:prstDash val="solid"/>
                    </a:lnT>
                    <a:lnB w="57150">
                      <a:solidFill>
                        <a:srgbClr val="D6D6D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44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D6D6D6"/>
                      </a:solidFill>
                      <a:prstDash val="solid"/>
                    </a:lnL>
                    <a:lnR w="38100">
                      <a:solidFill>
                        <a:srgbClr val="D6D6D6"/>
                      </a:solidFill>
                      <a:prstDash val="solid"/>
                    </a:lnR>
                    <a:lnT w="57150">
                      <a:solidFill>
                        <a:srgbClr val="D6D6D6"/>
                      </a:solidFill>
                      <a:prstDash val="solid"/>
                    </a:lnT>
                    <a:lnB w="38100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D6D6D6"/>
                      </a:solidFill>
                      <a:prstDash val="solid"/>
                    </a:lnL>
                    <a:lnR w="38100">
                      <a:solidFill>
                        <a:srgbClr val="D6D6D6"/>
                      </a:solidFill>
                      <a:prstDash val="solid"/>
                    </a:lnR>
                    <a:lnT w="57150">
                      <a:solidFill>
                        <a:srgbClr val="D6D6D6"/>
                      </a:solidFill>
                      <a:prstDash val="solid"/>
                    </a:lnT>
                    <a:lnB w="38100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D6D6D6"/>
                      </a:solidFill>
                      <a:prstDash val="solid"/>
                    </a:lnL>
                    <a:lnR w="57150">
                      <a:solidFill>
                        <a:srgbClr val="D6D6D6"/>
                      </a:solidFill>
                      <a:prstDash val="solid"/>
                    </a:lnR>
                    <a:lnT w="57150">
                      <a:solidFill>
                        <a:srgbClr val="D6D6D6"/>
                      </a:solidFill>
                      <a:prstDash val="solid"/>
                    </a:lnT>
                    <a:lnB w="38100">
                      <a:solidFill>
                        <a:srgbClr val="D6D6D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5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57150">
                      <a:solidFill>
                        <a:srgbClr val="D6D6D6"/>
                      </a:solidFill>
                      <a:prstDash val="solid"/>
                    </a:lnL>
                    <a:lnR w="38100">
                      <a:solidFill>
                        <a:srgbClr val="D6D6D6"/>
                      </a:solidFill>
                      <a:prstDash val="solid"/>
                    </a:lnR>
                    <a:lnT w="38100">
                      <a:solidFill>
                        <a:srgbClr val="D6D6D6"/>
                      </a:solidFill>
                      <a:prstDash val="solid"/>
                    </a:lnT>
                    <a:lnB w="38100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D6D6D6"/>
                      </a:solidFill>
                      <a:prstDash val="solid"/>
                    </a:lnL>
                    <a:lnR w="38100">
                      <a:solidFill>
                        <a:srgbClr val="D6D6D6"/>
                      </a:solidFill>
                      <a:prstDash val="solid"/>
                    </a:lnR>
                    <a:lnT w="38100">
                      <a:solidFill>
                        <a:srgbClr val="D6D6D6"/>
                      </a:solidFill>
                      <a:prstDash val="solid"/>
                    </a:lnT>
                    <a:lnB w="38100">
                      <a:solidFill>
                        <a:srgbClr val="D6D6D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D6D6D6"/>
                      </a:solidFill>
                      <a:prstDash val="solid"/>
                    </a:lnL>
                    <a:lnR w="57150">
                      <a:solidFill>
                        <a:srgbClr val="D6D6D6"/>
                      </a:solidFill>
                      <a:prstDash val="solid"/>
                    </a:lnR>
                    <a:lnT w="38100">
                      <a:solidFill>
                        <a:srgbClr val="D6D6D6"/>
                      </a:solidFill>
                      <a:prstDash val="solid"/>
                    </a:lnT>
                    <a:lnB w="38100">
                      <a:solidFill>
                        <a:srgbClr val="D6D6D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53" name="object 53"/>
          <p:cNvGrpSpPr/>
          <p:nvPr/>
        </p:nvGrpSpPr>
        <p:grpSpPr>
          <a:xfrm>
            <a:off x="3854552" y="3856218"/>
            <a:ext cx="1116965" cy="1134110"/>
            <a:chOff x="3854552" y="3856218"/>
            <a:chExt cx="1116965" cy="1134110"/>
          </a:xfrm>
        </p:grpSpPr>
        <p:sp>
          <p:nvSpPr>
            <p:cNvPr id="54" name="object 54"/>
            <p:cNvSpPr/>
            <p:nvPr/>
          </p:nvSpPr>
          <p:spPr>
            <a:xfrm>
              <a:off x="3854551" y="3856227"/>
              <a:ext cx="1112520" cy="763905"/>
            </a:xfrm>
            <a:custGeom>
              <a:avLst/>
              <a:gdLst/>
              <a:ahLst/>
              <a:cxnLst/>
              <a:rect l="l" t="t" r="r" b="b"/>
              <a:pathLst>
                <a:path w="1112520" h="763904">
                  <a:moveTo>
                    <a:pt x="1112215" y="0"/>
                  </a:moveTo>
                  <a:lnTo>
                    <a:pt x="577291" y="0"/>
                  </a:lnTo>
                  <a:lnTo>
                    <a:pt x="534924" y="0"/>
                  </a:lnTo>
                  <a:lnTo>
                    <a:pt x="534924" y="129476"/>
                  </a:lnTo>
                  <a:lnTo>
                    <a:pt x="534924" y="720344"/>
                  </a:lnTo>
                  <a:lnTo>
                    <a:pt x="43294" y="720344"/>
                  </a:lnTo>
                  <a:lnTo>
                    <a:pt x="43294" y="633984"/>
                  </a:lnTo>
                  <a:lnTo>
                    <a:pt x="187617" y="633984"/>
                  </a:lnTo>
                  <a:lnTo>
                    <a:pt x="187617" y="720077"/>
                  </a:lnTo>
                  <a:lnTo>
                    <a:pt x="216484" y="720077"/>
                  </a:lnTo>
                  <a:lnTo>
                    <a:pt x="216484" y="633984"/>
                  </a:lnTo>
                  <a:lnTo>
                    <a:pt x="360807" y="633984"/>
                  </a:lnTo>
                  <a:lnTo>
                    <a:pt x="360807" y="720077"/>
                  </a:lnTo>
                  <a:lnTo>
                    <a:pt x="389674" y="720077"/>
                  </a:lnTo>
                  <a:lnTo>
                    <a:pt x="389674" y="633984"/>
                  </a:lnTo>
                  <a:lnTo>
                    <a:pt x="533996" y="633984"/>
                  </a:lnTo>
                  <a:lnTo>
                    <a:pt x="533996" y="720077"/>
                  </a:lnTo>
                  <a:lnTo>
                    <a:pt x="534924" y="720077"/>
                  </a:lnTo>
                  <a:lnTo>
                    <a:pt x="534924" y="604774"/>
                  </a:lnTo>
                  <a:lnTo>
                    <a:pt x="43294" y="604774"/>
                  </a:lnTo>
                  <a:lnTo>
                    <a:pt x="43294" y="518414"/>
                  </a:lnTo>
                  <a:lnTo>
                    <a:pt x="187617" y="518414"/>
                  </a:lnTo>
                  <a:lnTo>
                    <a:pt x="187617" y="604608"/>
                  </a:lnTo>
                  <a:lnTo>
                    <a:pt x="216484" y="604608"/>
                  </a:lnTo>
                  <a:lnTo>
                    <a:pt x="216484" y="518414"/>
                  </a:lnTo>
                  <a:lnTo>
                    <a:pt x="360807" y="518414"/>
                  </a:lnTo>
                  <a:lnTo>
                    <a:pt x="360807" y="604608"/>
                  </a:lnTo>
                  <a:lnTo>
                    <a:pt x="389674" y="604608"/>
                  </a:lnTo>
                  <a:lnTo>
                    <a:pt x="389674" y="518414"/>
                  </a:lnTo>
                  <a:lnTo>
                    <a:pt x="533996" y="518414"/>
                  </a:lnTo>
                  <a:lnTo>
                    <a:pt x="533996" y="604608"/>
                  </a:lnTo>
                  <a:lnTo>
                    <a:pt x="534924" y="604608"/>
                  </a:lnTo>
                  <a:lnTo>
                    <a:pt x="534924" y="489204"/>
                  </a:lnTo>
                  <a:lnTo>
                    <a:pt x="43294" y="489204"/>
                  </a:lnTo>
                  <a:lnTo>
                    <a:pt x="43294" y="403860"/>
                  </a:lnTo>
                  <a:lnTo>
                    <a:pt x="187617" y="403860"/>
                  </a:lnTo>
                  <a:lnTo>
                    <a:pt x="187617" y="489140"/>
                  </a:lnTo>
                  <a:lnTo>
                    <a:pt x="216484" y="489140"/>
                  </a:lnTo>
                  <a:lnTo>
                    <a:pt x="216484" y="403860"/>
                  </a:lnTo>
                  <a:lnTo>
                    <a:pt x="360807" y="403860"/>
                  </a:lnTo>
                  <a:lnTo>
                    <a:pt x="360807" y="489140"/>
                  </a:lnTo>
                  <a:lnTo>
                    <a:pt x="389674" y="489140"/>
                  </a:lnTo>
                  <a:lnTo>
                    <a:pt x="389674" y="403860"/>
                  </a:lnTo>
                  <a:lnTo>
                    <a:pt x="533996" y="403860"/>
                  </a:lnTo>
                  <a:lnTo>
                    <a:pt x="533996" y="489140"/>
                  </a:lnTo>
                  <a:lnTo>
                    <a:pt x="534924" y="489140"/>
                  </a:lnTo>
                  <a:lnTo>
                    <a:pt x="534924" y="245110"/>
                  </a:lnTo>
                  <a:lnTo>
                    <a:pt x="533996" y="245110"/>
                  </a:lnTo>
                  <a:lnTo>
                    <a:pt x="533996" y="274320"/>
                  </a:lnTo>
                  <a:lnTo>
                    <a:pt x="533996" y="359664"/>
                  </a:lnTo>
                  <a:lnTo>
                    <a:pt x="389674" y="359664"/>
                  </a:lnTo>
                  <a:lnTo>
                    <a:pt x="389674" y="274320"/>
                  </a:lnTo>
                  <a:lnTo>
                    <a:pt x="533996" y="274320"/>
                  </a:lnTo>
                  <a:lnTo>
                    <a:pt x="533996" y="245110"/>
                  </a:lnTo>
                  <a:lnTo>
                    <a:pt x="360807" y="245110"/>
                  </a:lnTo>
                  <a:lnTo>
                    <a:pt x="360807" y="274320"/>
                  </a:lnTo>
                  <a:lnTo>
                    <a:pt x="360807" y="359664"/>
                  </a:lnTo>
                  <a:lnTo>
                    <a:pt x="216484" y="359664"/>
                  </a:lnTo>
                  <a:lnTo>
                    <a:pt x="216484" y="274320"/>
                  </a:lnTo>
                  <a:lnTo>
                    <a:pt x="360807" y="274320"/>
                  </a:lnTo>
                  <a:lnTo>
                    <a:pt x="360807" y="245110"/>
                  </a:lnTo>
                  <a:lnTo>
                    <a:pt x="187617" y="245110"/>
                  </a:lnTo>
                  <a:lnTo>
                    <a:pt x="187617" y="274320"/>
                  </a:lnTo>
                  <a:lnTo>
                    <a:pt x="187617" y="359664"/>
                  </a:lnTo>
                  <a:lnTo>
                    <a:pt x="43294" y="359664"/>
                  </a:lnTo>
                  <a:lnTo>
                    <a:pt x="43294" y="274320"/>
                  </a:lnTo>
                  <a:lnTo>
                    <a:pt x="187617" y="274320"/>
                  </a:lnTo>
                  <a:lnTo>
                    <a:pt x="187617" y="245110"/>
                  </a:lnTo>
                  <a:lnTo>
                    <a:pt x="43294" y="245110"/>
                  </a:lnTo>
                  <a:lnTo>
                    <a:pt x="43294" y="158750"/>
                  </a:lnTo>
                  <a:lnTo>
                    <a:pt x="187617" y="158750"/>
                  </a:lnTo>
                  <a:lnTo>
                    <a:pt x="187617" y="244944"/>
                  </a:lnTo>
                  <a:lnTo>
                    <a:pt x="216484" y="244944"/>
                  </a:lnTo>
                  <a:lnTo>
                    <a:pt x="216484" y="158750"/>
                  </a:lnTo>
                  <a:lnTo>
                    <a:pt x="360807" y="158750"/>
                  </a:lnTo>
                  <a:lnTo>
                    <a:pt x="360807" y="244944"/>
                  </a:lnTo>
                  <a:lnTo>
                    <a:pt x="389674" y="244944"/>
                  </a:lnTo>
                  <a:lnTo>
                    <a:pt x="389674" y="158750"/>
                  </a:lnTo>
                  <a:lnTo>
                    <a:pt x="533996" y="158750"/>
                  </a:lnTo>
                  <a:lnTo>
                    <a:pt x="533996" y="244944"/>
                  </a:lnTo>
                  <a:lnTo>
                    <a:pt x="534924" y="244944"/>
                  </a:lnTo>
                  <a:lnTo>
                    <a:pt x="534924" y="129540"/>
                  </a:lnTo>
                  <a:lnTo>
                    <a:pt x="43294" y="129540"/>
                  </a:lnTo>
                  <a:lnTo>
                    <a:pt x="43294" y="43180"/>
                  </a:lnTo>
                  <a:lnTo>
                    <a:pt x="187617" y="43180"/>
                  </a:lnTo>
                  <a:lnTo>
                    <a:pt x="187617" y="129476"/>
                  </a:lnTo>
                  <a:lnTo>
                    <a:pt x="216484" y="129476"/>
                  </a:lnTo>
                  <a:lnTo>
                    <a:pt x="216484" y="43180"/>
                  </a:lnTo>
                  <a:lnTo>
                    <a:pt x="360807" y="43180"/>
                  </a:lnTo>
                  <a:lnTo>
                    <a:pt x="360807" y="129476"/>
                  </a:lnTo>
                  <a:lnTo>
                    <a:pt x="389674" y="129476"/>
                  </a:lnTo>
                  <a:lnTo>
                    <a:pt x="389674" y="43180"/>
                  </a:lnTo>
                  <a:lnTo>
                    <a:pt x="533996" y="43180"/>
                  </a:lnTo>
                  <a:lnTo>
                    <a:pt x="533996" y="129476"/>
                  </a:lnTo>
                  <a:lnTo>
                    <a:pt x="534924" y="129476"/>
                  </a:lnTo>
                  <a:lnTo>
                    <a:pt x="534924" y="0"/>
                  </a:lnTo>
                  <a:lnTo>
                    <a:pt x="0" y="0"/>
                  </a:lnTo>
                  <a:lnTo>
                    <a:pt x="0" y="43180"/>
                  </a:lnTo>
                  <a:lnTo>
                    <a:pt x="0" y="129540"/>
                  </a:lnTo>
                  <a:lnTo>
                    <a:pt x="0" y="763524"/>
                  </a:lnTo>
                  <a:lnTo>
                    <a:pt x="534924" y="763524"/>
                  </a:lnTo>
                  <a:lnTo>
                    <a:pt x="577291" y="763524"/>
                  </a:lnTo>
                  <a:lnTo>
                    <a:pt x="1112215" y="763524"/>
                  </a:lnTo>
                  <a:lnTo>
                    <a:pt x="1112215" y="720344"/>
                  </a:lnTo>
                  <a:lnTo>
                    <a:pt x="578218" y="720344"/>
                  </a:lnTo>
                  <a:lnTo>
                    <a:pt x="578218" y="633984"/>
                  </a:lnTo>
                  <a:lnTo>
                    <a:pt x="722541" y="633984"/>
                  </a:lnTo>
                  <a:lnTo>
                    <a:pt x="722541" y="720077"/>
                  </a:lnTo>
                  <a:lnTo>
                    <a:pt x="751408" y="720077"/>
                  </a:lnTo>
                  <a:lnTo>
                    <a:pt x="751408" y="633984"/>
                  </a:lnTo>
                  <a:lnTo>
                    <a:pt x="895731" y="633984"/>
                  </a:lnTo>
                  <a:lnTo>
                    <a:pt x="895731" y="720077"/>
                  </a:lnTo>
                  <a:lnTo>
                    <a:pt x="924598" y="720077"/>
                  </a:lnTo>
                  <a:lnTo>
                    <a:pt x="924598" y="633984"/>
                  </a:lnTo>
                  <a:lnTo>
                    <a:pt x="1068920" y="633984"/>
                  </a:lnTo>
                  <a:lnTo>
                    <a:pt x="1068920" y="720077"/>
                  </a:lnTo>
                  <a:lnTo>
                    <a:pt x="1112215" y="720077"/>
                  </a:lnTo>
                  <a:lnTo>
                    <a:pt x="1112215" y="633984"/>
                  </a:lnTo>
                  <a:lnTo>
                    <a:pt x="1112215" y="633476"/>
                  </a:lnTo>
                  <a:lnTo>
                    <a:pt x="1112215" y="604774"/>
                  </a:lnTo>
                  <a:lnTo>
                    <a:pt x="578218" y="604774"/>
                  </a:lnTo>
                  <a:lnTo>
                    <a:pt x="578218" y="518414"/>
                  </a:lnTo>
                  <a:lnTo>
                    <a:pt x="722541" y="518414"/>
                  </a:lnTo>
                  <a:lnTo>
                    <a:pt x="722541" y="604608"/>
                  </a:lnTo>
                  <a:lnTo>
                    <a:pt x="751408" y="604608"/>
                  </a:lnTo>
                  <a:lnTo>
                    <a:pt x="751408" y="518414"/>
                  </a:lnTo>
                  <a:lnTo>
                    <a:pt x="895731" y="518414"/>
                  </a:lnTo>
                  <a:lnTo>
                    <a:pt x="895731" y="604608"/>
                  </a:lnTo>
                  <a:lnTo>
                    <a:pt x="924598" y="604608"/>
                  </a:lnTo>
                  <a:lnTo>
                    <a:pt x="924598" y="518414"/>
                  </a:lnTo>
                  <a:lnTo>
                    <a:pt x="1068920" y="518414"/>
                  </a:lnTo>
                  <a:lnTo>
                    <a:pt x="1068920" y="604608"/>
                  </a:lnTo>
                  <a:lnTo>
                    <a:pt x="1112215" y="604608"/>
                  </a:lnTo>
                  <a:lnTo>
                    <a:pt x="1112215" y="518414"/>
                  </a:lnTo>
                  <a:lnTo>
                    <a:pt x="1112215" y="518007"/>
                  </a:lnTo>
                  <a:lnTo>
                    <a:pt x="1112215" y="489204"/>
                  </a:lnTo>
                  <a:lnTo>
                    <a:pt x="578218" y="489204"/>
                  </a:lnTo>
                  <a:lnTo>
                    <a:pt x="578218" y="403860"/>
                  </a:lnTo>
                  <a:lnTo>
                    <a:pt x="722541" y="403860"/>
                  </a:lnTo>
                  <a:lnTo>
                    <a:pt x="722541" y="489140"/>
                  </a:lnTo>
                  <a:lnTo>
                    <a:pt x="751408" y="489140"/>
                  </a:lnTo>
                  <a:lnTo>
                    <a:pt x="751408" y="403860"/>
                  </a:lnTo>
                  <a:lnTo>
                    <a:pt x="895731" y="403860"/>
                  </a:lnTo>
                  <a:lnTo>
                    <a:pt x="895731" y="489140"/>
                  </a:lnTo>
                  <a:lnTo>
                    <a:pt x="924598" y="489140"/>
                  </a:lnTo>
                  <a:lnTo>
                    <a:pt x="924598" y="403860"/>
                  </a:lnTo>
                  <a:lnTo>
                    <a:pt x="1068920" y="403860"/>
                  </a:lnTo>
                  <a:lnTo>
                    <a:pt x="1068920" y="489140"/>
                  </a:lnTo>
                  <a:lnTo>
                    <a:pt x="1112215" y="489140"/>
                  </a:lnTo>
                  <a:lnTo>
                    <a:pt x="1112215" y="245110"/>
                  </a:lnTo>
                  <a:lnTo>
                    <a:pt x="1068920" y="245110"/>
                  </a:lnTo>
                  <a:lnTo>
                    <a:pt x="1068920" y="274320"/>
                  </a:lnTo>
                  <a:lnTo>
                    <a:pt x="1068920" y="359664"/>
                  </a:lnTo>
                  <a:lnTo>
                    <a:pt x="924598" y="359664"/>
                  </a:lnTo>
                  <a:lnTo>
                    <a:pt x="924598" y="274320"/>
                  </a:lnTo>
                  <a:lnTo>
                    <a:pt x="1068920" y="274320"/>
                  </a:lnTo>
                  <a:lnTo>
                    <a:pt x="1068920" y="245110"/>
                  </a:lnTo>
                  <a:lnTo>
                    <a:pt x="895731" y="245110"/>
                  </a:lnTo>
                  <a:lnTo>
                    <a:pt x="895731" y="274320"/>
                  </a:lnTo>
                  <a:lnTo>
                    <a:pt x="895731" y="359664"/>
                  </a:lnTo>
                  <a:lnTo>
                    <a:pt x="751408" y="359664"/>
                  </a:lnTo>
                  <a:lnTo>
                    <a:pt x="751408" y="274320"/>
                  </a:lnTo>
                  <a:lnTo>
                    <a:pt x="895731" y="274320"/>
                  </a:lnTo>
                  <a:lnTo>
                    <a:pt x="895731" y="245110"/>
                  </a:lnTo>
                  <a:lnTo>
                    <a:pt x="722541" y="245110"/>
                  </a:lnTo>
                  <a:lnTo>
                    <a:pt x="722541" y="274320"/>
                  </a:lnTo>
                  <a:lnTo>
                    <a:pt x="722541" y="359664"/>
                  </a:lnTo>
                  <a:lnTo>
                    <a:pt x="578218" y="359664"/>
                  </a:lnTo>
                  <a:lnTo>
                    <a:pt x="578218" y="274320"/>
                  </a:lnTo>
                  <a:lnTo>
                    <a:pt x="722541" y="274320"/>
                  </a:lnTo>
                  <a:lnTo>
                    <a:pt x="722541" y="245110"/>
                  </a:lnTo>
                  <a:lnTo>
                    <a:pt x="578218" y="245110"/>
                  </a:lnTo>
                  <a:lnTo>
                    <a:pt x="578218" y="158750"/>
                  </a:lnTo>
                  <a:lnTo>
                    <a:pt x="722541" y="158750"/>
                  </a:lnTo>
                  <a:lnTo>
                    <a:pt x="722541" y="244944"/>
                  </a:lnTo>
                  <a:lnTo>
                    <a:pt x="751408" y="244944"/>
                  </a:lnTo>
                  <a:lnTo>
                    <a:pt x="751408" y="158750"/>
                  </a:lnTo>
                  <a:lnTo>
                    <a:pt x="895731" y="158750"/>
                  </a:lnTo>
                  <a:lnTo>
                    <a:pt x="895731" y="244944"/>
                  </a:lnTo>
                  <a:lnTo>
                    <a:pt x="924598" y="244944"/>
                  </a:lnTo>
                  <a:lnTo>
                    <a:pt x="924598" y="158750"/>
                  </a:lnTo>
                  <a:lnTo>
                    <a:pt x="1068920" y="158750"/>
                  </a:lnTo>
                  <a:lnTo>
                    <a:pt x="1068920" y="244944"/>
                  </a:lnTo>
                  <a:lnTo>
                    <a:pt x="1112215" y="244944"/>
                  </a:lnTo>
                  <a:lnTo>
                    <a:pt x="1112215" y="158750"/>
                  </a:lnTo>
                  <a:lnTo>
                    <a:pt x="1112215" y="158343"/>
                  </a:lnTo>
                  <a:lnTo>
                    <a:pt x="1112215" y="129540"/>
                  </a:lnTo>
                  <a:lnTo>
                    <a:pt x="578218" y="129540"/>
                  </a:lnTo>
                  <a:lnTo>
                    <a:pt x="578218" y="43180"/>
                  </a:lnTo>
                  <a:lnTo>
                    <a:pt x="722541" y="43180"/>
                  </a:lnTo>
                  <a:lnTo>
                    <a:pt x="722541" y="129476"/>
                  </a:lnTo>
                  <a:lnTo>
                    <a:pt x="751408" y="129476"/>
                  </a:lnTo>
                  <a:lnTo>
                    <a:pt x="751408" y="43180"/>
                  </a:lnTo>
                  <a:lnTo>
                    <a:pt x="895731" y="43180"/>
                  </a:lnTo>
                  <a:lnTo>
                    <a:pt x="895731" y="129476"/>
                  </a:lnTo>
                  <a:lnTo>
                    <a:pt x="924598" y="129476"/>
                  </a:lnTo>
                  <a:lnTo>
                    <a:pt x="924598" y="43180"/>
                  </a:lnTo>
                  <a:lnTo>
                    <a:pt x="1068920" y="43180"/>
                  </a:lnTo>
                  <a:lnTo>
                    <a:pt x="1068920" y="129476"/>
                  </a:lnTo>
                  <a:lnTo>
                    <a:pt x="1112215" y="129476"/>
                  </a:lnTo>
                  <a:lnTo>
                    <a:pt x="1112215" y="43180"/>
                  </a:lnTo>
                  <a:lnTo>
                    <a:pt x="1112215" y="42887"/>
                  </a:lnTo>
                  <a:lnTo>
                    <a:pt x="1112215" y="0"/>
                  </a:lnTo>
                  <a:close/>
                </a:path>
              </a:pathLst>
            </a:custGeom>
            <a:solidFill>
              <a:srgbClr val="66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854551" y="4586223"/>
              <a:ext cx="1116965" cy="403860"/>
            </a:xfrm>
            <a:custGeom>
              <a:avLst/>
              <a:gdLst/>
              <a:ahLst/>
              <a:cxnLst/>
              <a:rect l="l" t="t" r="r" b="b"/>
              <a:pathLst>
                <a:path w="1116964" h="403860">
                  <a:moveTo>
                    <a:pt x="1116787" y="0"/>
                  </a:moveTo>
                  <a:lnTo>
                    <a:pt x="577291" y="0"/>
                  </a:lnTo>
                  <a:lnTo>
                    <a:pt x="539496" y="0"/>
                  </a:lnTo>
                  <a:lnTo>
                    <a:pt x="539496" y="129476"/>
                  </a:lnTo>
                  <a:lnTo>
                    <a:pt x="539496" y="360680"/>
                  </a:lnTo>
                  <a:lnTo>
                    <a:pt x="43294" y="360680"/>
                  </a:lnTo>
                  <a:lnTo>
                    <a:pt x="43294" y="274320"/>
                  </a:lnTo>
                  <a:lnTo>
                    <a:pt x="187617" y="274320"/>
                  </a:lnTo>
                  <a:lnTo>
                    <a:pt x="187617" y="360413"/>
                  </a:lnTo>
                  <a:lnTo>
                    <a:pt x="216484" y="360413"/>
                  </a:lnTo>
                  <a:lnTo>
                    <a:pt x="216484" y="274320"/>
                  </a:lnTo>
                  <a:lnTo>
                    <a:pt x="360807" y="274320"/>
                  </a:lnTo>
                  <a:lnTo>
                    <a:pt x="360807" y="360413"/>
                  </a:lnTo>
                  <a:lnTo>
                    <a:pt x="389674" y="360413"/>
                  </a:lnTo>
                  <a:lnTo>
                    <a:pt x="389674" y="274320"/>
                  </a:lnTo>
                  <a:lnTo>
                    <a:pt x="533996" y="274320"/>
                  </a:lnTo>
                  <a:lnTo>
                    <a:pt x="533996" y="360413"/>
                  </a:lnTo>
                  <a:lnTo>
                    <a:pt x="539496" y="360413"/>
                  </a:lnTo>
                  <a:lnTo>
                    <a:pt x="539496" y="245110"/>
                  </a:lnTo>
                  <a:lnTo>
                    <a:pt x="43294" y="245110"/>
                  </a:lnTo>
                  <a:lnTo>
                    <a:pt x="43294" y="158750"/>
                  </a:lnTo>
                  <a:lnTo>
                    <a:pt x="187617" y="158750"/>
                  </a:lnTo>
                  <a:lnTo>
                    <a:pt x="187617" y="244944"/>
                  </a:lnTo>
                  <a:lnTo>
                    <a:pt x="216484" y="244944"/>
                  </a:lnTo>
                  <a:lnTo>
                    <a:pt x="216484" y="158750"/>
                  </a:lnTo>
                  <a:lnTo>
                    <a:pt x="360807" y="158750"/>
                  </a:lnTo>
                  <a:lnTo>
                    <a:pt x="360807" y="244944"/>
                  </a:lnTo>
                  <a:lnTo>
                    <a:pt x="389674" y="244944"/>
                  </a:lnTo>
                  <a:lnTo>
                    <a:pt x="389674" y="158750"/>
                  </a:lnTo>
                  <a:lnTo>
                    <a:pt x="533996" y="158750"/>
                  </a:lnTo>
                  <a:lnTo>
                    <a:pt x="533996" y="244944"/>
                  </a:lnTo>
                  <a:lnTo>
                    <a:pt x="539496" y="244944"/>
                  </a:lnTo>
                  <a:lnTo>
                    <a:pt x="539496" y="129540"/>
                  </a:lnTo>
                  <a:lnTo>
                    <a:pt x="43294" y="129540"/>
                  </a:lnTo>
                  <a:lnTo>
                    <a:pt x="43294" y="43180"/>
                  </a:lnTo>
                  <a:lnTo>
                    <a:pt x="187617" y="43180"/>
                  </a:lnTo>
                  <a:lnTo>
                    <a:pt x="187617" y="129476"/>
                  </a:lnTo>
                  <a:lnTo>
                    <a:pt x="216484" y="129476"/>
                  </a:lnTo>
                  <a:lnTo>
                    <a:pt x="216484" y="43180"/>
                  </a:lnTo>
                  <a:lnTo>
                    <a:pt x="360807" y="43180"/>
                  </a:lnTo>
                  <a:lnTo>
                    <a:pt x="360807" y="129476"/>
                  </a:lnTo>
                  <a:lnTo>
                    <a:pt x="389674" y="129476"/>
                  </a:lnTo>
                  <a:lnTo>
                    <a:pt x="389674" y="43180"/>
                  </a:lnTo>
                  <a:lnTo>
                    <a:pt x="533996" y="43180"/>
                  </a:lnTo>
                  <a:lnTo>
                    <a:pt x="533996" y="129476"/>
                  </a:lnTo>
                  <a:lnTo>
                    <a:pt x="539496" y="129476"/>
                  </a:lnTo>
                  <a:lnTo>
                    <a:pt x="539496" y="0"/>
                  </a:lnTo>
                  <a:lnTo>
                    <a:pt x="0" y="0"/>
                  </a:lnTo>
                  <a:lnTo>
                    <a:pt x="0" y="43180"/>
                  </a:lnTo>
                  <a:lnTo>
                    <a:pt x="0" y="129540"/>
                  </a:lnTo>
                  <a:lnTo>
                    <a:pt x="0" y="403860"/>
                  </a:lnTo>
                  <a:lnTo>
                    <a:pt x="539496" y="403860"/>
                  </a:lnTo>
                  <a:lnTo>
                    <a:pt x="577291" y="403860"/>
                  </a:lnTo>
                  <a:lnTo>
                    <a:pt x="1116787" y="403860"/>
                  </a:lnTo>
                  <a:lnTo>
                    <a:pt x="1116787" y="360680"/>
                  </a:lnTo>
                  <a:lnTo>
                    <a:pt x="582790" y="360680"/>
                  </a:lnTo>
                  <a:lnTo>
                    <a:pt x="582790" y="274320"/>
                  </a:lnTo>
                  <a:lnTo>
                    <a:pt x="727113" y="274320"/>
                  </a:lnTo>
                  <a:lnTo>
                    <a:pt x="727113" y="360413"/>
                  </a:lnTo>
                  <a:lnTo>
                    <a:pt x="755980" y="360413"/>
                  </a:lnTo>
                  <a:lnTo>
                    <a:pt x="755980" y="274320"/>
                  </a:lnTo>
                  <a:lnTo>
                    <a:pt x="900303" y="274320"/>
                  </a:lnTo>
                  <a:lnTo>
                    <a:pt x="900303" y="360413"/>
                  </a:lnTo>
                  <a:lnTo>
                    <a:pt x="929170" y="360413"/>
                  </a:lnTo>
                  <a:lnTo>
                    <a:pt x="929170" y="274320"/>
                  </a:lnTo>
                  <a:lnTo>
                    <a:pt x="1073492" y="274320"/>
                  </a:lnTo>
                  <a:lnTo>
                    <a:pt x="1073492" y="360413"/>
                  </a:lnTo>
                  <a:lnTo>
                    <a:pt x="1116787" y="360413"/>
                  </a:lnTo>
                  <a:lnTo>
                    <a:pt x="1116787" y="274320"/>
                  </a:lnTo>
                  <a:lnTo>
                    <a:pt x="1116787" y="273812"/>
                  </a:lnTo>
                  <a:lnTo>
                    <a:pt x="1116787" y="245110"/>
                  </a:lnTo>
                  <a:lnTo>
                    <a:pt x="582790" y="245110"/>
                  </a:lnTo>
                  <a:lnTo>
                    <a:pt x="582790" y="158750"/>
                  </a:lnTo>
                  <a:lnTo>
                    <a:pt x="727113" y="158750"/>
                  </a:lnTo>
                  <a:lnTo>
                    <a:pt x="727113" y="244944"/>
                  </a:lnTo>
                  <a:lnTo>
                    <a:pt x="755980" y="244944"/>
                  </a:lnTo>
                  <a:lnTo>
                    <a:pt x="755980" y="158750"/>
                  </a:lnTo>
                  <a:lnTo>
                    <a:pt x="900303" y="158750"/>
                  </a:lnTo>
                  <a:lnTo>
                    <a:pt x="900303" y="244944"/>
                  </a:lnTo>
                  <a:lnTo>
                    <a:pt x="929170" y="244944"/>
                  </a:lnTo>
                  <a:lnTo>
                    <a:pt x="929170" y="158750"/>
                  </a:lnTo>
                  <a:lnTo>
                    <a:pt x="1073492" y="158750"/>
                  </a:lnTo>
                  <a:lnTo>
                    <a:pt x="1073492" y="244944"/>
                  </a:lnTo>
                  <a:lnTo>
                    <a:pt x="1116787" y="244944"/>
                  </a:lnTo>
                  <a:lnTo>
                    <a:pt x="1116787" y="158750"/>
                  </a:lnTo>
                  <a:lnTo>
                    <a:pt x="1116787" y="158343"/>
                  </a:lnTo>
                  <a:lnTo>
                    <a:pt x="1116787" y="129540"/>
                  </a:lnTo>
                  <a:lnTo>
                    <a:pt x="582790" y="129540"/>
                  </a:lnTo>
                  <a:lnTo>
                    <a:pt x="582790" y="43180"/>
                  </a:lnTo>
                  <a:lnTo>
                    <a:pt x="727113" y="43180"/>
                  </a:lnTo>
                  <a:lnTo>
                    <a:pt x="727113" y="129476"/>
                  </a:lnTo>
                  <a:lnTo>
                    <a:pt x="755980" y="129476"/>
                  </a:lnTo>
                  <a:lnTo>
                    <a:pt x="755980" y="43180"/>
                  </a:lnTo>
                  <a:lnTo>
                    <a:pt x="900303" y="43180"/>
                  </a:lnTo>
                  <a:lnTo>
                    <a:pt x="900303" y="129476"/>
                  </a:lnTo>
                  <a:lnTo>
                    <a:pt x="929170" y="129476"/>
                  </a:lnTo>
                  <a:lnTo>
                    <a:pt x="929170" y="43180"/>
                  </a:lnTo>
                  <a:lnTo>
                    <a:pt x="1073492" y="43180"/>
                  </a:lnTo>
                  <a:lnTo>
                    <a:pt x="1073492" y="129476"/>
                  </a:lnTo>
                  <a:lnTo>
                    <a:pt x="1116787" y="129476"/>
                  </a:lnTo>
                  <a:lnTo>
                    <a:pt x="1116787" y="43180"/>
                  </a:lnTo>
                  <a:lnTo>
                    <a:pt x="1116787" y="42887"/>
                  </a:lnTo>
                  <a:lnTo>
                    <a:pt x="1116787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7548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Streams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02336" y="1195593"/>
            <a:ext cx="4777105" cy="3110865"/>
            <a:chOff x="402336" y="1195593"/>
            <a:chExt cx="4777105" cy="3110865"/>
          </a:xfrm>
        </p:grpSpPr>
        <p:sp>
          <p:nvSpPr>
            <p:cNvPr id="4" name="object 4"/>
            <p:cNvSpPr/>
            <p:nvPr/>
          </p:nvSpPr>
          <p:spPr>
            <a:xfrm>
              <a:off x="3970477" y="1195603"/>
              <a:ext cx="1209040" cy="1639570"/>
            </a:xfrm>
            <a:custGeom>
              <a:avLst/>
              <a:gdLst/>
              <a:ahLst/>
              <a:cxnLst/>
              <a:rect l="l" t="t" r="r" b="b"/>
              <a:pathLst>
                <a:path w="1209039" h="1639570">
                  <a:moveTo>
                    <a:pt x="1208786" y="1121244"/>
                  </a:moveTo>
                  <a:lnTo>
                    <a:pt x="1192745" y="1160716"/>
                  </a:lnTo>
                  <a:lnTo>
                    <a:pt x="1147114" y="1197013"/>
                  </a:lnTo>
                  <a:lnTo>
                    <a:pt x="1079271" y="1227620"/>
                  </a:lnTo>
                  <a:lnTo>
                    <a:pt x="1079271" y="1423441"/>
                  </a:lnTo>
                  <a:lnTo>
                    <a:pt x="1076172" y="1441119"/>
                  </a:lnTo>
                  <a:lnTo>
                    <a:pt x="1067396" y="1454746"/>
                  </a:lnTo>
                  <a:lnTo>
                    <a:pt x="1053769" y="1463509"/>
                  </a:lnTo>
                  <a:lnTo>
                    <a:pt x="1036104" y="1466621"/>
                  </a:lnTo>
                  <a:lnTo>
                    <a:pt x="1018425" y="1463509"/>
                  </a:lnTo>
                  <a:lnTo>
                    <a:pt x="1004798" y="1454746"/>
                  </a:lnTo>
                  <a:lnTo>
                    <a:pt x="996035" y="1441119"/>
                  </a:lnTo>
                  <a:lnTo>
                    <a:pt x="992936" y="1423441"/>
                  </a:lnTo>
                  <a:lnTo>
                    <a:pt x="996035" y="1405775"/>
                  </a:lnTo>
                  <a:lnTo>
                    <a:pt x="1004798" y="1392148"/>
                  </a:lnTo>
                  <a:lnTo>
                    <a:pt x="1018425" y="1383372"/>
                  </a:lnTo>
                  <a:lnTo>
                    <a:pt x="1036104" y="1380274"/>
                  </a:lnTo>
                  <a:lnTo>
                    <a:pt x="1053769" y="1383372"/>
                  </a:lnTo>
                  <a:lnTo>
                    <a:pt x="1067396" y="1392148"/>
                  </a:lnTo>
                  <a:lnTo>
                    <a:pt x="1076172" y="1405775"/>
                  </a:lnTo>
                  <a:lnTo>
                    <a:pt x="1079271" y="1423441"/>
                  </a:lnTo>
                  <a:lnTo>
                    <a:pt x="1079271" y="1227620"/>
                  </a:lnTo>
                  <a:lnTo>
                    <a:pt x="1031240" y="1243203"/>
                  </a:lnTo>
                  <a:lnTo>
                    <a:pt x="981824" y="1255864"/>
                  </a:lnTo>
                  <a:lnTo>
                    <a:pt x="927785" y="1266952"/>
                  </a:lnTo>
                  <a:lnTo>
                    <a:pt x="869581" y="1276311"/>
                  </a:lnTo>
                  <a:lnTo>
                    <a:pt x="807681" y="1283817"/>
                  </a:lnTo>
                  <a:lnTo>
                    <a:pt x="742543" y="1289354"/>
                  </a:lnTo>
                  <a:lnTo>
                    <a:pt x="674624" y="1292758"/>
                  </a:lnTo>
                  <a:lnTo>
                    <a:pt x="604393" y="1293926"/>
                  </a:lnTo>
                  <a:lnTo>
                    <a:pt x="534162" y="1292758"/>
                  </a:lnTo>
                  <a:lnTo>
                    <a:pt x="466242" y="1289354"/>
                  </a:lnTo>
                  <a:lnTo>
                    <a:pt x="401104" y="1283817"/>
                  </a:lnTo>
                  <a:lnTo>
                    <a:pt x="339204" y="1276311"/>
                  </a:lnTo>
                  <a:lnTo>
                    <a:pt x="281000" y="1266952"/>
                  </a:lnTo>
                  <a:lnTo>
                    <a:pt x="226961" y="1255864"/>
                  </a:lnTo>
                  <a:lnTo>
                    <a:pt x="177546" y="1243203"/>
                  </a:lnTo>
                  <a:lnTo>
                    <a:pt x="133210" y="1229080"/>
                  </a:lnTo>
                  <a:lnTo>
                    <a:pt x="94437" y="1213637"/>
                  </a:lnTo>
                  <a:lnTo>
                    <a:pt x="35382" y="1179322"/>
                  </a:lnTo>
                  <a:lnTo>
                    <a:pt x="4089" y="1141310"/>
                  </a:lnTo>
                  <a:lnTo>
                    <a:pt x="0" y="1121244"/>
                  </a:lnTo>
                  <a:lnTo>
                    <a:pt x="0" y="1466621"/>
                  </a:lnTo>
                  <a:lnTo>
                    <a:pt x="16040" y="1506093"/>
                  </a:lnTo>
                  <a:lnTo>
                    <a:pt x="61671" y="1542389"/>
                  </a:lnTo>
                  <a:lnTo>
                    <a:pt x="133210" y="1574457"/>
                  </a:lnTo>
                  <a:lnTo>
                    <a:pt x="177546" y="1588579"/>
                  </a:lnTo>
                  <a:lnTo>
                    <a:pt x="226961" y="1601241"/>
                  </a:lnTo>
                  <a:lnTo>
                    <a:pt x="281000" y="1612328"/>
                  </a:lnTo>
                  <a:lnTo>
                    <a:pt x="339204" y="1621688"/>
                  </a:lnTo>
                  <a:lnTo>
                    <a:pt x="401104" y="1629194"/>
                  </a:lnTo>
                  <a:lnTo>
                    <a:pt x="466242" y="1634731"/>
                  </a:lnTo>
                  <a:lnTo>
                    <a:pt x="534162" y="1638134"/>
                  </a:lnTo>
                  <a:lnTo>
                    <a:pt x="604393" y="1639303"/>
                  </a:lnTo>
                  <a:lnTo>
                    <a:pt x="674624" y="1638134"/>
                  </a:lnTo>
                  <a:lnTo>
                    <a:pt x="742543" y="1634731"/>
                  </a:lnTo>
                  <a:lnTo>
                    <a:pt x="807681" y="1629194"/>
                  </a:lnTo>
                  <a:lnTo>
                    <a:pt x="869581" y="1621688"/>
                  </a:lnTo>
                  <a:lnTo>
                    <a:pt x="927785" y="1612328"/>
                  </a:lnTo>
                  <a:lnTo>
                    <a:pt x="981824" y="1601241"/>
                  </a:lnTo>
                  <a:lnTo>
                    <a:pt x="1031240" y="1588579"/>
                  </a:lnTo>
                  <a:lnTo>
                    <a:pt x="1075575" y="1574457"/>
                  </a:lnTo>
                  <a:lnTo>
                    <a:pt x="1114348" y="1559026"/>
                  </a:lnTo>
                  <a:lnTo>
                    <a:pt x="1173403" y="1524698"/>
                  </a:lnTo>
                  <a:lnTo>
                    <a:pt x="1204696" y="1486687"/>
                  </a:lnTo>
                  <a:lnTo>
                    <a:pt x="1208786" y="1466621"/>
                  </a:lnTo>
                  <a:lnTo>
                    <a:pt x="1208786" y="1380274"/>
                  </a:lnTo>
                  <a:lnTo>
                    <a:pt x="1208786" y="1293926"/>
                  </a:lnTo>
                  <a:lnTo>
                    <a:pt x="1208786" y="1121244"/>
                  </a:lnTo>
                  <a:close/>
                </a:path>
                <a:path w="1209039" h="1639570">
                  <a:moveTo>
                    <a:pt x="1208786" y="689521"/>
                  </a:moveTo>
                  <a:lnTo>
                    <a:pt x="1192745" y="728992"/>
                  </a:lnTo>
                  <a:lnTo>
                    <a:pt x="1147114" y="765289"/>
                  </a:lnTo>
                  <a:lnTo>
                    <a:pt x="1079271" y="795896"/>
                  </a:lnTo>
                  <a:lnTo>
                    <a:pt x="1079271" y="991730"/>
                  </a:lnTo>
                  <a:lnTo>
                    <a:pt x="1076172" y="1009396"/>
                  </a:lnTo>
                  <a:lnTo>
                    <a:pt x="1067396" y="1023023"/>
                  </a:lnTo>
                  <a:lnTo>
                    <a:pt x="1053769" y="1031798"/>
                  </a:lnTo>
                  <a:lnTo>
                    <a:pt x="1036104" y="1034897"/>
                  </a:lnTo>
                  <a:lnTo>
                    <a:pt x="1018425" y="1031798"/>
                  </a:lnTo>
                  <a:lnTo>
                    <a:pt x="1004798" y="1023023"/>
                  </a:lnTo>
                  <a:lnTo>
                    <a:pt x="996035" y="1009396"/>
                  </a:lnTo>
                  <a:lnTo>
                    <a:pt x="992936" y="991730"/>
                  </a:lnTo>
                  <a:lnTo>
                    <a:pt x="996035" y="974051"/>
                  </a:lnTo>
                  <a:lnTo>
                    <a:pt x="1004798" y="960424"/>
                  </a:lnTo>
                  <a:lnTo>
                    <a:pt x="1018425" y="951661"/>
                  </a:lnTo>
                  <a:lnTo>
                    <a:pt x="1036104" y="948550"/>
                  </a:lnTo>
                  <a:lnTo>
                    <a:pt x="1053769" y="951661"/>
                  </a:lnTo>
                  <a:lnTo>
                    <a:pt x="1067396" y="960424"/>
                  </a:lnTo>
                  <a:lnTo>
                    <a:pt x="1076172" y="974051"/>
                  </a:lnTo>
                  <a:lnTo>
                    <a:pt x="1079271" y="991730"/>
                  </a:lnTo>
                  <a:lnTo>
                    <a:pt x="1079271" y="795896"/>
                  </a:lnTo>
                  <a:lnTo>
                    <a:pt x="1031240" y="811479"/>
                  </a:lnTo>
                  <a:lnTo>
                    <a:pt x="981824" y="824141"/>
                  </a:lnTo>
                  <a:lnTo>
                    <a:pt x="927785" y="835228"/>
                  </a:lnTo>
                  <a:lnTo>
                    <a:pt x="869581" y="844588"/>
                  </a:lnTo>
                  <a:lnTo>
                    <a:pt x="807681" y="852093"/>
                  </a:lnTo>
                  <a:lnTo>
                    <a:pt x="742543" y="857631"/>
                  </a:lnTo>
                  <a:lnTo>
                    <a:pt x="674624" y="861034"/>
                  </a:lnTo>
                  <a:lnTo>
                    <a:pt x="604393" y="862203"/>
                  </a:lnTo>
                  <a:lnTo>
                    <a:pt x="534162" y="861034"/>
                  </a:lnTo>
                  <a:lnTo>
                    <a:pt x="466242" y="857631"/>
                  </a:lnTo>
                  <a:lnTo>
                    <a:pt x="401104" y="852093"/>
                  </a:lnTo>
                  <a:lnTo>
                    <a:pt x="339204" y="844588"/>
                  </a:lnTo>
                  <a:lnTo>
                    <a:pt x="281000" y="835228"/>
                  </a:lnTo>
                  <a:lnTo>
                    <a:pt x="226961" y="824141"/>
                  </a:lnTo>
                  <a:lnTo>
                    <a:pt x="177546" y="811479"/>
                  </a:lnTo>
                  <a:lnTo>
                    <a:pt x="133210" y="797356"/>
                  </a:lnTo>
                  <a:lnTo>
                    <a:pt x="94437" y="781926"/>
                  </a:lnTo>
                  <a:lnTo>
                    <a:pt x="35382" y="747598"/>
                  </a:lnTo>
                  <a:lnTo>
                    <a:pt x="4089" y="709587"/>
                  </a:lnTo>
                  <a:lnTo>
                    <a:pt x="0" y="689521"/>
                  </a:lnTo>
                  <a:lnTo>
                    <a:pt x="0" y="1034897"/>
                  </a:lnTo>
                  <a:lnTo>
                    <a:pt x="16040" y="1074369"/>
                  </a:lnTo>
                  <a:lnTo>
                    <a:pt x="61671" y="1110665"/>
                  </a:lnTo>
                  <a:lnTo>
                    <a:pt x="133210" y="1142733"/>
                  </a:lnTo>
                  <a:lnTo>
                    <a:pt x="177546" y="1156855"/>
                  </a:lnTo>
                  <a:lnTo>
                    <a:pt x="226961" y="1169517"/>
                  </a:lnTo>
                  <a:lnTo>
                    <a:pt x="281000" y="1180604"/>
                  </a:lnTo>
                  <a:lnTo>
                    <a:pt x="339204" y="1189964"/>
                  </a:lnTo>
                  <a:lnTo>
                    <a:pt x="401104" y="1197470"/>
                  </a:lnTo>
                  <a:lnTo>
                    <a:pt x="466242" y="1203007"/>
                  </a:lnTo>
                  <a:lnTo>
                    <a:pt x="534162" y="1206423"/>
                  </a:lnTo>
                  <a:lnTo>
                    <a:pt x="604393" y="1207592"/>
                  </a:lnTo>
                  <a:lnTo>
                    <a:pt x="674624" y="1206423"/>
                  </a:lnTo>
                  <a:lnTo>
                    <a:pt x="742543" y="1203007"/>
                  </a:lnTo>
                  <a:lnTo>
                    <a:pt x="807681" y="1197470"/>
                  </a:lnTo>
                  <a:lnTo>
                    <a:pt x="869581" y="1189964"/>
                  </a:lnTo>
                  <a:lnTo>
                    <a:pt x="927785" y="1180604"/>
                  </a:lnTo>
                  <a:lnTo>
                    <a:pt x="981824" y="1169517"/>
                  </a:lnTo>
                  <a:lnTo>
                    <a:pt x="1031240" y="1156855"/>
                  </a:lnTo>
                  <a:lnTo>
                    <a:pt x="1075575" y="1142733"/>
                  </a:lnTo>
                  <a:lnTo>
                    <a:pt x="1114348" y="1127302"/>
                  </a:lnTo>
                  <a:lnTo>
                    <a:pt x="1173403" y="1092987"/>
                  </a:lnTo>
                  <a:lnTo>
                    <a:pt x="1204696" y="1054963"/>
                  </a:lnTo>
                  <a:lnTo>
                    <a:pt x="1208786" y="1034897"/>
                  </a:lnTo>
                  <a:lnTo>
                    <a:pt x="1208786" y="948550"/>
                  </a:lnTo>
                  <a:lnTo>
                    <a:pt x="1208786" y="862203"/>
                  </a:lnTo>
                  <a:lnTo>
                    <a:pt x="1208786" y="689521"/>
                  </a:lnTo>
                  <a:close/>
                </a:path>
                <a:path w="1209039" h="1639570">
                  <a:moveTo>
                    <a:pt x="1208786" y="257797"/>
                  </a:moveTo>
                  <a:lnTo>
                    <a:pt x="1192745" y="297268"/>
                  </a:lnTo>
                  <a:lnTo>
                    <a:pt x="1147114" y="333565"/>
                  </a:lnTo>
                  <a:lnTo>
                    <a:pt x="1079271" y="364185"/>
                  </a:lnTo>
                  <a:lnTo>
                    <a:pt x="1079271" y="560006"/>
                  </a:lnTo>
                  <a:lnTo>
                    <a:pt x="1076172" y="577672"/>
                  </a:lnTo>
                  <a:lnTo>
                    <a:pt x="1067396" y="591299"/>
                  </a:lnTo>
                  <a:lnTo>
                    <a:pt x="1053769" y="600075"/>
                  </a:lnTo>
                  <a:lnTo>
                    <a:pt x="1036104" y="603173"/>
                  </a:lnTo>
                  <a:lnTo>
                    <a:pt x="1018425" y="600075"/>
                  </a:lnTo>
                  <a:lnTo>
                    <a:pt x="1004798" y="591299"/>
                  </a:lnTo>
                  <a:lnTo>
                    <a:pt x="996035" y="577672"/>
                  </a:lnTo>
                  <a:lnTo>
                    <a:pt x="992924" y="560006"/>
                  </a:lnTo>
                  <a:lnTo>
                    <a:pt x="996035" y="542328"/>
                  </a:lnTo>
                  <a:lnTo>
                    <a:pt x="1004798" y="528701"/>
                  </a:lnTo>
                  <a:lnTo>
                    <a:pt x="1018425" y="519938"/>
                  </a:lnTo>
                  <a:lnTo>
                    <a:pt x="1036104" y="516826"/>
                  </a:lnTo>
                  <a:lnTo>
                    <a:pt x="1053769" y="519938"/>
                  </a:lnTo>
                  <a:lnTo>
                    <a:pt x="1067396" y="528701"/>
                  </a:lnTo>
                  <a:lnTo>
                    <a:pt x="1076172" y="542328"/>
                  </a:lnTo>
                  <a:lnTo>
                    <a:pt x="1079271" y="560006"/>
                  </a:lnTo>
                  <a:lnTo>
                    <a:pt x="1079271" y="364185"/>
                  </a:lnTo>
                  <a:lnTo>
                    <a:pt x="1031240" y="379755"/>
                  </a:lnTo>
                  <a:lnTo>
                    <a:pt x="981824" y="392430"/>
                  </a:lnTo>
                  <a:lnTo>
                    <a:pt x="927785" y="403504"/>
                  </a:lnTo>
                  <a:lnTo>
                    <a:pt x="869581" y="412864"/>
                  </a:lnTo>
                  <a:lnTo>
                    <a:pt x="807681" y="420370"/>
                  </a:lnTo>
                  <a:lnTo>
                    <a:pt x="742543" y="425907"/>
                  </a:lnTo>
                  <a:lnTo>
                    <a:pt x="674624" y="429323"/>
                  </a:lnTo>
                  <a:lnTo>
                    <a:pt x="604393" y="430491"/>
                  </a:lnTo>
                  <a:lnTo>
                    <a:pt x="534162" y="429323"/>
                  </a:lnTo>
                  <a:lnTo>
                    <a:pt x="466242" y="425907"/>
                  </a:lnTo>
                  <a:lnTo>
                    <a:pt x="401104" y="420370"/>
                  </a:lnTo>
                  <a:lnTo>
                    <a:pt x="339204" y="412864"/>
                  </a:lnTo>
                  <a:lnTo>
                    <a:pt x="281000" y="403504"/>
                  </a:lnTo>
                  <a:lnTo>
                    <a:pt x="226961" y="392430"/>
                  </a:lnTo>
                  <a:lnTo>
                    <a:pt x="177546" y="379755"/>
                  </a:lnTo>
                  <a:lnTo>
                    <a:pt x="133210" y="365645"/>
                  </a:lnTo>
                  <a:lnTo>
                    <a:pt x="94437" y="350202"/>
                  </a:lnTo>
                  <a:lnTo>
                    <a:pt x="35382" y="315887"/>
                  </a:lnTo>
                  <a:lnTo>
                    <a:pt x="4089" y="277863"/>
                  </a:lnTo>
                  <a:lnTo>
                    <a:pt x="0" y="257797"/>
                  </a:lnTo>
                  <a:lnTo>
                    <a:pt x="0" y="603173"/>
                  </a:lnTo>
                  <a:lnTo>
                    <a:pt x="16040" y="642645"/>
                  </a:lnTo>
                  <a:lnTo>
                    <a:pt x="61671" y="678942"/>
                  </a:lnTo>
                  <a:lnTo>
                    <a:pt x="133210" y="711022"/>
                  </a:lnTo>
                  <a:lnTo>
                    <a:pt x="177546" y="725131"/>
                  </a:lnTo>
                  <a:lnTo>
                    <a:pt x="226961" y="737806"/>
                  </a:lnTo>
                  <a:lnTo>
                    <a:pt x="281000" y="748880"/>
                  </a:lnTo>
                  <a:lnTo>
                    <a:pt x="339204" y="758240"/>
                  </a:lnTo>
                  <a:lnTo>
                    <a:pt x="401104" y="765759"/>
                  </a:lnTo>
                  <a:lnTo>
                    <a:pt x="466242" y="771283"/>
                  </a:lnTo>
                  <a:lnTo>
                    <a:pt x="534162" y="774700"/>
                  </a:lnTo>
                  <a:lnTo>
                    <a:pt x="604393" y="775868"/>
                  </a:lnTo>
                  <a:lnTo>
                    <a:pt x="674624" y="774700"/>
                  </a:lnTo>
                  <a:lnTo>
                    <a:pt x="742543" y="771283"/>
                  </a:lnTo>
                  <a:lnTo>
                    <a:pt x="807681" y="765759"/>
                  </a:lnTo>
                  <a:lnTo>
                    <a:pt x="869581" y="758240"/>
                  </a:lnTo>
                  <a:lnTo>
                    <a:pt x="927785" y="748880"/>
                  </a:lnTo>
                  <a:lnTo>
                    <a:pt x="981824" y="737806"/>
                  </a:lnTo>
                  <a:lnTo>
                    <a:pt x="1031240" y="725131"/>
                  </a:lnTo>
                  <a:lnTo>
                    <a:pt x="1075575" y="711022"/>
                  </a:lnTo>
                  <a:lnTo>
                    <a:pt x="1114348" y="695579"/>
                  </a:lnTo>
                  <a:lnTo>
                    <a:pt x="1173403" y="661263"/>
                  </a:lnTo>
                  <a:lnTo>
                    <a:pt x="1204696" y="623239"/>
                  </a:lnTo>
                  <a:lnTo>
                    <a:pt x="1208786" y="603173"/>
                  </a:lnTo>
                  <a:lnTo>
                    <a:pt x="1208786" y="516826"/>
                  </a:lnTo>
                  <a:lnTo>
                    <a:pt x="1208786" y="430491"/>
                  </a:lnTo>
                  <a:lnTo>
                    <a:pt x="1208786" y="257797"/>
                  </a:lnTo>
                  <a:close/>
                </a:path>
                <a:path w="1209039" h="1639570">
                  <a:moveTo>
                    <a:pt x="1208786" y="171450"/>
                  </a:moveTo>
                  <a:lnTo>
                    <a:pt x="1192822" y="131864"/>
                  </a:lnTo>
                  <a:lnTo>
                    <a:pt x="1147356" y="95516"/>
                  </a:lnTo>
                  <a:lnTo>
                    <a:pt x="1076007" y="63474"/>
                  </a:lnTo>
                  <a:lnTo>
                    <a:pt x="1031760" y="49377"/>
                  </a:lnTo>
                  <a:lnTo>
                    <a:pt x="982408" y="36741"/>
                  </a:lnTo>
                  <a:lnTo>
                    <a:pt x="928408" y="25704"/>
                  </a:lnTo>
                  <a:lnTo>
                    <a:pt x="808228" y="8890"/>
                  </a:lnTo>
                  <a:lnTo>
                    <a:pt x="674878" y="0"/>
                  </a:lnTo>
                  <a:lnTo>
                    <a:pt x="533908" y="0"/>
                  </a:lnTo>
                  <a:lnTo>
                    <a:pt x="400558" y="8890"/>
                  </a:lnTo>
                  <a:lnTo>
                    <a:pt x="280390" y="25704"/>
                  </a:lnTo>
                  <a:lnTo>
                    <a:pt x="226377" y="36741"/>
                  </a:lnTo>
                  <a:lnTo>
                    <a:pt x="177025" y="49377"/>
                  </a:lnTo>
                  <a:lnTo>
                    <a:pt x="132778" y="63474"/>
                  </a:lnTo>
                  <a:lnTo>
                    <a:pt x="94107" y="78892"/>
                  </a:lnTo>
                  <a:lnTo>
                    <a:pt x="35242" y="113220"/>
                  </a:lnTo>
                  <a:lnTo>
                    <a:pt x="4064" y="151320"/>
                  </a:lnTo>
                  <a:lnTo>
                    <a:pt x="0" y="171450"/>
                  </a:lnTo>
                  <a:lnTo>
                    <a:pt x="4064" y="191592"/>
                  </a:lnTo>
                  <a:lnTo>
                    <a:pt x="35242" y="229692"/>
                  </a:lnTo>
                  <a:lnTo>
                    <a:pt x="94107" y="264033"/>
                  </a:lnTo>
                  <a:lnTo>
                    <a:pt x="132778" y="279463"/>
                  </a:lnTo>
                  <a:lnTo>
                    <a:pt x="177025" y="293560"/>
                  </a:lnTo>
                  <a:lnTo>
                    <a:pt x="226377" y="306209"/>
                  </a:lnTo>
                  <a:lnTo>
                    <a:pt x="280390" y="317258"/>
                  </a:lnTo>
                  <a:lnTo>
                    <a:pt x="400558" y="334073"/>
                  </a:lnTo>
                  <a:lnTo>
                    <a:pt x="533908" y="342976"/>
                  </a:lnTo>
                  <a:lnTo>
                    <a:pt x="674878" y="342976"/>
                  </a:lnTo>
                  <a:lnTo>
                    <a:pt x="808228" y="334073"/>
                  </a:lnTo>
                  <a:lnTo>
                    <a:pt x="928408" y="317258"/>
                  </a:lnTo>
                  <a:lnTo>
                    <a:pt x="982408" y="306209"/>
                  </a:lnTo>
                  <a:lnTo>
                    <a:pt x="1031760" y="293560"/>
                  </a:lnTo>
                  <a:lnTo>
                    <a:pt x="1076007" y="279463"/>
                  </a:lnTo>
                  <a:lnTo>
                    <a:pt x="1114691" y="264033"/>
                  </a:lnTo>
                  <a:lnTo>
                    <a:pt x="1173543" y="229692"/>
                  </a:lnTo>
                  <a:lnTo>
                    <a:pt x="1204722" y="191592"/>
                  </a:lnTo>
                  <a:lnTo>
                    <a:pt x="1208786" y="171450"/>
                  </a:lnTo>
                  <a:close/>
                </a:path>
              </a:pathLst>
            </a:custGeom>
            <a:solidFill>
              <a:srgbClr val="006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2336" y="3741419"/>
              <a:ext cx="1776222" cy="564642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548741" y="3796080"/>
            <a:ext cx="14655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scources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14400" y="2039111"/>
            <a:ext cx="2671445" cy="1751330"/>
            <a:chOff x="914400" y="2039111"/>
            <a:chExt cx="2671445" cy="175133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2039111"/>
              <a:ext cx="751332" cy="173736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963417" y="2977133"/>
              <a:ext cx="609600" cy="800100"/>
            </a:xfrm>
            <a:custGeom>
              <a:avLst/>
              <a:gdLst/>
              <a:ahLst/>
              <a:cxnLst/>
              <a:rect l="l" t="t" r="r" b="b"/>
              <a:pathLst>
                <a:path w="609600" h="800100">
                  <a:moveTo>
                    <a:pt x="507999" y="0"/>
                  </a:moveTo>
                  <a:lnTo>
                    <a:pt x="101600" y="0"/>
                  </a:lnTo>
                  <a:lnTo>
                    <a:pt x="62043" y="7981"/>
                  </a:lnTo>
                  <a:lnTo>
                    <a:pt x="29749" y="29749"/>
                  </a:lnTo>
                  <a:lnTo>
                    <a:pt x="7981" y="62043"/>
                  </a:lnTo>
                  <a:lnTo>
                    <a:pt x="0" y="101600"/>
                  </a:lnTo>
                  <a:lnTo>
                    <a:pt x="0" y="698500"/>
                  </a:lnTo>
                  <a:lnTo>
                    <a:pt x="7981" y="738056"/>
                  </a:lnTo>
                  <a:lnTo>
                    <a:pt x="29749" y="770350"/>
                  </a:lnTo>
                  <a:lnTo>
                    <a:pt x="62043" y="792118"/>
                  </a:lnTo>
                  <a:lnTo>
                    <a:pt x="101600" y="800100"/>
                  </a:lnTo>
                  <a:lnTo>
                    <a:pt x="507999" y="800100"/>
                  </a:lnTo>
                  <a:lnTo>
                    <a:pt x="547556" y="792118"/>
                  </a:lnTo>
                  <a:lnTo>
                    <a:pt x="579850" y="770350"/>
                  </a:lnTo>
                  <a:lnTo>
                    <a:pt x="601618" y="738056"/>
                  </a:lnTo>
                  <a:lnTo>
                    <a:pt x="609599" y="698500"/>
                  </a:lnTo>
                  <a:lnTo>
                    <a:pt x="609599" y="101600"/>
                  </a:lnTo>
                  <a:lnTo>
                    <a:pt x="601618" y="62043"/>
                  </a:lnTo>
                  <a:lnTo>
                    <a:pt x="579850" y="29749"/>
                  </a:lnTo>
                  <a:lnTo>
                    <a:pt x="547556" y="7981"/>
                  </a:lnTo>
                  <a:lnTo>
                    <a:pt x="507999" y="0"/>
                  </a:lnTo>
                  <a:close/>
                </a:path>
              </a:pathLst>
            </a:custGeom>
            <a:solidFill>
              <a:srgbClr val="9B9B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63417" y="2977133"/>
              <a:ext cx="609600" cy="800100"/>
            </a:xfrm>
            <a:custGeom>
              <a:avLst/>
              <a:gdLst/>
              <a:ahLst/>
              <a:cxnLst/>
              <a:rect l="l" t="t" r="r" b="b"/>
              <a:pathLst>
                <a:path w="609600" h="800100">
                  <a:moveTo>
                    <a:pt x="0" y="101600"/>
                  </a:moveTo>
                  <a:lnTo>
                    <a:pt x="7981" y="62043"/>
                  </a:lnTo>
                  <a:lnTo>
                    <a:pt x="29749" y="29749"/>
                  </a:lnTo>
                  <a:lnTo>
                    <a:pt x="62043" y="7981"/>
                  </a:lnTo>
                  <a:lnTo>
                    <a:pt x="101600" y="0"/>
                  </a:lnTo>
                  <a:lnTo>
                    <a:pt x="507999" y="0"/>
                  </a:lnTo>
                  <a:lnTo>
                    <a:pt x="547556" y="7981"/>
                  </a:lnTo>
                  <a:lnTo>
                    <a:pt x="579850" y="29749"/>
                  </a:lnTo>
                  <a:lnTo>
                    <a:pt x="601618" y="62043"/>
                  </a:lnTo>
                  <a:lnTo>
                    <a:pt x="609599" y="101600"/>
                  </a:lnTo>
                  <a:lnTo>
                    <a:pt x="609599" y="698500"/>
                  </a:lnTo>
                  <a:lnTo>
                    <a:pt x="601618" y="738056"/>
                  </a:lnTo>
                  <a:lnTo>
                    <a:pt x="579850" y="770350"/>
                  </a:lnTo>
                  <a:lnTo>
                    <a:pt x="547556" y="792118"/>
                  </a:lnTo>
                  <a:lnTo>
                    <a:pt x="507999" y="800100"/>
                  </a:lnTo>
                  <a:lnTo>
                    <a:pt x="101600" y="800100"/>
                  </a:lnTo>
                  <a:lnTo>
                    <a:pt x="62043" y="792118"/>
                  </a:lnTo>
                  <a:lnTo>
                    <a:pt x="29749" y="770350"/>
                  </a:lnTo>
                  <a:lnTo>
                    <a:pt x="7981" y="738056"/>
                  </a:lnTo>
                  <a:lnTo>
                    <a:pt x="0" y="698500"/>
                  </a:lnTo>
                  <a:lnTo>
                    <a:pt x="0" y="101600"/>
                  </a:lnTo>
                  <a:close/>
                </a:path>
              </a:pathLst>
            </a:custGeom>
            <a:ln w="25400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081020" y="3149854"/>
            <a:ext cx="37401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5080" indent="-3175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Bahnschrift"/>
                <a:cs typeface="Bahnschrift"/>
              </a:rPr>
              <a:t>Raw </a:t>
            </a:r>
            <a:r>
              <a:rPr sz="1400" spc="-20" dirty="0">
                <a:solidFill>
                  <a:srgbClr val="FFFFFF"/>
                </a:solidFill>
                <a:latin typeface="Bahnschrift"/>
                <a:cs typeface="Bahnschrift"/>
              </a:rPr>
              <a:t>data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721861" y="2964433"/>
            <a:ext cx="1319530" cy="825500"/>
            <a:chOff x="3721861" y="2964433"/>
            <a:chExt cx="1319530" cy="825500"/>
          </a:xfrm>
        </p:grpSpPr>
        <p:sp>
          <p:nvSpPr>
            <p:cNvPr id="13" name="object 13"/>
            <p:cNvSpPr/>
            <p:nvPr/>
          </p:nvSpPr>
          <p:spPr>
            <a:xfrm>
              <a:off x="3734561" y="2977133"/>
              <a:ext cx="1294130" cy="800100"/>
            </a:xfrm>
            <a:custGeom>
              <a:avLst/>
              <a:gdLst/>
              <a:ahLst/>
              <a:cxnLst/>
              <a:rect l="l" t="t" r="r" b="b"/>
              <a:pathLst>
                <a:path w="1294129" h="800100">
                  <a:moveTo>
                    <a:pt x="1160526" y="0"/>
                  </a:moveTo>
                  <a:lnTo>
                    <a:pt x="133350" y="0"/>
                  </a:lnTo>
                  <a:lnTo>
                    <a:pt x="91196" y="6797"/>
                  </a:lnTo>
                  <a:lnTo>
                    <a:pt x="54589" y="25725"/>
                  </a:lnTo>
                  <a:lnTo>
                    <a:pt x="25725" y="54589"/>
                  </a:lnTo>
                  <a:lnTo>
                    <a:pt x="6797" y="91196"/>
                  </a:lnTo>
                  <a:lnTo>
                    <a:pt x="0" y="133350"/>
                  </a:lnTo>
                  <a:lnTo>
                    <a:pt x="0" y="666750"/>
                  </a:lnTo>
                  <a:lnTo>
                    <a:pt x="6797" y="708903"/>
                  </a:lnTo>
                  <a:lnTo>
                    <a:pt x="25725" y="745510"/>
                  </a:lnTo>
                  <a:lnTo>
                    <a:pt x="54589" y="774374"/>
                  </a:lnTo>
                  <a:lnTo>
                    <a:pt x="91196" y="793302"/>
                  </a:lnTo>
                  <a:lnTo>
                    <a:pt x="133350" y="800100"/>
                  </a:lnTo>
                  <a:lnTo>
                    <a:pt x="1160526" y="800100"/>
                  </a:lnTo>
                  <a:lnTo>
                    <a:pt x="1202679" y="793302"/>
                  </a:lnTo>
                  <a:lnTo>
                    <a:pt x="1239286" y="774374"/>
                  </a:lnTo>
                  <a:lnTo>
                    <a:pt x="1268150" y="745510"/>
                  </a:lnTo>
                  <a:lnTo>
                    <a:pt x="1287078" y="708903"/>
                  </a:lnTo>
                  <a:lnTo>
                    <a:pt x="1293876" y="666750"/>
                  </a:lnTo>
                  <a:lnTo>
                    <a:pt x="1293876" y="133350"/>
                  </a:lnTo>
                  <a:lnTo>
                    <a:pt x="1287078" y="91196"/>
                  </a:lnTo>
                  <a:lnTo>
                    <a:pt x="1268150" y="54589"/>
                  </a:lnTo>
                  <a:lnTo>
                    <a:pt x="1239286" y="25725"/>
                  </a:lnTo>
                  <a:lnTo>
                    <a:pt x="1202679" y="6797"/>
                  </a:lnTo>
                  <a:lnTo>
                    <a:pt x="1160526" y="0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34561" y="2977133"/>
              <a:ext cx="1294130" cy="800100"/>
            </a:xfrm>
            <a:custGeom>
              <a:avLst/>
              <a:gdLst/>
              <a:ahLst/>
              <a:cxnLst/>
              <a:rect l="l" t="t" r="r" b="b"/>
              <a:pathLst>
                <a:path w="1294129" h="800100">
                  <a:moveTo>
                    <a:pt x="0" y="133350"/>
                  </a:moveTo>
                  <a:lnTo>
                    <a:pt x="6797" y="91196"/>
                  </a:lnTo>
                  <a:lnTo>
                    <a:pt x="25725" y="54589"/>
                  </a:lnTo>
                  <a:lnTo>
                    <a:pt x="54589" y="25725"/>
                  </a:lnTo>
                  <a:lnTo>
                    <a:pt x="91196" y="6797"/>
                  </a:lnTo>
                  <a:lnTo>
                    <a:pt x="133350" y="0"/>
                  </a:lnTo>
                  <a:lnTo>
                    <a:pt x="1160526" y="0"/>
                  </a:lnTo>
                  <a:lnTo>
                    <a:pt x="1202679" y="6797"/>
                  </a:lnTo>
                  <a:lnTo>
                    <a:pt x="1239286" y="25725"/>
                  </a:lnTo>
                  <a:lnTo>
                    <a:pt x="1268150" y="54589"/>
                  </a:lnTo>
                  <a:lnTo>
                    <a:pt x="1287078" y="91196"/>
                  </a:lnTo>
                  <a:lnTo>
                    <a:pt x="1293876" y="133350"/>
                  </a:lnTo>
                  <a:lnTo>
                    <a:pt x="1293876" y="666750"/>
                  </a:lnTo>
                  <a:lnTo>
                    <a:pt x="1287078" y="708903"/>
                  </a:lnTo>
                  <a:lnTo>
                    <a:pt x="1268150" y="745510"/>
                  </a:lnTo>
                  <a:lnTo>
                    <a:pt x="1239286" y="774374"/>
                  </a:lnTo>
                  <a:lnTo>
                    <a:pt x="1202679" y="793302"/>
                  </a:lnTo>
                  <a:lnTo>
                    <a:pt x="1160526" y="800100"/>
                  </a:lnTo>
                  <a:lnTo>
                    <a:pt x="133350" y="800100"/>
                  </a:lnTo>
                  <a:lnTo>
                    <a:pt x="91196" y="793302"/>
                  </a:lnTo>
                  <a:lnTo>
                    <a:pt x="54589" y="774374"/>
                  </a:lnTo>
                  <a:lnTo>
                    <a:pt x="25725" y="745510"/>
                  </a:lnTo>
                  <a:lnTo>
                    <a:pt x="6797" y="708903"/>
                  </a:lnTo>
                  <a:lnTo>
                    <a:pt x="0" y="666750"/>
                  </a:lnTo>
                  <a:lnTo>
                    <a:pt x="0" y="133350"/>
                  </a:lnTo>
                  <a:close/>
                </a:path>
              </a:pathLst>
            </a:custGeom>
            <a:ln w="25400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936872" y="3149854"/>
            <a:ext cx="88900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9554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FFFFFF"/>
                </a:solidFill>
                <a:latin typeface="Bahnschrift"/>
                <a:cs typeface="Bahnschrift"/>
              </a:rPr>
              <a:t>Data </a:t>
            </a:r>
            <a:r>
              <a:rPr sz="1400" spc="-10" dirty="0">
                <a:solidFill>
                  <a:srgbClr val="FFFFFF"/>
                </a:solidFill>
                <a:latin typeface="Bahnschrift"/>
                <a:cs typeface="Bahnschrift"/>
              </a:rPr>
              <a:t>integration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177282" y="2967482"/>
            <a:ext cx="1320800" cy="827405"/>
            <a:chOff x="5177282" y="2967482"/>
            <a:chExt cx="1320800" cy="827405"/>
          </a:xfrm>
        </p:grpSpPr>
        <p:sp>
          <p:nvSpPr>
            <p:cNvPr id="17" name="object 17"/>
            <p:cNvSpPr/>
            <p:nvPr/>
          </p:nvSpPr>
          <p:spPr>
            <a:xfrm>
              <a:off x="5189982" y="2980182"/>
              <a:ext cx="1295400" cy="802005"/>
            </a:xfrm>
            <a:custGeom>
              <a:avLst/>
              <a:gdLst/>
              <a:ahLst/>
              <a:cxnLst/>
              <a:rect l="l" t="t" r="r" b="b"/>
              <a:pathLst>
                <a:path w="1295400" h="802004">
                  <a:moveTo>
                    <a:pt x="1161795" y="0"/>
                  </a:moveTo>
                  <a:lnTo>
                    <a:pt x="133603" y="0"/>
                  </a:lnTo>
                  <a:lnTo>
                    <a:pt x="91374" y="6811"/>
                  </a:lnTo>
                  <a:lnTo>
                    <a:pt x="54699" y="25777"/>
                  </a:lnTo>
                  <a:lnTo>
                    <a:pt x="25777" y="54699"/>
                  </a:lnTo>
                  <a:lnTo>
                    <a:pt x="6811" y="91374"/>
                  </a:lnTo>
                  <a:lnTo>
                    <a:pt x="0" y="133604"/>
                  </a:lnTo>
                  <a:lnTo>
                    <a:pt x="0" y="668020"/>
                  </a:lnTo>
                  <a:lnTo>
                    <a:pt x="6811" y="710249"/>
                  </a:lnTo>
                  <a:lnTo>
                    <a:pt x="25777" y="746924"/>
                  </a:lnTo>
                  <a:lnTo>
                    <a:pt x="54699" y="775846"/>
                  </a:lnTo>
                  <a:lnTo>
                    <a:pt x="91374" y="794812"/>
                  </a:lnTo>
                  <a:lnTo>
                    <a:pt x="133603" y="801624"/>
                  </a:lnTo>
                  <a:lnTo>
                    <a:pt x="1161795" y="801624"/>
                  </a:lnTo>
                  <a:lnTo>
                    <a:pt x="1204025" y="794812"/>
                  </a:lnTo>
                  <a:lnTo>
                    <a:pt x="1240700" y="775846"/>
                  </a:lnTo>
                  <a:lnTo>
                    <a:pt x="1269622" y="746924"/>
                  </a:lnTo>
                  <a:lnTo>
                    <a:pt x="1288588" y="710249"/>
                  </a:lnTo>
                  <a:lnTo>
                    <a:pt x="1295400" y="668020"/>
                  </a:lnTo>
                  <a:lnTo>
                    <a:pt x="1295400" y="133604"/>
                  </a:lnTo>
                  <a:lnTo>
                    <a:pt x="1288588" y="91374"/>
                  </a:lnTo>
                  <a:lnTo>
                    <a:pt x="1269622" y="54699"/>
                  </a:lnTo>
                  <a:lnTo>
                    <a:pt x="1240700" y="25777"/>
                  </a:lnTo>
                  <a:lnTo>
                    <a:pt x="1204025" y="6811"/>
                  </a:lnTo>
                  <a:lnTo>
                    <a:pt x="1161795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189982" y="2980182"/>
              <a:ext cx="1295400" cy="802005"/>
            </a:xfrm>
            <a:custGeom>
              <a:avLst/>
              <a:gdLst/>
              <a:ahLst/>
              <a:cxnLst/>
              <a:rect l="l" t="t" r="r" b="b"/>
              <a:pathLst>
                <a:path w="1295400" h="802004">
                  <a:moveTo>
                    <a:pt x="0" y="133604"/>
                  </a:moveTo>
                  <a:lnTo>
                    <a:pt x="6811" y="91374"/>
                  </a:lnTo>
                  <a:lnTo>
                    <a:pt x="25777" y="54699"/>
                  </a:lnTo>
                  <a:lnTo>
                    <a:pt x="54699" y="25777"/>
                  </a:lnTo>
                  <a:lnTo>
                    <a:pt x="91374" y="6811"/>
                  </a:lnTo>
                  <a:lnTo>
                    <a:pt x="133603" y="0"/>
                  </a:lnTo>
                  <a:lnTo>
                    <a:pt x="1161795" y="0"/>
                  </a:lnTo>
                  <a:lnTo>
                    <a:pt x="1204025" y="6811"/>
                  </a:lnTo>
                  <a:lnTo>
                    <a:pt x="1240700" y="25777"/>
                  </a:lnTo>
                  <a:lnTo>
                    <a:pt x="1269622" y="54699"/>
                  </a:lnTo>
                  <a:lnTo>
                    <a:pt x="1288588" y="91374"/>
                  </a:lnTo>
                  <a:lnTo>
                    <a:pt x="1295400" y="133604"/>
                  </a:lnTo>
                  <a:lnTo>
                    <a:pt x="1295400" y="668020"/>
                  </a:lnTo>
                  <a:lnTo>
                    <a:pt x="1288588" y="710249"/>
                  </a:lnTo>
                  <a:lnTo>
                    <a:pt x="1269622" y="746924"/>
                  </a:lnTo>
                  <a:lnTo>
                    <a:pt x="1240700" y="775846"/>
                  </a:lnTo>
                  <a:lnTo>
                    <a:pt x="1204025" y="794812"/>
                  </a:lnTo>
                  <a:lnTo>
                    <a:pt x="1161795" y="801624"/>
                  </a:lnTo>
                  <a:lnTo>
                    <a:pt x="133603" y="801624"/>
                  </a:lnTo>
                  <a:lnTo>
                    <a:pt x="91374" y="794812"/>
                  </a:lnTo>
                  <a:lnTo>
                    <a:pt x="54699" y="775846"/>
                  </a:lnTo>
                  <a:lnTo>
                    <a:pt x="25777" y="746924"/>
                  </a:lnTo>
                  <a:lnTo>
                    <a:pt x="6811" y="710249"/>
                  </a:lnTo>
                  <a:lnTo>
                    <a:pt x="0" y="668020"/>
                  </a:lnTo>
                  <a:lnTo>
                    <a:pt x="0" y="133604"/>
                  </a:lnTo>
                  <a:close/>
                </a:path>
              </a:pathLst>
            </a:custGeom>
            <a:ln w="25400">
              <a:solidFill>
                <a:srgbClr val="3B3B3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312409" y="3260597"/>
            <a:ext cx="105092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Bahnschrift"/>
                <a:cs typeface="Bahnschrift"/>
              </a:rPr>
              <a:t>Access</a:t>
            </a:r>
            <a:r>
              <a:rPr sz="1400" spc="120" dirty="0">
                <a:solidFill>
                  <a:srgbClr val="FFFFFF"/>
                </a:solidFill>
                <a:latin typeface="Bahnschrift"/>
                <a:cs typeface="Bahnschrif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Bahnschrift"/>
                <a:cs typeface="Bahnschrift"/>
              </a:rPr>
              <a:t>layer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246873" y="2123185"/>
            <a:ext cx="1252220" cy="1029969"/>
            <a:chOff x="7246873" y="2123185"/>
            <a:chExt cx="1252220" cy="1029969"/>
          </a:xfrm>
        </p:grpSpPr>
        <p:sp>
          <p:nvSpPr>
            <p:cNvPr id="21" name="object 21"/>
            <p:cNvSpPr/>
            <p:nvPr/>
          </p:nvSpPr>
          <p:spPr>
            <a:xfrm>
              <a:off x="7259573" y="2135885"/>
              <a:ext cx="1226820" cy="1004569"/>
            </a:xfrm>
            <a:custGeom>
              <a:avLst/>
              <a:gdLst/>
              <a:ahLst/>
              <a:cxnLst/>
              <a:rect l="l" t="t" r="r" b="b"/>
              <a:pathLst>
                <a:path w="1226820" h="1004569">
                  <a:moveTo>
                    <a:pt x="1059433" y="0"/>
                  </a:moveTo>
                  <a:lnTo>
                    <a:pt x="167385" y="0"/>
                  </a:lnTo>
                  <a:lnTo>
                    <a:pt x="122884" y="5978"/>
                  </a:lnTo>
                  <a:lnTo>
                    <a:pt x="82898" y="22850"/>
                  </a:lnTo>
                  <a:lnTo>
                    <a:pt x="49022" y="49021"/>
                  </a:lnTo>
                  <a:lnTo>
                    <a:pt x="22850" y="82898"/>
                  </a:lnTo>
                  <a:lnTo>
                    <a:pt x="5978" y="122884"/>
                  </a:lnTo>
                  <a:lnTo>
                    <a:pt x="0" y="167386"/>
                  </a:lnTo>
                  <a:lnTo>
                    <a:pt x="0" y="836930"/>
                  </a:lnTo>
                  <a:lnTo>
                    <a:pt x="5978" y="881431"/>
                  </a:lnTo>
                  <a:lnTo>
                    <a:pt x="22850" y="921417"/>
                  </a:lnTo>
                  <a:lnTo>
                    <a:pt x="49022" y="955294"/>
                  </a:lnTo>
                  <a:lnTo>
                    <a:pt x="82898" y="981465"/>
                  </a:lnTo>
                  <a:lnTo>
                    <a:pt x="122884" y="998337"/>
                  </a:lnTo>
                  <a:lnTo>
                    <a:pt x="167385" y="1004315"/>
                  </a:lnTo>
                  <a:lnTo>
                    <a:pt x="1059433" y="1004315"/>
                  </a:lnTo>
                  <a:lnTo>
                    <a:pt x="1103935" y="998337"/>
                  </a:lnTo>
                  <a:lnTo>
                    <a:pt x="1143921" y="981465"/>
                  </a:lnTo>
                  <a:lnTo>
                    <a:pt x="1177798" y="955294"/>
                  </a:lnTo>
                  <a:lnTo>
                    <a:pt x="1203969" y="921417"/>
                  </a:lnTo>
                  <a:lnTo>
                    <a:pt x="1220841" y="881431"/>
                  </a:lnTo>
                  <a:lnTo>
                    <a:pt x="1226820" y="836930"/>
                  </a:lnTo>
                  <a:lnTo>
                    <a:pt x="1226820" y="167386"/>
                  </a:lnTo>
                  <a:lnTo>
                    <a:pt x="1220841" y="122884"/>
                  </a:lnTo>
                  <a:lnTo>
                    <a:pt x="1203969" y="82898"/>
                  </a:lnTo>
                  <a:lnTo>
                    <a:pt x="1177798" y="49022"/>
                  </a:lnTo>
                  <a:lnTo>
                    <a:pt x="1143921" y="22850"/>
                  </a:lnTo>
                  <a:lnTo>
                    <a:pt x="1103935" y="5978"/>
                  </a:lnTo>
                  <a:lnTo>
                    <a:pt x="105943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259573" y="2135885"/>
              <a:ext cx="1226820" cy="1004569"/>
            </a:xfrm>
            <a:custGeom>
              <a:avLst/>
              <a:gdLst/>
              <a:ahLst/>
              <a:cxnLst/>
              <a:rect l="l" t="t" r="r" b="b"/>
              <a:pathLst>
                <a:path w="1226820" h="1004569">
                  <a:moveTo>
                    <a:pt x="0" y="167386"/>
                  </a:moveTo>
                  <a:lnTo>
                    <a:pt x="5978" y="122884"/>
                  </a:lnTo>
                  <a:lnTo>
                    <a:pt x="22850" y="82898"/>
                  </a:lnTo>
                  <a:lnTo>
                    <a:pt x="49022" y="49021"/>
                  </a:lnTo>
                  <a:lnTo>
                    <a:pt x="82898" y="22850"/>
                  </a:lnTo>
                  <a:lnTo>
                    <a:pt x="122884" y="5978"/>
                  </a:lnTo>
                  <a:lnTo>
                    <a:pt x="167385" y="0"/>
                  </a:lnTo>
                  <a:lnTo>
                    <a:pt x="1059433" y="0"/>
                  </a:lnTo>
                  <a:lnTo>
                    <a:pt x="1103935" y="5978"/>
                  </a:lnTo>
                  <a:lnTo>
                    <a:pt x="1143921" y="22850"/>
                  </a:lnTo>
                  <a:lnTo>
                    <a:pt x="1177798" y="49022"/>
                  </a:lnTo>
                  <a:lnTo>
                    <a:pt x="1203969" y="82898"/>
                  </a:lnTo>
                  <a:lnTo>
                    <a:pt x="1220841" y="122884"/>
                  </a:lnTo>
                  <a:lnTo>
                    <a:pt x="1226820" y="167386"/>
                  </a:lnTo>
                  <a:lnTo>
                    <a:pt x="1226820" y="836930"/>
                  </a:lnTo>
                  <a:lnTo>
                    <a:pt x="1220841" y="881431"/>
                  </a:lnTo>
                  <a:lnTo>
                    <a:pt x="1203969" y="921417"/>
                  </a:lnTo>
                  <a:lnTo>
                    <a:pt x="1177798" y="955294"/>
                  </a:lnTo>
                  <a:lnTo>
                    <a:pt x="1143921" y="981465"/>
                  </a:lnTo>
                  <a:lnTo>
                    <a:pt x="1103935" y="998337"/>
                  </a:lnTo>
                  <a:lnTo>
                    <a:pt x="1059433" y="1004315"/>
                  </a:lnTo>
                  <a:lnTo>
                    <a:pt x="167385" y="1004315"/>
                  </a:lnTo>
                  <a:lnTo>
                    <a:pt x="122884" y="998337"/>
                  </a:lnTo>
                  <a:lnTo>
                    <a:pt x="82898" y="981465"/>
                  </a:lnTo>
                  <a:lnTo>
                    <a:pt x="49022" y="955294"/>
                  </a:lnTo>
                  <a:lnTo>
                    <a:pt x="22850" y="921417"/>
                  </a:lnTo>
                  <a:lnTo>
                    <a:pt x="5978" y="881431"/>
                  </a:lnTo>
                  <a:lnTo>
                    <a:pt x="0" y="836930"/>
                  </a:lnTo>
                  <a:lnTo>
                    <a:pt x="0" y="167386"/>
                  </a:lnTo>
                  <a:close/>
                </a:path>
              </a:pathLst>
            </a:custGeom>
            <a:ln w="25400">
              <a:solidFill>
                <a:srgbClr val="9B9B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626107" y="1068577"/>
            <a:ext cx="5553710" cy="3928110"/>
            <a:chOff x="1626107" y="1068577"/>
            <a:chExt cx="5553710" cy="3928110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6107" y="2935211"/>
              <a:ext cx="1231392" cy="56084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4240" y="2964433"/>
              <a:ext cx="1137920" cy="46418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674240" y="2964433"/>
              <a:ext cx="1137920" cy="464184"/>
            </a:xfrm>
            <a:custGeom>
              <a:avLst/>
              <a:gdLst/>
              <a:ahLst/>
              <a:cxnLst/>
              <a:rect l="l" t="t" r="r" b="b"/>
              <a:pathLst>
                <a:path w="1137920" h="464185">
                  <a:moveTo>
                    <a:pt x="36956" y="0"/>
                  </a:moveTo>
                  <a:lnTo>
                    <a:pt x="1008507" y="242443"/>
                  </a:lnTo>
                  <a:lnTo>
                    <a:pt x="1026921" y="168529"/>
                  </a:lnTo>
                  <a:lnTo>
                    <a:pt x="1137920" y="353187"/>
                  </a:lnTo>
                  <a:lnTo>
                    <a:pt x="953134" y="464185"/>
                  </a:lnTo>
                  <a:lnTo>
                    <a:pt x="971550" y="390271"/>
                  </a:lnTo>
                  <a:lnTo>
                    <a:pt x="0" y="147828"/>
                  </a:lnTo>
                  <a:lnTo>
                    <a:pt x="36956" y="0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82339" y="3211080"/>
              <a:ext cx="434339" cy="40841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29583" y="3244595"/>
              <a:ext cx="342900" cy="3048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529583" y="3244595"/>
              <a:ext cx="342900" cy="304800"/>
            </a:xfrm>
            <a:custGeom>
              <a:avLst/>
              <a:gdLst/>
              <a:ahLst/>
              <a:cxnLst/>
              <a:rect l="l" t="t" r="r" b="b"/>
              <a:pathLst>
                <a:path w="342900" h="304800">
                  <a:moveTo>
                    <a:pt x="0" y="76200"/>
                  </a:moveTo>
                  <a:lnTo>
                    <a:pt x="190500" y="76200"/>
                  </a:lnTo>
                  <a:lnTo>
                    <a:pt x="190500" y="0"/>
                  </a:lnTo>
                  <a:lnTo>
                    <a:pt x="342900" y="152400"/>
                  </a:lnTo>
                  <a:lnTo>
                    <a:pt x="190500" y="304800"/>
                  </a:lnTo>
                  <a:lnTo>
                    <a:pt x="190500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79848" y="3191268"/>
              <a:ext cx="435851" cy="40841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27092" y="3224783"/>
              <a:ext cx="344424" cy="30480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927092" y="3224783"/>
              <a:ext cx="344805" cy="304800"/>
            </a:xfrm>
            <a:custGeom>
              <a:avLst/>
              <a:gdLst/>
              <a:ahLst/>
              <a:cxnLst/>
              <a:rect l="l" t="t" r="r" b="b"/>
              <a:pathLst>
                <a:path w="344804" h="304800">
                  <a:moveTo>
                    <a:pt x="0" y="76200"/>
                  </a:moveTo>
                  <a:lnTo>
                    <a:pt x="192024" y="76200"/>
                  </a:lnTo>
                  <a:lnTo>
                    <a:pt x="192024" y="0"/>
                  </a:lnTo>
                  <a:lnTo>
                    <a:pt x="344424" y="152400"/>
                  </a:lnTo>
                  <a:lnTo>
                    <a:pt x="192024" y="304800"/>
                  </a:lnTo>
                  <a:lnTo>
                    <a:pt x="192024" y="228600"/>
                  </a:lnTo>
                  <a:lnTo>
                    <a:pt x="0" y="228600"/>
                  </a:lnTo>
                  <a:lnTo>
                    <a:pt x="0" y="76200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73951" y="3098279"/>
              <a:ext cx="592810" cy="469404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22847" y="3130295"/>
              <a:ext cx="499236" cy="37287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522847" y="3130295"/>
              <a:ext cx="499745" cy="373380"/>
            </a:xfrm>
            <a:custGeom>
              <a:avLst/>
              <a:gdLst/>
              <a:ahLst/>
              <a:cxnLst/>
              <a:rect l="l" t="t" r="r" b="b"/>
              <a:pathLst>
                <a:path w="499745" h="373379">
                  <a:moveTo>
                    <a:pt x="0" y="210693"/>
                  </a:moveTo>
                  <a:lnTo>
                    <a:pt x="302259" y="81153"/>
                  </a:lnTo>
                  <a:lnTo>
                    <a:pt x="267461" y="0"/>
                  </a:lnTo>
                  <a:lnTo>
                    <a:pt x="499236" y="92710"/>
                  </a:lnTo>
                  <a:lnTo>
                    <a:pt x="406526" y="324358"/>
                  </a:lnTo>
                  <a:lnTo>
                    <a:pt x="371855" y="243331"/>
                  </a:lnTo>
                  <a:lnTo>
                    <a:pt x="69469" y="372872"/>
                  </a:lnTo>
                  <a:lnTo>
                    <a:pt x="0" y="210693"/>
                  </a:lnTo>
                  <a:close/>
                </a:path>
              </a:pathLst>
            </a:custGeom>
            <a:ln w="9524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66059" y="3848607"/>
              <a:ext cx="577850" cy="782320"/>
            </a:xfrm>
            <a:custGeom>
              <a:avLst/>
              <a:gdLst/>
              <a:ahLst/>
              <a:cxnLst/>
              <a:rect l="l" t="t" r="r" b="b"/>
              <a:pathLst>
                <a:path w="577850" h="782320">
                  <a:moveTo>
                    <a:pt x="577291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0" y="129540"/>
                  </a:lnTo>
                  <a:lnTo>
                    <a:pt x="0" y="781812"/>
                  </a:lnTo>
                  <a:lnTo>
                    <a:pt x="577291" y="781812"/>
                  </a:lnTo>
                  <a:lnTo>
                    <a:pt x="577291" y="738632"/>
                  </a:lnTo>
                  <a:lnTo>
                    <a:pt x="43294" y="738632"/>
                  </a:lnTo>
                  <a:lnTo>
                    <a:pt x="43294" y="652272"/>
                  </a:lnTo>
                  <a:lnTo>
                    <a:pt x="187617" y="652272"/>
                  </a:lnTo>
                  <a:lnTo>
                    <a:pt x="187617" y="738365"/>
                  </a:lnTo>
                  <a:lnTo>
                    <a:pt x="216484" y="738365"/>
                  </a:lnTo>
                  <a:lnTo>
                    <a:pt x="216484" y="652272"/>
                  </a:lnTo>
                  <a:lnTo>
                    <a:pt x="360807" y="652272"/>
                  </a:lnTo>
                  <a:lnTo>
                    <a:pt x="360807" y="738365"/>
                  </a:lnTo>
                  <a:lnTo>
                    <a:pt x="389674" y="738365"/>
                  </a:lnTo>
                  <a:lnTo>
                    <a:pt x="389674" y="652272"/>
                  </a:lnTo>
                  <a:lnTo>
                    <a:pt x="533996" y="652272"/>
                  </a:lnTo>
                  <a:lnTo>
                    <a:pt x="533996" y="738365"/>
                  </a:lnTo>
                  <a:lnTo>
                    <a:pt x="577291" y="738365"/>
                  </a:lnTo>
                  <a:lnTo>
                    <a:pt x="577291" y="652272"/>
                  </a:lnTo>
                  <a:lnTo>
                    <a:pt x="577291" y="651764"/>
                  </a:lnTo>
                  <a:lnTo>
                    <a:pt x="577291" y="623062"/>
                  </a:lnTo>
                  <a:lnTo>
                    <a:pt x="43294" y="623062"/>
                  </a:lnTo>
                  <a:lnTo>
                    <a:pt x="43294" y="536702"/>
                  </a:lnTo>
                  <a:lnTo>
                    <a:pt x="187617" y="536702"/>
                  </a:lnTo>
                  <a:lnTo>
                    <a:pt x="187617" y="622896"/>
                  </a:lnTo>
                  <a:lnTo>
                    <a:pt x="216484" y="622896"/>
                  </a:lnTo>
                  <a:lnTo>
                    <a:pt x="216484" y="536702"/>
                  </a:lnTo>
                  <a:lnTo>
                    <a:pt x="360807" y="536702"/>
                  </a:lnTo>
                  <a:lnTo>
                    <a:pt x="360807" y="622896"/>
                  </a:lnTo>
                  <a:lnTo>
                    <a:pt x="389674" y="622896"/>
                  </a:lnTo>
                  <a:lnTo>
                    <a:pt x="389674" y="536702"/>
                  </a:lnTo>
                  <a:lnTo>
                    <a:pt x="533996" y="536702"/>
                  </a:lnTo>
                  <a:lnTo>
                    <a:pt x="533996" y="622896"/>
                  </a:lnTo>
                  <a:lnTo>
                    <a:pt x="577291" y="622896"/>
                  </a:lnTo>
                  <a:lnTo>
                    <a:pt x="577291" y="536702"/>
                  </a:lnTo>
                  <a:lnTo>
                    <a:pt x="577291" y="536295"/>
                  </a:lnTo>
                  <a:lnTo>
                    <a:pt x="577291" y="507492"/>
                  </a:lnTo>
                  <a:lnTo>
                    <a:pt x="43294" y="507492"/>
                  </a:lnTo>
                  <a:lnTo>
                    <a:pt x="43294" y="421132"/>
                  </a:lnTo>
                  <a:lnTo>
                    <a:pt x="187617" y="421132"/>
                  </a:lnTo>
                  <a:lnTo>
                    <a:pt x="187617" y="507428"/>
                  </a:lnTo>
                  <a:lnTo>
                    <a:pt x="216484" y="507428"/>
                  </a:lnTo>
                  <a:lnTo>
                    <a:pt x="216484" y="421132"/>
                  </a:lnTo>
                  <a:lnTo>
                    <a:pt x="360807" y="421132"/>
                  </a:lnTo>
                  <a:lnTo>
                    <a:pt x="360807" y="507428"/>
                  </a:lnTo>
                  <a:lnTo>
                    <a:pt x="389674" y="507428"/>
                  </a:lnTo>
                  <a:lnTo>
                    <a:pt x="389674" y="421132"/>
                  </a:lnTo>
                  <a:lnTo>
                    <a:pt x="533996" y="421132"/>
                  </a:lnTo>
                  <a:lnTo>
                    <a:pt x="533996" y="507428"/>
                  </a:lnTo>
                  <a:lnTo>
                    <a:pt x="577291" y="507428"/>
                  </a:lnTo>
                  <a:lnTo>
                    <a:pt x="577291" y="360680"/>
                  </a:lnTo>
                  <a:lnTo>
                    <a:pt x="43294" y="360680"/>
                  </a:lnTo>
                  <a:lnTo>
                    <a:pt x="43294" y="274320"/>
                  </a:lnTo>
                  <a:lnTo>
                    <a:pt x="187617" y="274320"/>
                  </a:lnTo>
                  <a:lnTo>
                    <a:pt x="187617" y="360413"/>
                  </a:lnTo>
                  <a:lnTo>
                    <a:pt x="216484" y="360413"/>
                  </a:lnTo>
                  <a:lnTo>
                    <a:pt x="216484" y="274320"/>
                  </a:lnTo>
                  <a:lnTo>
                    <a:pt x="360807" y="274320"/>
                  </a:lnTo>
                  <a:lnTo>
                    <a:pt x="360807" y="360413"/>
                  </a:lnTo>
                  <a:lnTo>
                    <a:pt x="389674" y="360413"/>
                  </a:lnTo>
                  <a:lnTo>
                    <a:pt x="389674" y="274320"/>
                  </a:lnTo>
                  <a:lnTo>
                    <a:pt x="533996" y="274320"/>
                  </a:lnTo>
                  <a:lnTo>
                    <a:pt x="533996" y="360413"/>
                  </a:lnTo>
                  <a:lnTo>
                    <a:pt x="577291" y="360413"/>
                  </a:lnTo>
                  <a:lnTo>
                    <a:pt x="577291" y="274320"/>
                  </a:lnTo>
                  <a:lnTo>
                    <a:pt x="577291" y="273812"/>
                  </a:lnTo>
                  <a:lnTo>
                    <a:pt x="577291" y="245110"/>
                  </a:lnTo>
                  <a:lnTo>
                    <a:pt x="43294" y="245110"/>
                  </a:lnTo>
                  <a:lnTo>
                    <a:pt x="43294" y="158750"/>
                  </a:lnTo>
                  <a:lnTo>
                    <a:pt x="187617" y="158750"/>
                  </a:lnTo>
                  <a:lnTo>
                    <a:pt x="187617" y="244944"/>
                  </a:lnTo>
                  <a:lnTo>
                    <a:pt x="216484" y="244944"/>
                  </a:lnTo>
                  <a:lnTo>
                    <a:pt x="216484" y="158750"/>
                  </a:lnTo>
                  <a:lnTo>
                    <a:pt x="360807" y="158750"/>
                  </a:lnTo>
                  <a:lnTo>
                    <a:pt x="360807" y="244944"/>
                  </a:lnTo>
                  <a:lnTo>
                    <a:pt x="389674" y="244944"/>
                  </a:lnTo>
                  <a:lnTo>
                    <a:pt x="389674" y="158750"/>
                  </a:lnTo>
                  <a:lnTo>
                    <a:pt x="533996" y="158750"/>
                  </a:lnTo>
                  <a:lnTo>
                    <a:pt x="533996" y="244944"/>
                  </a:lnTo>
                  <a:lnTo>
                    <a:pt x="577291" y="244944"/>
                  </a:lnTo>
                  <a:lnTo>
                    <a:pt x="577291" y="158750"/>
                  </a:lnTo>
                  <a:lnTo>
                    <a:pt x="577291" y="158343"/>
                  </a:lnTo>
                  <a:lnTo>
                    <a:pt x="577291" y="129540"/>
                  </a:lnTo>
                  <a:lnTo>
                    <a:pt x="43294" y="129540"/>
                  </a:lnTo>
                  <a:lnTo>
                    <a:pt x="43294" y="43180"/>
                  </a:lnTo>
                  <a:lnTo>
                    <a:pt x="187617" y="43180"/>
                  </a:lnTo>
                  <a:lnTo>
                    <a:pt x="187617" y="129476"/>
                  </a:lnTo>
                  <a:lnTo>
                    <a:pt x="216484" y="129476"/>
                  </a:lnTo>
                  <a:lnTo>
                    <a:pt x="216484" y="43180"/>
                  </a:lnTo>
                  <a:lnTo>
                    <a:pt x="360807" y="43180"/>
                  </a:lnTo>
                  <a:lnTo>
                    <a:pt x="360807" y="129476"/>
                  </a:lnTo>
                  <a:lnTo>
                    <a:pt x="389674" y="129489"/>
                  </a:lnTo>
                  <a:lnTo>
                    <a:pt x="389674" y="43180"/>
                  </a:lnTo>
                  <a:lnTo>
                    <a:pt x="533996" y="43180"/>
                  </a:lnTo>
                  <a:lnTo>
                    <a:pt x="533996" y="129489"/>
                  </a:lnTo>
                  <a:lnTo>
                    <a:pt x="577291" y="129489"/>
                  </a:lnTo>
                  <a:lnTo>
                    <a:pt x="577291" y="43180"/>
                  </a:lnTo>
                  <a:lnTo>
                    <a:pt x="577291" y="42887"/>
                  </a:lnTo>
                  <a:lnTo>
                    <a:pt x="577291" y="0"/>
                  </a:lnTo>
                  <a:close/>
                </a:path>
              </a:pathLst>
            </a:custGeom>
            <a:solidFill>
              <a:srgbClr val="66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66059" y="4592319"/>
              <a:ext cx="577850" cy="403860"/>
            </a:xfrm>
            <a:custGeom>
              <a:avLst/>
              <a:gdLst/>
              <a:ahLst/>
              <a:cxnLst/>
              <a:rect l="l" t="t" r="r" b="b"/>
              <a:pathLst>
                <a:path w="577850" h="403860">
                  <a:moveTo>
                    <a:pt x="577291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0" y="129540"/>
                  </a:lnTo>
                  <a:lnTo>
                    <a:pt x="0" y="403860"/>
                  </a:lnTo>
                  <a:lnTo>
                    <a:pt x="577291" y="403860"/>
                  </a:lnTo>
                  <a:lnTo>
                    <a:pt x="577291" y="360680"/>
                  </a:lnTo>
                  <a:lnTo>
                    <a:pt x="43294" y="360680"/>
                  </a:lnTo>
                  <a:lnTo>
                    <a:pt x="43294" y="274320"/>
                  </a:lnTo>
                  <a:lnTo>
                    <a:pt x="187617" y="274320"/>
                  </a:lnTo>
                  <a:lnTo>
                    <a:pt x="187617" y="360413"/>
                  </a:lnTo>
                  <a:lnTo>
                    <a:pt x="216484" y="360413"/>
                  </a:lnTo>
                  <a:lnTo>
                    <a:pt x="216484" y="274320"/>
                  </a:lnTo>
                  <a:lnTo>
                    <a:pt x="360807" y="274320"/>
                  </a:lnTo>
                  <a:lnTo>
                    <a:pt x="360807" y="360413"/>
                  </a:lnTo>
                  <a:lnTo>
                    <a:pt x="389674" y="360413"/>
                  </a:lnTo>
                  <a:lnTo>
                    <a:pt x="389674" y="274320"/>
                  </a:lnTo>
                  <a:lnTo>
                    <a:pt x="533996" y="274320"/>
                  </a:lnTo>
                  <a:lnTo>
                    <a:pt x="533996" y="360413"/>
                  </a:lnTo>
                  <a:lnTo>
                    <a:pt x="577291" y="360413"/>
                  </a:lnTo>
                  <a:lnTo>
                    <a:pt x="577291" y="274320"/>
                  </a:lnTo>
                  <a:lnTo>
                    <a:pt x="577291" y="273812"/>
                  </a:lnTo>
                  <a:lnTo>
                    <a:pt x="577291" y="245110"/>
                  </a:lnTo>
                  <a:lnTo>
                    <a:pt x="43294" y="245110"/>
                  </a:lnTo>
                  <a:lnTo>
                    <a:pt x="43294" y="158750"/>
                  </a:lnTo>
                  <a:lnTo>
                    <a:pt x="187617" y="158750"/>
                  </a:lnTo>
                  <a:lnTo>
                    <a:pt x="187617" y="244944"/>
                  </a:lnTo>
                  <a:lnTo>
                    <a:pt x="216484" y="244944"/>
                  </a:lnTo>
                  <a:lnTo>
                    <a:pt x="216484" y="158750"/>
                  </a:lnTo>
                  <a:lnTo>
                    <a:pt x="360807" y="158750"/>
                  </a:lnTo>
                  <a:lnTo>
                    <a:pt x="360807" y="244944"/>
                  </a:lnTo>
                  <a:lnTo>
                    <a:pt x="389674" y="244944"/>
                  </a:lnTo>
                  <a:lnTo>
                    <a:pt x="389674" y="158750"/>
                  </a:lnTo>
                  <a:lnTo>
                    <a:pt x="533996" y="158750"/>
                  </a:lnTo>
                  <a:lnTo>
                    <a:pt x="533996" y="244944"/>
                  </a:lnTo>
                  <a:lnTo>
                    <a:pt x="577291" y="244944"/>
                  </a:lnTo>
                  <a:lnTo>
                    <a:pt x="577291" y="158750"/>
                  </a:lnTo>
                  <a:lnTo>
                    <a:pt x="577291" y="158343"/>
                  </a:lnTo>
                  <a:lnTo>
                    <a:pt x="577291" y="129540"/>
                  </a:lnTo>
                  <a:lnTo>
                    <a:pt x="43294" y="129540"/>
                  </a:lnTo>
                  <a:lnTo>
                    <a:pt x="43294" y="43180"/>
                  </a:lnTo>
                  <a:lnTo>
                    <a:pt x="187617" y="43180"/>
                  </a:lnTo>
                  <a:lnTo>
                    <a:pt x="187617" y="129476"/>
                  </a:lnTo>
                  <a:lnTo>
                    <a:pt x="216484" y="129476"/>
                  </a:lnTo>
                  <a:lnTo>
                    <a:pt x="216484" y="43180"/>
                  </a:lnTo>
                  <a:lnTo>
                    <a:pt x="360807" y="43180"/>
                  </a:lnTo>
                  <a:lnTo>
                    <a:pt x="360807" y="129476"/>
                  </a:lnTo>
                  <a:lnTo>
                    <a:pt x="389674" y="129476"/>
                  </a:lnTo>
                  <a:lnTo>
                    <a:pt x="389674" y="43180"/>
                  </a:lnTo>
                  <a:lnTo>
                    <a:pt x="533996" y="43180"/>
                  </a:lnTo>
                  <a:lnTo>
                    <a:pt x="533996" y="129476"/>
                  </a:lnTo>
                  <a:lnTo>
                    <a:pt x="577291" y="129476"/>
                  </a:lnTo>
                  <a:lnTo>
                    <a:pt x="577291" y="43180"/>
                  </a:lnTo>
                  <a:lnTo>
                    <a:pt x="577291" y="42887"/>
                  </a:lnTo>
                  <a:lnTo>
                    <a:pt x="577291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854551" y="3856227"/>
              <a:ext cx="1112520" cy="763905"/>
            </a:xfrm>
            <a:custGeom>
              <a:avLst/>
              <a:gdLst/>
              <a:ahLst/>
              <a:cxnLst/>
              <a:rect l="l" t="t" r="r" b="b"/>
              <a:pathLst>
                <a:path w="1112520" h="763904">
                  <a:moveTo>
                    <a:pt x="1112215" y="0"/>
                  </a:moveTo>
                  <a:lnTo>
                    <a:pt x="577291" y="0"/>
                  </a:lnTo>
                  <a:lnTo>
                    <a:pt x="534924" y="0"/>
                  </a:lnTo>
                  <a:lnTo>
                    <a:pt x="534924" y="129476"/>
                  </a:lnTo>
                  <a:lnTo>
                    <a:pt x="534924" y="720344"/>
                  </a:lnTo>
                  <a:lnTo>
                    <a:pt x="43294" y="720344"/>
                  </a:lnTo>
                  <a:lnTo>
                    <a:pt x="43294" y="633984"/>
                  </a:lnTo>
                  <a:lnTo>
                    <a:pt x="187617" y="633984"/>
                  </a:lnTo>
                  <a:lnTo>
                    <a:pt x="187617" y="720077"/>
                  </a:lnTo>
                  <a:lnTo>
                    <a:pt x="216484" y="720077"/>
                  </a:lnTo>
                  <a:lnTo>
                    <a:pt x="216484" y="633984"/>
                  </a:lnTo>
                  <a:lnTo>
                    <a:pt x="360807" y="633984"/>
                  </a:lnTo>
                  <a:lnTo>
                    <a:pt x="360807" y="720077"/>
                  </a:lnTo>
                  <a:lnTo>
                    <a:pt x="389674" y="720077"/>
                  </a:lnTo>
                  <a:lnTo>
                    <a:pt x="389674" y="633984"/>
                  </a:lnTo>
                  <a:lnTo>
                    <a:pt x="533996" y="633984"/>
                  </a:lnTo>
                  <a:lnTo>
                    <a:pt x="533996" y="720077"/>
                  </a:lnTo>
                  <a:lnTo>
                    <a:pt x="534924" y="720077"/>
                  </a:lnTo>
                  <a:lnTo>
                    <a:pt x="534924" y="604774"/>
                  </a:lnTo>
                  <a:lnTo>
                    <a:pt x="43294" y="604774"/>
                  </a:lnTo>
                  <a:lnTo>
                    <a:pt x="43294" y="518414"/>
                  </a:lnTo>
                  <a:lnTo>
                    <a:pt x="187617" y="518414"/>
                  </a:lnTo>
                  <a:lnTo>
                    <a:pt x="187617" y="604608"/>
                  </a:lnTo>
                  <a:lnTo>
                    <a:pt x="216484" y="604608"/>
                  </a:lnTo>
                  <a:lnTo>
                    <a:pt x="216484" y="518414"/>
                  </a:lnTo>
                  <a:lnTo>
                    <a:pt x="360807" y="518414"/>
                  </a:lnTo>
                  <a:lnTo>
                    <a:pt x="360807" y="604608"/>
                  </a:lnTo>
                  <a:lnTo>
                    <a:pt x="389674" y="604608"/>
                  </a:lnTo>
                  <a:lnTo>
                    <a:pt x="389674" y="518414"/>
                  </a:lnTo>
                  <a:lnTo>
                    <a:pt x="533996" y="518414"/>
                  </a:lnTo>
                  <a:lnTo>
                    <a:pt x="533996" y="604608"/>
                  </a:lnTo>
                  <a:lnTo>
                    <a:pt x="534924" y="604608"/>
                  </a:lnTo>
                  <a:lnTo>
                    <a:pt x="534924" y="489204"/>
                  </a:lnTo>
                  <a:lnTo>
                    <a:pt x="43294" y="489204"/>
                  </a:lnTo>
                  <a:lnTo>
                    <a:pt x="43294" y="403860"/>
                  </a:lnTo>
                  <a:lnTo>
                    <a:pt x="187617" y="403860"/>
                  </a:lnTo>
                  <a:lnTo>
                    <a:pt x="187617" y="489140"/>
                  </a:lnTo>
                  <a:lnTo>
                    <a:pt x="216484" y="489140"/>
                  </a:lnTo>
                  <a:lnTo>
                    <a:pt x="216484" y="403860"/>
                  </a:lnTo>
                  <a:lnTo>
                    <a:pt x="360807" y="403860"/>
                  </a:lnTo>
                  <a:lnTo>
                    <a:pt x="360807" y="489140"/>
                  </a:lnTo>
                  <a:lnTo>
                    <a:pt x="389674" y="489140"/>
                  </a:lnTo>
                  <a:lnTo>
                    <a:pt x="389674" y="403860"/>
                  </a:lnTo>
                  <a:lnTo>
                    <a:pt x="533996" y="403860"/>
                  </a:lnTo>
                  <a:lnTo>
                    <a:pt x="533996" y="489140"/>
                  </a:lnTo>
                  <a:lnTo>
                    <a:pt x="534924" y="489140"/>
                  </a:lnTo>
                  <a:lnTo>
                    <a:pt x="534924" y="245110"/>
                  </a:lnTo>
                  <a:lnTo>
                    <a:pt x="533996" y="245110"/>
                  </a:lnTo>
                  <a:lnTo>
                    <a:pt x="533996" y="274320"/>
                  </a:lnTo>
                  <a:lnTo>
                    <a:pt x="533996" y="359664"/>
                  </a:lnTo>
                  <a:lnTo>
                    <a:pt x="389674" y="359664"/>
                  </a:lnTo>
                  <a:lnTo>
                    <a:pt x="389674" y="274320"/>
                  </a:lnTo>
                  <a:lnTo>
                    <a:pt x="533996" y="274320"/>
                  </a:lnTo>
                  <a:lnTo>
                    <a:pt x="533996" y="245110"/>
                  </a:lnTo>
                  <a:lnTo>
                    <a:pt x="360807" y="245110"/>
                  </a:lnTo>
                  <a:lnTo>
                    <a:pt x="360807" y="274320"/>
                  </a:lnTo>
                  <a:lnTo>
                    <a:pt x="360807" y="359664"/>
                  </a:lnTo>
                  <a:lnTo>
                    <a:pt x="216484" y="359664"/>
                  </a:lnTo>
                  <a:lnTo>
                    <a:pt x="216484" y="274320"/>
                  </a:lnTo>
                  <a:lnTo>
                    <a:pt x="360807" y="274320"/>
                  </a:lnTo>
                  <a:lnTo>
                    <a:pt x="360807" y="245110"/>
                  </a:lnTo>
                  <a:lnTo>
                    <a:pt x="187617" y="245110"/>
                  </a:lnTo>
                  <a:lnTo>
                    <a:pt x="187617" y="274320"/>
                  </a:lnTo>
                  <a:lnTo>
                    <a:pt x="187617" y="359664"/>
                  </a:lnTo>
                  <a:lnTo>
                    <a:pt x="43294" y="359664"/>
                  </a:lnTo>
                  <a:lnTo>
                    <a:pt x="43294" y="274320"/>
                  </a:lnTo>
                  <a:lnTo>
                    <a:pt x="187617" y="274320"/>
                  </a:lnTo>
                  <a:lnTo>
                    <a:pt x="187617" y="245110"/>
                  </a:lnTo>
                  <a:lnTo>
                    <a:pt x="43294" y="245110"/>
                  </a:lnTo>
                  <a:lnTo>
                    <a:pt x="43294" y="158750"/>
                  </a:lnTo>
                  <a:lnTo>
                    <a:pt x="187617" y="158750"/>
                  </a:lnTo>
                  <a:lnTo>
                    <a:pt x="187617" y="244944"/>
                  </a:lnTo>
                  <a:lnTo>
                    <a:pt x="216484" y="244944"/>
                  </a:lnTo>
                  <a:lnTo>
                    <a:pt x="216484" y="158750"/>
                  </a:lnTo>
                  <a:lnTo>
                    <a:pt x="360807" y="158750"/>
                  </a:lnTo>
                  <a:lnTo>
                    <a:pt x="360807" y="244944"/>
                  </a:lnTo>
                  <a:lnTo>
                    <a:pt x="389674" y="244944"/>
                  </a:lnTo>
                  <a:lnTo>
                    <a:pt x="389674" y="158750"/>
                  </a:lnTo>
                  <a:lnTo>
                    <a:pt x="533996" y="158750"/>
                  </a:lnTo>
                  <a:lnTo>
                    <a:pt x="533996" y="244944"/>
                  </a:lnTo>
                  <a:lnTo>
                    <a:pt x="534924" y="244944"/>
                  </a:lnTo>
                  <a:lnTo>
                    <a:pt x="534924" y="129540"/>
                  </a:lnTo>
                  <a:lnTo>
                    <a:pt x="43294" y="129540"/>
                  </a:lnTo>
                  <a:lnTo>
                    <a:pt x="43294" y="43180"/>
                  </a:lnTo>
                  <a:lnTo>
                    <a:pt x="187617" y="43180"/>
                  </a:lnTo>
                  <a:lnTo>
                    <a:pt x="187617" y="129476"/>
                  </a:lnTo>
                  <a:lnTo>
                    <a:pt x="216484" y="129476"/>
                  </a:lnTo>
                  <a:lnTo>
                    <a:pt x="216484" y="43180"/>
                  </a:lnTo>
                  <a:lnTo>
                    <a:pt x="360807" y="43180"/>
                  </a:lnTo>
                  <a:lnTo>
                    <a:pt x="360807" y="129476"/>
                  </a:lnTo>
                  <a:lnTo>
                    <a:pt x="389674" y="129476"/>
                  </a:lnTo>
                  <a:lnTo>
                    <a:pt x="389674" y="43180"/>
                  </a:lnTo>
                  <a:lnTo>
                    <a:pt x="533996" y="43180"/>
                  </a:lnTo>
                  <a:lnTo>
                    <a:pt x="533996" y="129476"/>
                  </a:lnTo>
                  <a:lnTo>
                    <a:pt x="534924" y="129476"/>
                  </a:lnTo>
                  <a:lnTo>
                    <a:pt x="534924" y="0"/>
                  </a:lnTo>
                  <a:lnTo>
                    <a:pt x="0" y="0"/>
                  </a:lnTo>
                  <a:lnTo>
                    <a:pt x="0" y="43180"/>
                  </a:lnTo>
                  <a:lnTo>
                    <a:pt x="0" y="129540"/>
                  </a:lnTo>
                  <a:lnTo>
                    <a:pt x="0" y="763524"/>
                  </a:lnTo>
                  <a:lnTo>
                    <a:pt x="534924" y="763524"/>
                  </a:lnTo>
                  <a:lnTo>
                    <a:pt x="577291" y="763524"/>
                  </a:lnTo>
                  <a:lnTo>
                    <a:pt x="1112215" y="763524"/>
                  </a:lnTo>
                  <a:lnTo>
                    <a:pt x="1112215" y="720344"/>
                  </a:lnTo>
                  <a:lnTo>
                    <a:pt x="578218" y="720344"/>
                  </a:lnTo>
                  <a:lnTo>
                    <a:pt x="578218" y="633984"/>
                  </a:lnTo>
                  <a:lnTo>
                    <a:pt x="722541" y="633984"/>
                  </a:lnTo>
                  <a:lnTo>
                    <a:pt x="722541" y="720077"/>
                  </a:lnTo>
                  <a:lnTo>
                    <a:pt x="751408" y="720077"/>
                  </a:lnTo>
                  <a:lnTo>
                    <a:pt x="751408" y="633984"/>
                  </a:lnTo>
                  <a:lnTo>
                    <a:pt x="895731" y="633984"/>
                  </a:lnTo>
                  <a:lnTo>
                    <a:pt x="895731" y="720077"/>
                  </a:lnTo>
                  <a:lnTo>
                    <a:pt x="924598" y="720077"/>
                  </a:lnTo>
                  <a:lnTo>
                    <a:pt x="924598" y="633984"/>
                  </a:lnTo>
                  <a:lnTo>
                    <a:pt x="1068920" y="633984"/>
                  </a:lnTo>
                  <a:lnTo>
                    <a:pt x="1068920" y="720077"/>
                  </a:lnTo>
                  <a:lnTo>
                    <a:pt x="1112215" y="720077"/>
                  </a:lnTo>
                  <a:lnTo>
                    <a:pt x="1112215" y="633984"/>
                  </a:lnTo>
                  <a:lnTo>
                    <a:pt x="1112215" y="633476"/>
                  </a:lnTo>
                  <a:lnTo>
                    <a:pt x="1112215" y="604774"/>
                  </a:lnTo>
                  <a:lnTo>
                    <a:pt x="578218" y="604774"/>
                  </a:lnTo>
                  <a:lnTo>
                    <a:pt x="578218" y="518414"/>
                  </a:lnTo>
                  <a:lnTo>
                    <a:pt x="722541" y="518414"/>
                  </a:lnTo>
                  <a:lnTo>
                    <a:pt x="722541" y="604608"/>
                  </a:lnTo>
                  <a:lnTo>
                    <a:pt x="751408" y="604608"/>
                  </a:lnTo>
                  <a:lnTo>
                    <a:pt x="751408" y="518414"/>
                  </a:lnTo>
                  <a:lnTo>
                    <a:pt x="895731" y="518414"/>
                  </a:lnTo>
                  <a:lnTo>
                    <a:pt x="895731" y="604608"/>
                  </a:lnTo>
                  <a:lnTo>
                    <a:pt x="924598" y="604608"/>
                  </a:lnTo>
                  <a:lnTo>
                    <a:pt x="924598" y="518414"/>
                  </a:lnTo>
                  <a:lnTo>
                    <a:pt x="1068920" y="518414"/>
                  </a:lnTo>
                  <a:lnTo>
                    <a:pt x="1068920" y="604608"/>
                  </a:lnTo>
                  <a:lnTo>
                    <a:pt x="1112215" y="604608"/>
                  </a:lnTo>
                  <a:lnTo>
                    <a:pt x="1112215" y="518414"/>
                  </a:lnTo>
                  <a:lnTo>
                    <a:pt x="1112215" y="518007"/>
                  </a:lnTo>
                  <a:lnTo>
                    <a:pt x="1112215" y="489204"/>
                  </a:lnTo>
                  <a:lnTo>
                    <a:pt x="578218" y="489204"/>
                  </a:lnTo>
                  <a:lnTo>
                    <a:pt x="578218" y="403860"/>
                  </a:lnTo>
                  <a:lnTo>
                    <a:pt x="722541" y="403860"/>
                  </a:lnTo>
                  <a:lnTo>
                    <a:pt x="722541" y="489140"/>
                  </a:lnTo>
                  <a:lnTo>
                    <a:pt x="751408" y="489140"/>
                  </a:lnTo>
                  <a:lnTo>
                    <a:pt x="751408" y="403860"/>
                  </a:lnTo>
                  <a:lnTo>
                    <a:pt x="895731" y="403860"/>
                  </a:lnTo>
                  <a:lnTo>
                    <a:pt x="895731" y="489140"/>
                  </a:lnTo>
                  <a:lnTo>
                    <a:pt x="924598" y="489140"/>
                  </a:lnTo>
                  <a:lnTo>
                    <a:pt x="924598" y="403860"/>
                  </a:lnTo>
                  <a:lnTo>
                    <a:pt x="1068920" y="403860"/>
                  </a:lnTo>
                  <a:lnTo>
                    <a:pt x="1068920" y="489140"/>
                  </a:lnTo>
                  <a:lnTo>
                    <a:pt x="1112215" y="489140"/>
                  </a:lnTo>
                  <a:lnTo>
                    <a:pt x="1112215" y="245110"/>
                  </a:lnTo>
                  <a:lnTo>
                    <a:pt x="1068920" y="245110"/>
                  </a:lnTo>
                  <a:lnTo>
                    <a:pt x="1068920" y="274320"/>
                  </a:lnTo>
                  <a:lnTo>
                    <a:pt x="1068920" y="359664"/>
                  </a:lnTo>
                  <a:lnTo>
                    <a:pt x="924598" y="359664"/>
                  </a:lnTo>
                  <a:lnTo>
                    <a:pt x="924598" y="274320"/>
                  </a:lnTo>
                  <a:lnTo>
                    <a:pt x="1068920" y="274320"/>
                  </a:lnTo>
                  <a:lnTo>
                    <a:pt x="1068920" y="245110"/>
                  </a:lnTo>
                  <a:lnTo>
                    <a:pt x="895731" y="245110"/>
                  </a:lnTo>
                  <a:lnTo>
                    <a:pt x="895731" y="274320"/>
                  </a:lnTo>
                  <a:lnTo>
                    <a:pt x="895731" y="359664"/>
                  </a:lnTo>
                  <a:lnTo>
                    <a:pt x="751408" y="359664"/>
                  </a:lnTo>
                  <a:lnTo>
                    <a:pt x="751408" y="274320"/>
                  </a:lnTo>
                  <a:lnTo>
                    <a:pt x="895731" y="274320"/>
                  </a:lnTo>
                  <a:lnTo>
                    <a:pt x="895731" y="245110"/>
                  </a:lnTo>
                  <a:lnTo>
                    <a:pt x="722541" y="245110"/>
                  </a:lnTo>
                  <a:lnTo>
                    <a:pt x="722541" y="274320"/>
                  </a:lnTo>
                  <a:lnTo>
                    <a:pt x="722541" y="359664"/>
                  </a:lnTo>
                  <a:lnTo>
                    <a:pt x="578218" y="359664"/>
                  </a:lnTo>
                  <a:lnTo>
                    <a:pt x="578218" y="274320"/>
                  </a:lnTo>
                  <a:lnTo>
                    <a:pt x="722541" y="274320"/>
                  </a:lnTo>
                  <a:lnTo>
                    <a:pt x="722541" y="245110"/>
                  </a:lnTo>
                  <a:lnTo>
                    <a:pt x="578218" y="245110"/>
                  </a:lnTo>
                  <a:lnTo>
                    <a:pt x="578218" y="158750"/>
                  </a:lnTo>
                  <a:lnTo>
                    <a:pt x="722541" y="158750"/>
                  </a:lnTo>
                  <a:lnTo>
                    <a:pt x="722541" y="244944"/>
                  </a:lnTo>
                  <a:lnTo>
                    <a:pt x="751408" y="244944"/>
                  </a:lnTo>
                  <a:lnTo>
                    <a:pt x="751408" y="158750"/>
                  </a:lnTo>
                  <a:lnTo>
                    <a:pt x="895731" y="158750"/>
                  </a:lnTo>
                  <a:lnTo>
                    <a:pt x="895731" y="244944"/>
                  </a:lnTo>
                  <a:lnTo>
                    <a:pt x="924598" y="244944"/>
                  </a:lnTo>
                  <a:lnTo>
                    <a:pt x="924598" y="158750"/>
                  </a:lnTo>
                  <a:lnTo>
                    <a:pt x="1068920" y="158750"/>
                  </a:lnTo>
                  <a:lnTo>
                    <a:pt x="1068920" y="244944"/>
                  </a:lnTo>
                  <a:lnTo>
                    <a:pt x="1112215" y="244944"/>
                  </a:lnTo>
                  <a:lnTo>
                    <a:pt x="1112215" y="158750"/>
                  </a:lnTo>
                  <a:lnTo>
                    <a:pt x="1112215" y="158343"/>
                  </a:lnTo>
                  <a:lnTo>
                    <a:pt x="1112215" y="129540"/>
                  </a:lnTo>
                  <a:lnTo>
                    <a:pt x="578218" y="129540"/>
                  </a:lnTo>
                  <a:lnTo>
                    <a:pt x="578218" y="43180"/>
                  </a:lnTo>
                  <a:lnTo>
                    <a:pt x="722541" y="43180"/>
                  </a:lnTo>
                  <a:lnTo>
                    <a:pt x="722541" y="129476"/>
                  </a:lnTo>
                  <a:lnTo>
                    <a:pt x="751408" y="129476"/>
                  </a:lnTo>
                  <a:lnTo>
                    <a:pt x="751408" y="43180"/>
                  </a:lnTo>
                  <a:lnTo>
                    <a:pt x="895731" y="43180"/>
                  </a:lnTo>
                  <a:lnTo>
                    <a:pt x="895731" y="129476"/>
                  </a:lnTo>
                  <a:lnTo>
                    <a:pt x="924598" y="129476"/>
                  </a:lnTo>
                  <a:lnTo>
                    <a:pt x="924598" y="43180"/>
                  </a:lnTo>
                  <a:lnTo>
                    <a:pt x="1068920" y="43180"/>
                  </a:lnTo>
                  <a:lnTo>
                    <a:pt x="1068920" y="129476"/>
                  </a:lnTo>
                  <a:lnTo>
                    <a:pt x="1112215" y="129476"/>
                  </a:lnTo>
                  <a:lnTo>
                    <a:pt x="1112215" y="43180"/>
                  </a:lnTo>
                  <a:lnTo>
                    <a:pt x="1112215" y="42887"/>
                  </a:lnTo>
                  <a:lnTo>
                    <a:pt x="1112215" y="0"/>
                  </a:lnTo>
                  <a:close/>
                </a:path>
              </a:pathLst>
            </a:custGeom>
            <a:solidFill>
              <a:srgbClr val="66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854551" y="4586224"/>
              <a:ext cx="1116965" cy="403860"/>
            </a:xfrm>
            <a:custGeom>
              <a:avLst/>
              <a:gdLst/>
              <a:ahLst/>
              <a:cxnLst/>
              <a:rect l="l" t="t" r="r" b="b"/>
              <a:pathLst>
                <a:path w="1116964" h="403860">
                  <a:moveTo>
                    <a:pt x="1116787" y="0"/>
                  </a:moveTo>
                  <a:lnTo>
                    <a:pt x="577291" y="0"/>
                  </a:lnTo>
                  <a:lnTo>
                    <a:pt x="539496" y="0"/>
                  </a:lnTo>
                  <a:lnTo>
                    <a:pt x="539496" y="129476"/>
                  </a:lnTo>
                  <a:lnTo>
                    <a:pt x="539496" y="360680"/>
                  </a:lnTo>
                  <a:lnTo>
                    <a:pt x="43294" y="360680"/>
                  </a:lnTo>
                  <a:lnTo>
                    <a:pt x="43294" y="274320"/>
                  </a:lnTo>
                  <a:lnTo>
                    <a:pt x="187617" y="274320"/>
                  </a:lnTo>
                  <a:lnTo>
                    <a:pt x="187617" y="360413"/>
                  </a:lnTo>
                  <a:lnTo>
                    <a:pt x="216484" y="360413"/>
                  </a:lnTo>
                  <a:lnTo>
                    <a:pt x="216484" y="274320"/>
                  </a:lnTo>
                  <a:lnTo>
                    <a:pt x="360807" y="274320"/>
                  </a:lnTo>
                  <a:lnTo>
                    <a:pt x="360807" y="360413"/>
                  </a:lnTo>
                  <a:lnTo>
                    <a:pt x="389674" y="360413"/>
                  </a:lnTo>
                  <a:lnTo>
                    <a:pt x="389674" y="274320"/>
                  </a:lnTo>
                  <a:lnTo>
                    <a:pt x="533996" y="274320"/>
                  </a:lnTo>
                  <a:lnTo>
                    <a:pt x="533996" y="360413"/>
                  </a:lnTo>
                  <a:lnTo>
                    <a:pt x="539496" y="360413"/>
                  </a:lnTo>
                  <a:lnTo>
                    <a:pt x="539496" y="245110"/>
                  </a:lnTo>
                  <a:lnTo>
                    <a:pt x="43294" y="245110"/>
                  </a:lnTo>
                  <a:lnTo>
                    <a:pt x="43294" y="158750"/>
                  </a:lnTo>
                  <a:lnTo>
                    <a:pt x="187617" y="158750"/>
                  </a:lnTo>
                  <a:lnTo>
                    <a:pt x="187617" y="244944"/>
                  </a:lnTo>
                  <a:lnTo>
                    <a:pt x="216484" y="244944"/>
                  </a:lnTo>
                  <a:lnTo>
                    <a:pt x="216484" y="158750"/>
                  </a:lnTo>
                  <a:lnTo>
                    <a:pt x="360807" y="158750"/>
                  </a:lnTo>
                  <a:lnTo>
                    <a:pt x="360807" y="244944"/>
                  </a:lnTo>
                  <a:lnTo>
                    <a:pt x="389674" y="244944"/>
                  </a:lnTo>
                  <a:lnTo>
                    <a:pt x="389674" y="158750"/>
                  </a:lnTo>
                  <a:lnTo>
                    <a:pt x="533996" y="158750"/>
                  </a:lnTo>
                  <a:lnTo>
                    <a:pt x="533996" y="244944"/>
                  </a:lnTo>
                  <a:lnTo>
                    <a:pt x="539496" y="244944"/>
                  </a:lnTo>
                  <a:lnTo>
                    <a:pt x="539496" y="129540"/>
                  </a:lnTo>
                  <a:lnTo>
                    <a:pt x="43294" y="129540"/>
                  </a:lnTo>
                  <a:lnTo>
                    <a:pt x="43294" y="43180"/>
                  </a:lnTo>
                  <a:lnTo>
                    <a:pt x="187617" y="43180"/>
                  </a:lnTo>
                  <a:lnTo>
                    <a:pt x="187617" y="129476"/>
                  </a:lnTo>
                  <a:lnTo>
                    <a:pt x="216484" y="129476"/>
                  </a:lnTo>
                  <a:lnTo>
                    <a:pt x="216484" y="43180"/>
                  </a:lnTo>
                  <a:lnTo>
                    <a:pt x="360807" y="43180"/>
                  </a:lnTo>
                  <a:lnTo>
                    <a:pt x="360807" y="129476"/>
                  </a:lnTo>
                  <a:lnTo>
                    <a:pt x="389674" y="129476"/>
                  </a:lnTo>
                  <a:lnTo>
                    <a:pt x="389674" y="43180"/>
                  </a:lnTo>
                  <a:lnTo>
                    <a:pt x="533996" y="43180"/>
                  </a:lnTo>
                  <a:lnTo>
                    <a:pt x="533996" y="129476"/>
                  </a:lnTo>
                  <a:lnTo>
                    <a:pt x="539496" y="129476"/>
                  </a:lnTo>
                  <a:lnTo>
                    <a:pt x="539496" y="0"/>
                  </a:lnTo>
                  <a:lnTo>
                    <a:pt x="0" y="0"/>
                  </a:lnTo>
                  <a:lnTo>
                    <a:pt x="0" y="43180"/>
                  </a:lnTo>
                  <a:lnTo>
                    <a:pt x="0" y="129540"/>
                  </a:lnTo>
                  <a:lnTo>
                    <a:pt x="0" y="403860"/>
                  </a:lnTo>
                  <a:lnTo>
                    <a:pt x="539496" y="403860"/>
                  </a:lnTo>
                  <a:lnTo>
                    <a:pt x="577291" y="403860"/>
                  </a:lnTo>
                  <a:lnTo>
                    <a:pt x="1116787" y="403860"/>
                  </a:lnTo>
                  <a:lnTo>
                    <a:pt x="1116787" y="360680"/>
                  </a:lnTo>
                  <a:lnTo>
                    <a:pt x="582790" y="360680"/>
                  </a:lnTo>
                  <a:lnTo>
                    <a:pt x="582790" y="274320"/>
                  </a:lnTo>
                  <a:lnTo>
                    <a:pt x="727113" y="274320"/>
                  </a:lnTo>
                  <a:lnTo>
                    <a:pt x="727113" y="360413"/>
                  </a:lnTo>
                  <a:lnTo>
                    <a:pt x="755980" y="360413"/>
                  </a:lnTo>
                  <a:lnTo>
                    <a:pt x="755980" y="274320"/>
                  </a:lnTo>
                  <a:lnTo>
                    <a:pt x="900303" y="274320"/>
                  </a:lnTo>
                  <a:lnTo>
                    <a:pt x="900303" y="360413"/>
                  </a:lnTo>
                  <a:lnTo>
                    <a:pt x="929170" y="360413"/>
                  </a:lnTo>
                  <a:lnTo>
                    <a:pt x="929170" y="274320"/>
                  </a:lnTo>
                  <a:lnTo>
                    <a:pt x="1073492" y="274320"/>
                  </a:lnTo>
                  <a:lnTo>
                    <a:pt x="1073492" y="360413"/>
                  </a:lnTo>
                  <a:lnTo>
                    <a:pt x="1116787" y="360413"/>
                  </a:lnTo>
                  <a:lnTo>
                    <a:pt x="1116787" y="274320"/>
                  </a:lnTo>
                  <a:lnTo>
                    <a:pt x="1116787" y="273812"/>
                  </a:lnTo>
                  <a:lnTo>
                    <a:pt x="1116787" y="245110"/>
                  </a:lnTo>
                  <a:lnTo>
                    <a:pt x="582790" y="245110"/>
                  </a:lnTo>
                  <a:lnTo>
                    <a:pt x="582790" y="158750"/>
                  </a:lnTo>
                  <a:lnTo>
                    <a:pt x="727113" y="158750"/>
                  </a:lnTo>
                  <a:lnTo>
                    <a:pt x="727113" y="244944"/>
                  </a:lnTo>
                  <a:lnTo>
                    <a:pt x="755980" y="244944"/>
                  </a:lnTo>
                  <a:lnTo>
                    <a:pt x="755980" y="158750"/>
                  </a:lnTo>
                  <a:lnTo>
                    <a:pt x="900303" y="158750"/>
                  </a:lnTo>
                  <a:lnTo>
                    <a:pt x="900303" y="244944"/>
                  </a:lnTo>
                  <a:lnTo>
                    <a:pt x="929170" y="244944"/>
                  </a:lnTo>
                  <a:lnTo>
                    <a:pt x="929170" y="158750"/>
                  </a:lnTo>
                  <a:lnTo>
                    <a:pt x="1073492" y="158750"/>
                  </a:lnTo>
                  <a:lnTo>
                    <a:pt x="1073492" y="244944"/>
                  </a:lnTo>
                  <a:lnTo>
                    <a:pt x="1116787" y="244944"/>
                  </a:lnTo>
                  <a:lnTo>
                    <a:pt x="1116787" y="158750"/>
                  </a:lnTo>
                  <a:lnTo>
                    <a:pt x="1116787" y="158343"/>
                  </a:lnTo>
                  <a:lnTo>
                    <a:pt x="1116787" y="129540"/>
                  </a:lnTo>
                  <a:lnTo>
                    <a:pt x="582790" y="129540"/>
                  </a:lnTo>
                  <a:lnTo>
                    <a:pt x="582790" y="43180"/>
                  </a:lnTo>
                  <a:lnTo>
                    <a:pt x="727113" y="43180"/>
                  </a:lnTo>
                  <a:lnTo>
                    <a:pt x="727113" y="129476"/>
                  </a:lnTo>
                  <a:lnTo>
                    <a:pt x="755980" y="129476"/>
                  </a:lnTo>
                  <a:lnTo>
                    <a:pt x="755980" y="43180"/>
                  </a:lnTo>
                  <a:lnTo>
                    <a:pt x="900303" y="43180"/>
                  </a:lnTo>
                  <a:lnTo>
                    <a:pt x="900303" y="129476"/>
                  </a:lnTo>
                  <a:lnTo>
                    <a:pt x="929170" y="129476"/>
                  </a:lnTo>
                  <a:lnTo>
                    <a:pt x="929170" y="43180"/>
                  </a:lnTo>
                  <a:lnTo>
                    <a:pt x="1073492" y="43180"/>
                  </a:lnTo>
                  <a:lnTo>
                    <a:pt x="1073492" y="129476"/>
                  </a:lnTo>
                  <a:lnTo>
                    <a:pt x="1116787" y="129476"/>
                  </a:lnTo>
                  <a:lnTo>
                    <a:pt x="1116787" y="43180"/>
                  </a:lnTo>
                  <a:lnTo>
                    <a:pt x="1116787" y="42887"/>
                  </a:lnTo>
                  <a:lnTo>
                    <a:pt x="1116787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338577" y="1081277"/>
              <a:ext cx="4828540" cy="2733040"/>
            </a:xfrm>
            <a:custGeom>
              <a:avLst/>
              <a:gdLst/>
              <a:ahLst/>
              <a:cxnLst/>
              <a:rect l="l" t="t" r="r" b="b"/>
              <a:pathLst>
                <a:path w="4828540" h="2733040">
                  <a:moveTo>
                    <a:pt x="4372610" y="0"/>
                  </a:moveTo>
                  <a:lnTo>
                    <a:pt x="455422" y="0"/>
                  </a:lnTo>
                  <a:lnTo>
                    <a:pt x="408868" y="2351"/>
                  </a:lnTo>
                  <a:lnTo>
                    <a:pt x="363656" y="9255"/>
                  </a:lnTo>
                  <a:lnTo>
                    <a:pt x="320016" y="20480"/>
                  </a:lnTo>
                  <a:lnTo>
                    <a:pt x="278177" y="35798"/>
                  </a:lnTo>
                  <a:lnTo>
                    <a:pt x="238368" y="54979"/>
                  </a:lnTo>
                  <a:lnTo>
                    <a:pt x="200818" y="77795"/>
                  </a:lnTo>
                  <a:lnTo>
                    <a:pt x="165757" y="104016"/>
                  </a:lnTo>
                  <a:lnTo>
                    <a:pt x="133413" y="133413"/>
                  </a:lnTo>
                  <a:lnTo>
                    <a:pt x="104016" y="165757"/>
                  </a:lnTo>
                  <a:lnTo>
                    <a:pt x="77795" y="200818"/>
                  </a:lnTo>
                  <a:lnTo>
                    <a:pt x="54979" y="238368"/>
                  </a:lnTo>
                  <a:lnTo>
                    <a:pt x="35798" y="278177"/>
                  </a:lnTo>
                  <a:lnTo>
                    <a:pt x="20480" y="320016"/>
                  </a:lnTo>
                  <a:lnTo>
                    <a:pt x="9255" y="363656"/>
                  </a:lnTo>
                  <a:lnTo>
                    <a:pt x="2351" y="408868"/>
                  </a:lnTo>
                  <a:lnTo>
                    <a:pt x="0" y="455422"/>
                  </a:lnTo>
                  <a:lnTo>
                    <a:pt x="0" y="2277110"/>
                  </a:lnTo>
                  <a:lnTo>
                    <a:pt x="2351" y="2323663"/>
                  </a:lnTo>
                  <a:lnTo>
                    <a:pt x="9255" y="2368875"/>
                  </a:lnTo>
                  <a:lnTo>
                    <a:pt x="20480" y="2412515"/>
                  </a:lnTo>
                  <a:lnTo>
                    <a:pt x="35798" y="2454354"/>
                  </a:lnTo>
                  <a:lnTo>
                    <a:pt x="54979" y="2494163"/>
                  </a:lnTo>
                  <a:lnTo>
                    <a:pt x="77795" y="2531713"/>
                  </a:lnTo>
                  <a:lnTo>
                    <a:pt x="104016" y="2566774"/>
                  </a:lnTo>
                  <a:lnTo>
                    <a:pt x="133413" y="2599118"/>
                  </a:lnTo>
                  <a:lnTo>
                    <a:pt x="165757" y="2628515"/>
                  </a:lnTo>
                  <a:lnTo>
                    <a:pt x="200818" y="2654736"/>
                  </a:lnTo>
                  <a:lnTo>
                    <a:pt x="238368" y="2677552"/>
                  </a:lnTo>
                  <a:lnTo>
                    <a:pt x="278177" y="2696733"/>
                  </a:lnTo>
                  <a:lnTo>
                    <a:pt x="320016" y="2712051"/>
                  </a:lnTo>
                  <a:lnTo>
                    <a:pt x="363656" y="2723276"/>
                  </a:lnTo>
                  <a:lnTo>
                    <a:pt x="408868" y="2730180"/>
                  </a:lnTo>
                  <a:lnTo>
                    <a:pt x="455422" y="2732532"/>
                  </a:lnTo>
                  <a:lnTo>
                    <a:pt x="4372610" y="2732532"/>
                  </a:lnTo>
                  <a:lnTo>
                    <a:pt x="4419163" y="2730180"/>
                  </a:lnTo>
                  <a:lnTo>
                    <a:pt x="4464375" y="2723276"/>
                  </a:lnTo>
                  <a:lnTo>
                    <a:pt x="4508015" y="2712051"/>
                  </a:lnTo>
                  <a:lnTo>
                    <a:pt x="4549854" y="2696733"/>
                  </a:lnTo>
                  <a:lnTo>
                    <a:pt x="4589663" y="2677552"/>
                  </a:lnTo>
                  <a:lnTo>
                    <a:pt x="4627213" y="2654736"/>
                  </a:lnTo>
                  <a:lnTo>
                    <a:pt x="4662274" y="2628515"/>
                  </a:lnTo>
                  <a:lnTo>
                    <a:pt x="4694618" y="2599118"/>
                  </a:lnTo>
                  <a:lnTo>
                    <a:pt x="4724015" y="2566774"/>
                  </a:lnTo>
                  <a:lnTo>
                    <a:pt x="4750236" y="2531713"/>
                  </a:lnTo>
                  <a:lnTo>
                    <a:pt x="4773052" y="2494163"/>
                  </a:lnTo>
                  <a:lnTo>
                    <a:pt x="4792233" y="2454354"/>
                  </a:lnTo>
                  <a:lnTo>
                    <a:pt x="4807551" y="2412515"/>
                  </a:lnTo>
                  <a:lnTo>
                    <a:pt x="4818776" y="2368875"/>
                  </a:lnTo>
                  <a:lnTo>
                    <a:pt x="4825680" y="2323663"/>
                  </a:lnTo>
                  <a:lnTo>
                    <a:pt x="4828032" y="2277110"/>
                  </a:lnTo>
                  <a:lnTo>
                    <a:pt x="4828032" y="455422"/>
                  </a:lnTo>
                  <a:lnTo>
                    <a:pt x="4825680" y="408868"/>
                  </a:lnTo>
                  <a:lnTo>
                    <a:pt x="4818776" y="363656"/>
                  </a:lnTo>
                  <a:lnTo>
                    <a:pt x="4807551" y="320016"/>
                  </a:lnTo>
                  <a:lnTo>
                    <a:pt x="4792233" y="278177"/>
                  </a:lnTo>
                  <a:lnTo>
                    <a:pt x="4773052" y="238368"/>
                  </a:lnTo>
                  <a:lnTo>
                    <a:pt x="4750236" y="200818"/>
                  </a:lnTo>
                  <a:lnTo>
                    <a:pt x="4724015" y="165757"/>
                  </a:lnTo>
                  <a:lnTo>
                    <a:pt x="4694618" y="133413"/>
                  </a:lnTo>
                  <a:lnTo>
                    <a:pt x="4662274" y="104016"/>
                  </a:lnTo>
                  <a:lnTo>
                    <a:pt x="4627213" y="77795"/>
                  </a:lnTo>
                  <a:lnTo>
                    <a:pt x="4589663" y="54979"/>
                  </a:lnTo>
                  <a:lnTo>
                    <a:pt x="4549854" y="35798"/>
                  </a:lnTo>
                  <a:lnTo>
                    <a:pt x="4508015" y="20480"/>
                  </a:lnTo>
                  <a:lnTo>
                    <a:pt x="4464375" y="9255"/>
                  </a:lnTo>
                  <a:lnTo>
                    <a:pt x="4419163" y="2351"/>
                  </a:lnTo>
                  <a:lnTo>
                    <a:pt x="437261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38577" y="1081277"/>
              <a:ext cx="4828540" cy="2733040"/>
            </a:xfrm>
            <a:custGeom>
              <a:avLst/>
              <a:gdLst/>
              <a:ahLst/>
              <a:cxnLst/>
              <a:rect l="l" t="t" r="r" b="b"/>
              <a:pathLst>
                <a:path w="4828540" h="2733040">
                  <a:moveTo>
                    <a:pt x="0" y="455422"/>
                  </a:moveTo>
                  <a:lnTo>
                    <a:pt x="2351" y="408868"/>
                  </a:lnTo>
                  <a:lnTo>
                    <a:pt x="9255" y="363656"/>
                  </a:lnTo>
                  <a:lnTo>
                    <a:pt x="20480" y="320016"/>
                  </a:lnTo>
                  <a:lnTo>
                    <a:pt x="35798" y="278177"/>
                  </a:lnTo>
                  <a:lnTo>
                    <a:pt x="54979" y="238368"/>
                  </a:lnTo>
                  <a:lnTo>
                    <a:pt x="77795" y="200818"/>
                  </a:lnTo>
                  <a:lnTo>
                    <a:pt x="104016" y="165757"/>
                  </a:lnTo>
                  <a:lnTo>
                    <a:pt x="133413" y="133413"/>
                  </a:lnTo>
                  <a:lnTo>
                    <a:pt x="165757" y="104016"/>
                  </a:lnTo>
                  <a:lnTo>
                    <a:pt x="200818" y="77795"/>
                  </a:lnTo>
                  <a:lnTo>
                    <a:pt x="238368" y="54979"/>
                  </a:lnTo>
                  <a:lnTo>
                    <a:pt x="278177" y="35798"/>
                  </a:lnTo>
                  <a:lnTo>
                    <a:pt x="320016" y="20480"/>
                  </a:lnTo>
                  <a:lnTo>
                    <a:pt x="363656" y="9255"/>
                  </a:lnTo>
                  <a:lnTo>
                    <a:pt x="408868" y="2351"/>
                  </a:lnTo>
                  <a:lnTo>
                    <a:pt x="455422" y="0"/>
                  </a:lnTo>
                  <a:lnTo>
                    <a:pt x="4372610" y="0"/>
                  </a:lnTo>
                  <a:lnTo>
                    <a:pt x="4419163" y="2351"/>
                  </a:lnTo>
                  <a:lnTo>
                    <a:pt x="4464375" y="9255"/>
                  </a:lnTo>
                  <a:lnTo>
                    <a:pt x="4508015" y="20480"/>
                  </a:lnTo>
                  <a:lnTo>
                    <a:pt x="4549854" y="35798"/>
                  </a:lnTo>
                  <a:lnTo>
                    <a:pt x="4589663" y="54979"/>
                  </a:lnTo>
                  <a:lnTo>
                    <a:pt x="4627213" y="77795"/>
                  </a:lnTo>
                  <a:lnTo>
                    <a:pt x="4662274" y="104016"/>
                  </a:lnTo>
                  <a:lnTo>
                    <a:pt x="4694618" y="133413"/>
                  </a:lnTo>
                  <a:lnTo>
                    <a:pt x="4724015" y="165757"/>
                  </a:lnTo>
                  <a:lnTo>
                    <a:pt x="4750236" y="200818"/>
                  </a:lnTo>
                  <a:lnTo>
                    <a:pt x="4773052" y="238368"/>
                  </a:lnTo>
                  <a:lnTo>
                    <a:pt x="4792233" y="278177"/>
                  </a:lnTo>
                  <a:lnTo>
                    <a:pt x="4807551" y="320016"/>
                  </a:lnTo>
                  <a:lnTo>
                    <a:pt x="4818776" y="363656"/>
                  </a:lnTo>
                  <a:lnTo>
                    <a:pt x="4825680" y="408868"/>
                  </a:lnTo>
                  <a:lnTo>
                    <a:pt x="4828032" y="455422"/>
                  </a:lnTo>
                  <a:lnTo>
                    <a:pt x="4828032" y="2277110"/>
                  </a:lnTo>
                  <a:lnTo>
                    <a:pt x="4825680" y="2323663"/>
                  </a:lnTo>
                  <a:lnTo>
                    <a:pt x="4818776" y="2368875"/>
                  </a:lnTo>
                  <a:lnTo>
                    <a:pt x="4807551" y="2412515"/>
                  </a:lnTo>
                  <a:lnTo>
                    <a:pt x="4792233" y="2454354"/>
                  </a:lnTo>
                  <a:lnTo>
                    <a:pt x="4773052" y="2494163"/>
                  </a:lnTo>
                  <a:lnTo>
                    <a:pt x="4750236" y="2531713"/>
                  </a:lnTo>
                  <a:lnTo>
                    <a:pt x="4724015" y="2566774"/>
                  </a:lnTo>
                  <a:lnTo>
                    <a:pt x="4694618" y="2599118"/>
                  </a:lnTo>
                  <a:lnTo>
                    <a:pt x="4662274" y="2628515"/>
                  </a:lnTo>
                  <a:lnTo>
                    <a:pt x="4627213" y="2654736"/>
                  </a:lnTo>
                  <a:lnTo>
                    <a:pt x="4589663" y="2677552"/>
                  </a:lnTo>
                  <a:lnTo>
                    <a:pt x="4549854" y="2696733"/>
                  </a:lnTo>
                  <a:lnTo>
                    <a:pt x="4508015" y="2712051"/>
                  </a:lnTo>
                  <a:lnTo>
                    <a:pt x="4464375" y="2723276"/>
                  </a:lnTo>
                  <a:lnTo>
                    <a:pt x="4419163" y="2730180"/>
                  </a:lnTo>
                  <a:lnTo>
                    <a:pt x="4372610" y="2732532"/>
                  </a:lnTo>
                  <a:lnTo>
                    <a:pt x="455422" y="2732532"/>
                  </a:lnTo>
                  <a:lnTo>
                    <a:pt x="408868" y="2730180"/>
                  </a:lnTo>
                  <a:lnTo>
                    <a:pt x="363656" y="2723276"/>
                  </a:lnTo>
                  <a:lnTo>
                    <a:pt x="320016" y="2712051"/>
                  </a:lnTo>
                  <a:lnTo>
                    <a:pt x="278177" y="2696733"/>
                  </a:lnTo>
                  <a:lnTo>
                    <a:pt x="238368" y="2677552"/>
                  </a:lnTo>
                  <a:lnTo>
                    <a:pt x="200818" y="2654736"/>
                  </a:lnTo>
                  <a:lnTo>
                    <a:pt x="165757" y="2628515"/>
                  </a:lnTo>
                  <a:lnTo>
                    <a:pt x="133413" y="2599118"/>
                  </a:lnTo>
                  <a:lnTo>
                    <a:pt x="104016" y="2566774"/>
                  </a:lnTo>
                  <a:lnTo>
                    <a:pt x="77795" y="2531713"/>
                  </a:lnTo>
                  <a:lnTo>
                    <a:pt x="54979" y="2494163"/>
                  </a:lnTo>
                  <a:lnTo>
                    <a:pt x="35798" y="2454354"/>
                  </a:lnTo>
                  <a:lnTo>
                    <a:pt x="20480" y="2412515"/>
                  </a:lnTo>
                  <a:lnTo>
                    <a:pt x="9255" y="2368875"/>
                  </a:lnTo>
                  <a:lnTo>
                    <a:pt x="2351" y="2323663"/>
                  </a:lnTo>
                  <a:lnTo>
                    <a:pt x="0" y="2277110"/>
                  </a:lnTo>
                  <a:lnTo>
                    <a:pt x="0" y="455422"/>
                  </a:lnTo>
                  <a:close/>
                </a:path>
              </a:pathLst>
            </a:custGeom>
            <a:ln w="25400">
              <a:solidFill>
                <a:srgbClr val="9B9B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65831" y="1290827"/>
              <a:ext cx="2955797" cy="564641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85587" y="1290827"/>
              <a:ext cx="413765" cy="56464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63311" y="1290827"/>
              <a:ext cx="1954530" cy="564641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465831" y="1597151"/>
              <a:ext cx="1317497" cy="564642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7332091" y="2813685"/>
            <a:ext cx="10617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52525"/>
                </a:solidFill>
                <a:latin typeface="Bahnschrift"/>
                <a:cs typeface="Bahnschrift"/>
              </a:rPr>
              <a:t>Data</a:t>
            </a:r>
            <a:r>
              <a:rPr sz="1400" spc="100" dirty="0">
                <a:solidFill>
                  <a:srgbClr val="252525"/>
                </a:solidFill>
                <a:latin typeface="Bahnschrift"/>
                <a:cs typeface="Bahnschrift"/>
              </a:rPr>
              <a:t> </a:t>
            </a:r>
            <a:r>
              <a:rPr sz="1400" spc="-10" dirty="0">
                <a:solidFill>
                  <a:srgbClr val="252525"/>
                </a:solidFill>
                <a:latin typeface="Bahnschrift"/>
                <a:cs typeface="Bahnschrift"/>
              </a:rPr>
              <a:t>Science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7688580" y="2418588"/>
            <a:ext cx="365760" cy="289560"/>
            <a:chOff x="7688580" y="2418588"/>
            <a:chExt cx="365760" cy="289560"/>
          </a:xfrm>
        </p:grpSpPr>
        <p:sp>
          <p:nvSpPr>
            <p:cNvPr id="48" name="object 48"/>
            <p:cNvSpPr/>
            <p:nvPr/>
          </p:nvSpPr>
          <p:spPr>
            <a:xfrm>
              <a:off x="7688580" y="2418588"/>
              <a:ext cx="365760" cy="289560"/>
            </a:xfrm>
            <a:custGeom>
              <a:avLst/>
              <a:gdLst/>
              <a:ahLst/>
              <a:cxnLst/>
              <a:rect l="l" t="t" r="r" b="b"/>
              <a:pathLst>
                <a:path w="365759" h="289560">
                  <a:moveTo>
                    <a:pt x="360299" y="216662"/>
                  </a:moveTo>
                  <a:lnTo>
                    <a:pt x="4572" y="216662"/>
                  </a:lnTo>
                  <a:lnTo>
                    <a:pt x="0" y="222123"/>
                  </a:lnTo>
                  <a:lnTo>
                    <a:pt x="0" y="253111"/>
                  </a:lnTo>
                  <a:lnTo>
                    <a:pt x="2720" y="266842"/>
                  </a:lnTo>
                  <a:lnTo>
                    <a:pt x="10144" y="278479"/>
                  </a:lnTo>
                  <a:lnTo>
                    <a:pt x="21163" y="286543"/>
                  </a:lnTo>
                  <a:lnTo>
                    <a:pt x="34671" y="289560"/>
                  </a:lnTo>
                  <a:lnTo>
                    <a:pt x="330200" y="289560"/>
                  </a:lnTo>
                  <a:lnTo>
                    <a:pt x="343846" y="286686"/>
                  </a:lnTo>
                  <a:lnTo>
                    <a:pt x="355171" y="278860"/>
                  </a:lnTo>
                  <a:lnTo>
                    <a:pt x="362900" y="267271"/>
                  </a:lnTo>
                  <a:lnTo>
                    <a:pt x="363554" y="264032"/>
                  </a:lnTo>
                  <a:lnTo>
                    <a:pt x="28321" y="264032"/>
                  </a:lnTo>
                  <a:lnTo>
                    <a:pt x="22860" y="258572"/>
                  </a:lnTo>
                  <a:lnTo>
                    <a:pt x="22860" y="240411"/>
                  </a:lnTo>
                  <a:lnTo>
                    <a:pt x="365760" y="240411"/>
                  </a:lnTo>
                  <a:lnTo>
                    <a:pt x="365760" y="221234"/>
                  </a:lnTo>
                  <a:lnTo>
                    <a:pt x="360299" y="216662"/>
                  </a:lnTo>
                  <a:close/>
                </a:path>
                <a:path w="365759" h="289560">
                  <a:moveTo>
                    <a:pt x="365760" y="240411"/>
                  </a:moveTo>
                  <a:lnTo>
                    <a:pt x="342011" y="240411"/>
                  </a:lnTo>
                  <a:lnTo>
                    <a:pt x="342011" y="258572"/>
                  </a:lnTo>
                  <a:lnTo>
                    <a:pt x="335661" y="264032"/>
                  </a:lnTo>
                  <a:lnTo>
                    <a:pt x="363554" y="264032"/>
                  </a:lnTo>
                  <a:lnTo>
                    <a:pt x="365760" y="253111"/>
                  </a:lnTo>
                  <a:lnTo>
                    <a:pt x="365760" y="240411"/>
                  </a:lnTo>
                  <a:close/>
                </a:path>
                <a:path w="365759" h="289560">
                  <a:moveTo>
                    <a:pt x="306450" y="0"/>
                  </a:moveTo>
                  <a:lnTo>
                    <a:pt x="59309" y="0"/>
                  </a:lnTo>
                  <a:lnTo>
                    <a:pt x="44532" y="2998"/>
                  </a:lnTo>
                  <a:lnTo>
                    <a:pt x="44963" y="2998"/>
                  </a:lnTo>
                  <a:lnTo>
                    <a:pt x="33559" y="10699"/>
                  </a:lnTo>
                  <a:lnTo>
                    <a:pt x="25733" y="22288"/>
                  </a:lnTo>
                  <a:lnTo>
                    <a:pt x="22860" y="36449"/>
                  </a:lnTo>
                  <a:lnTo>
                    <a:pt x="22860" y="216662"/>
                  </a:lnTo>
                  <a:lnTo>
                    <a:pt x="47371" y="216662"/>
                  </a:lnTo>
                  <a:lnTo>
                    <a:pt x="47371" y="36449"/>
                  </a:lnTo>
                  <a:lnTo>
                    <a:pt x="46481" y="36449"/>
                  </a:lnTo>
                  <a:lnTo>
                    <a:pt x="46481" y="30099"/>
                  </a:lnTo>
                  <a:lnTo>
                    <a:pt x="51943" y="24637"/>
                  </a:lnTo>
                  <a:lnTo>
                    <a:pt x="339561" y="24637"/>
                  </a:lnTo>
                  <a:lnTo>
                    <a:pt x="339151" y="22663"/>
                  </a:lnTo>
                  <a:lnTo>
                    <a:pt x="331422" y="11033"/>
                  </a:lnTo>
                  <a:lnTo>
                    <a:pt x="320097" y="2998"/>
                  </a:lnTo>
                  <a:lnTo>
                    <a:pt x="306450" y="0"/>
                  </a:lnTo>
                  <a:close/>
                </a:path>
                <a:path w="365759" h="289560">
                  <a:moveTo>
                    <a:pt x="339561" y="24637"/>
                  </a:moveTo>
                  <a:lnTo>
                    <a:pt x="313817" y="24637"/>
                  </a:lnTo>
                  <a:lnTo>
                    <a:pt x="319277" y="30099"/>
                  </a:lnTo>
                  <a:lnTo>
                    <a:pt x="319277" y="216662"/>
                  </a:lnTo>
                  <a:lnTo>
                    <a:pt x="342011" y="216662"/>
                  </a:lnTo>
                  <a:lnTo>
                    <a:pt x="342011" y="36449"/>
                  </a:lnTo>
                  <a:lnTo>
                    <a:pt x="339561" y="24637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776972" y="2491740"/>
              <a:ext cx="169163" cy="120396"/>
            </a:xfrm>
            <a:prstGeom prst="rect">
              <a:avLst/>
            </a:prstGeom>
          </p:spPr>
        </p:pic>
      </p:grpSp>
      <p:grpSp>
        <p:nvGrpSpPr>
          <p:cNvPr id="50" name="object 50"/>
          <p:cNvGrpSpPr/>
          <p:nvPr/>
        </p:nvGrpSpPr>
        <p:grpSpPr>
          <a:xfrm>
            <a:off x="7246873" y="978661"/>
            <a:ext cx="1258570" cy="1028700"/>
            <a:chOff x="7246873" y="978661"/>
            <a:chExt cx="1258570" cy="1028700"/>
          </a:xfrm>
        </p:grpSpPr>
        <p:sp>
          <p:nvSpPr>
            <p:cNvPr id="51" name="object 51"/>
            <p:cNvSpPr/>
            <p:nvPr/>
          </p:nvSpPr>
          <p:spPr>
            <a:xfrm>
              <a:off x="7259573" y="991361"/>
              <a:ext cx="1233170" cy="1003300"/>
            </a:xfrm>
            <a:custGeom>
              <a:avLst/>
              <a:gdLst/>
              <a:ahLst/>
              <a:cxnLst/>
              <a:rect l="l" t="t" r="r" b="b"/>
              <a:pathLst>
                <a:path w="1233170" h="1003300">
                  <a:moveTo>
                    <a:pt x="1065783" y="0"/>
                  </a:moveTo>
                  <a:lnTo>
                    <a:pt x="167131" y="0"/>
                  </a:lnTo>
                  <a:lnTo>
                    <a:pt x="122693" y="5968"/>
                  </a:lnTo>
                  <a:lnTo>
                    <a:pt x="82766" y="22812"/>
                  </a:lnTo>
                  <a:lnTo>
                    <a:pt x="48942" y="48942"/>
                  </a:lnTo>
                  <a:lnTo>
                    <a:pt x="22812" y="82766"/>
                  </a:lnTo>
                  <a:lnTo>
                    <a:pt x="5968" y="122693"/>
                  </a:lnTo>
                  <a:lnTo>
                    <a:pt x="0" y="167132"/>
                  </a:lnTo>
                  <a:lnTo>
                    <a:pt x="0" y="835660"/>
                  </a:lnTo>
                  <a:lnTo>
                    <a:pt x="5968" y="880098"/>
                  </a:lnTo>
                  <a:lnTo>
                    <a:pt x="22812" y="920025"/>
                  </a:lnTo>
                  <a:lnTo>
                    <a:pt x="48942" y="953849"/>
                  </a:lnTo>
                  <a:lnTo>
                    <a:pt x="82766" y="979979"/>
                  </a:lnTo>
                  <a:lnTo>
                    <a:pt x="122693" y="996823"/>
                  </a:lnTo>
                  <a:lnTo>
                    <a:pt x="167131" y="1002792"/>
                  </a:lnTo>
                  <a:lnTo>
                    <a:pt x="1065783" y="1002792"/>
                  </a:lnTo>
                  <a:lnTo>
                    <a:pt x="1110222" y="996823"/>
                  </a:lnTo>
                  <a:lnTo>
                    <a:pt x="1150149" y="979979"/>
                  </a:lnTo>
                  <a:lnTo>
                    <a:pt x="1183973" y="953849"/>
                  </a:lnTo>
                  <a:lnTo>
                    <a:pt x="1210103" y="920025"/>
                  </a:lnTo>
                  <a:lnTo>
                    <a:pt x="1226947" y="880098"/>
                  </a:lnTo>
                  <a:lnTo>
                    <a:pt x="1232916" y="835660"/>
                  </a:lnTo>
                  <a:lnTo>
                    <a:pt x="1232916" y="167132"/>
                  </a:lnTo>
                  <a:lnTo>
                    <a:pt x="1226947" y="122693"/>
                  </a:lnTo>
                  <a:lnTo>
                    <a:pt x="1210103" y="82766"/>
                  </a:lnTo>
                  <a:lnTo>
                    <a:pt x="1183973" y="48942"/>
                  </a:lnTo>
                  <a:lnTo>
                    <a:pt x="1150149" y="22812"/>
                  </a:lnTo>
                  <a:lnTo>
                    <a:pt x="1110222" y="5968"/>
                  </a:lnTo>
                  <a:lnTo>
                    <a:pt x="106578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259573" y="991361"/>
              <a:ext cx="1233170" cy="1003300"/>
            </a:xfrm>
            <a:custGeom>
              <a:avLst/>
              <a:gdLst/>
              <a:ahLst/>
              <a:cxnLst/>
              <a:rect l="l" t="t" r="r" b="b"/>
              <a:pathLst>
                <a:path w="1233170" h="1003300">
                  <a:moveTo>
                    <a:pt x="0" y="167132"/>
                  </a:moveTo>
                  <a:lnTo>
                    <a:pt x="5968" y="122693"/>
                  </a:lnTo>
                  <a:lnTo>
                    <a:pt x="22812" y="82766"/>
                  </a:lnTo>
                  <a:lnTo>
                    <a:pt x="48942" y="48942"/>
                  </a:lnTo>
                  <a:lnTo>
                    <a:pt x="82766" y="22812"/>
                  </a:lnTo>
                  <a:lnTo>
                    <a:pt x="122693" y="5968"/>
                  </a:lnTo>
                  <a:lnTo>
                    <a:pt x="167131" y="0"/>
                  </a:lnTo>
                  <a:lnTo>
                    <a:pt x="1065783" y="0"/>
                  </a:lnTo>
                  <a:lnTo>
                    <a:pt x="1110222" y="5968"/>
                  </a:lnTo>
                  <a:lnTo>
                    <a:pt x="1150149" y="22812"/>
                  </a:lnTo>
                  <a:lnTo>
                    <a:pt x="1183973" y="48942"/>
                  </a:lnTo>
                  <a:lnTo>
                    <a:pt x="1210103" y="82766"/>
                  </a:lnTo>
                  <a:lnTo>
                    <a:pt x="1226947" y="122693"/>
                  </a:lnTo>
                  <a:lnTo>
                    <a:pt x="1232916" y="167132"/>
                  </a:lnTo>
                  <a:lnTo>
                    <a:pt x="1232916" y="835660"/>
                  </a:lnTo>
                  <a:lnTo>
                    <a:pt x="1226947" y="880098"/>
                  </a:lnTo>
                  <a:lnTo>
                    <a:pt x="1210103" y="920025"/>
                  </a:lnTo>
                  <a:lnTo>
                    <a:pt x="1183973" y="953849"/>
                  </a:lnTo>
                  <a:lnTo>
                    <a:pt x="1150149" y="979979"/>
                  </a:lnTo>
                  <a:lnTo>
                    <a:pt x="1110222" y="996823"/>
                  </a:lnTo>
                  <a:lnTo>
                    <a:pt x="1065783" y="1002792"/>
                  </a:lnTo>
                  <a:lnTo>
                    <a:pt x="167131" y="1002792"/>
                  </a:lnTo>
                  <a:lnTo>
                    <a:pt x="122693" y="996823"/>
                  </a:lnTo>
                  <a:lnTo>
                    <a:pt x="82766" y="979979"/>
                  </a:lnTo>
                  <a:lnTo>
                    <a:pt x="48942" y="953849"/>
                  </a:lnTo>
                  <a:lnTo>
                    <a:pt x="22812" y="920025"/>
                  </a:lnTo>
                  <a:lnTo>
                    <a:pt x="5968" y="880098"/>
                  </a:lnTo>
                  <a:lnTo>
                    <a:pt x="0" y="835660"/>
                  </a:lnTo>
                  <a:lnTo>
                    <a:pt x="0" y="167132"/>
                  </a:lnTo>
                  <a:close/>
                </a:path>
              </a:pathLst>
            </a:custGeom>
            <a:ln w="25400">
              <a:solidFill>
                <a:srgbClr val="9B9B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665719" y="1264919"/>
              <a:ext cx="346075" cy="318770"/>
            </a:xfrm>
            <a:custGeom>
              <a:avLst/>
              <a:gdLst/>
              <a:ahLst/>
              <a:cxnLst/>
              <a:rect l="l" t="t" r="r" b="b"/>
              <a:pathLst>
                <a:path w="346075" h="318769">
                  <a:moveTo>
                    <a:pt x="179831" y="0"/>
                  </a:moveTo>
                  <a:lnTo>
                    <a:pt x="172974" y="0"/>
                  </a:lnTo>
                  <a:lnTo>
                    <a:pt x="126867" y="5729"/>
                  </a:lnTo>
                  <a:lnTo>
                    <a:pt x="85513" y="21872"/>
                  </a:lnTo>
                  <a:lnTo>
                    <a:pt x="50530" y="46862"/>
                  </a:lnTo>
                  <a:lnTo>
                    <a:pt x="23537" y="79135"/>
                  </a:lnTo>
                  <a:lnTo>
                    <a:pt x="6154" y="117122"/>
                  </a:lnTo>
                  <a:lnTo>
                    <a:pt x="0" y="159257"/>
                  </a:lnTo>
                  <a:lnTo>
                    <a:pt x="6154" y="201393"/>
                  </a:lnTo>
                  <a:lnTo>
                    <a:pt x="23537" y="239380"/>
                  </a:lnTo>
                  <a:lnTo>
                    <a:pt x="50530" y="271652"/>
                  </a:lnTo>
                  <a:lnTo>
                    <a:pt x="85513" y="296643"/>
                  </a:lnTo>
                  <a:lnTo>
                    <a:pt x="126867" y="312786"/>
                  </a:lnTo>
                  <a:lnTo>
                    <a:pt x="172974" y="318515"/>
                  </a:lnTo>
                  <a:lnTo>
                    <a:pt x="218727" y="312786"/>
                  </a:lnTo>
                  <a:lnTo>
                    <a:pt x="259983" y="296643"/>
                  </a:lnTo>
                  <a:lnTo>
                    <a:pt x="262437" y="294893"/>
                  </a:lnTo>
                  <a:lnTo>
                    <a:pt x="171957" y="294893"/>
                  </a:lnTo>
                  <a:lnTo>
                    <a:pt x="125145" y="288042"/>
                  </a:lnTo>
                  <a:lnTo>
                    <a:pt x="84703" y="268912"/>
                  </a:lnTo>
                  <a:lnTo>
                    <a:pt x="52948" y="239645"/>
                  </a:lnTo>
                  <a:lnTo>
                    <a:pt x="32197" y="202381"/>
                  </a:lnTo>
                  <a:lnTo>
                    <a:pt x="24764" y="159257"/>
                  </a:lnTo>
                  <a:lnTo>
                    <a:pt x="35204" y="109525"/>
                  </a:lnTo>
                  <a:lnTo>
                    <a:pt x="63801" y="67913"/>
                  </a:lnTo>
                  <a:lnTo>
                    <a:pt x="106471" y="38064"/>
                  </a:lnTo>
                  <a:lnTo>
                    <a:pt x="159130" y="23621"/>
                  </a:lnTo>
                  <a:lnTo>
                    <a:pt x="185800" y="23621"/>
                  </a:lnTo>
                  <a:lnTo>
                    <a:pt x="185800" y="11810"/>
                  </a:lnTo>
                  <a:lnTo>
                    <a:pt x="184784" y="4571"/>
                  </a:lnTo>
                  <a:lnTo>
                    <a:pt x="179831" y="0"/>
                  </a:lnTo>
                  <a:close/>
                </a:path>
                <a:path w="346075" h="318769">
                  <a:moveTo>
                    <a:pt x="185800" y="23621"/>
                  </a:moveTo>
                  <a:lnTo>
                    <a:pt x="159130" y="23621"/>
                  </a:lnTo>
                  <a:lnTo>
                    <a:pt x="159130" y="166496"/>
                  </a:lnTo>
                  <a:lnTo>
                    <a:pt x="165100" y="171068"/>
                  </a:lnTo>
                  <a:lnTo>
                    <a:pt x="318261" y="171068"/>
                  </a:lnTo>
                  <a:lnTo>
                    <a:pt x="308154" y="210525"/>
                  </a:lnTo>
                  <a:lnTo>
                    <a:pt x="286386" y="244556"/>
                  </a:lnTo>
                  <a:lnTo>
                    <a:pt x="255040" y="271241"/>
                  </a:lnTo>
                  <a:lnTo>
                    <a:pt x="216202" y="288660"/>
                  </a:lnTo>
                  <a:lnTo>
                    <a:pt x="171957" y="294893"/>
                  </a:lnTo>
                  <a:lnTo>
                    <a:pt x="262437" y="294893"/>
                  </a:lnTo>
                  <a:lnTo>
                    <a:pt x="295036" y="271652"/>
                  </a:lnTo>
                  <a:lnTo>
                    <a:pt x="322184" y="239380"/>
                  </a:lnTo>
                  <a:lnTo>
                    <a:pt x="339723" y="201393"/>
                  </a:lnTo>
                  <a:lnTo>
                    <a:pt x="345948" y="159257"/>
                  </a:lnTo>
                  <a:lnTo>
                    <a:pt x="345948" y="152907"/>
                  </a:lnTo>
                  <a:lnTo>
                    <a:pt x="339089" y="147446"/>
                  </a:lnTo>
                  <a:lnTo>
                    <a:pt x="185800" y="147446"/>
                  </a:lnTo>
                  <a:lnTo>
                    <a:pt x="185800" y="23621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876031" y="1217675"/>
              <a:ext cx="187451" cy="172212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7463408" y="1668272"/>
            <a:ext cx="80645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252525"/>
                </a:solidFill>
                <a:latin typeface="Bahnschrift"/>
                <a:cs typeface="Bahnschrift"/>
              </a:rPr>
              <a:t>Reporting</a:t>
            </a:r>
            <a:endParaRPr sz="1400">
              <a:latin typeface="Bahnschrift"/>
              <a:cs typeface="Bahnschrif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7246873" y="3270758"/>
            <a:ext cx="1252220" cy="1029969"/>
            <a:chOff x="7246873" y="3270758"/>
            <a:chExt cx="1252220" cy="1029969"/>
          </a:xfrm>
        </p:grpSpPr>
        <p:sp>
          <p:nvSpPr>
            <p:cNvPr id="57" name="object 57"/>
            <p:cNvSpPr/>
            <p:nvPr/>
          </p:nvSpPr>
          <p:spPr>
            <a:xfrm>
              <a:off x="7259573" y="3283458"/>
              <a:ext cx="1226820" cy="1004569"/>
            </a:xfrm>
            <a:custGeom>
              <a:avLst/>
              <a:gdLst/>
              <a:ahLst/>
              <a:cxnLst/>
              <a:rect l="l" t="t" r="r" b="b"/>
              <a:pathLst>
                <a:path w="1226820" h="1004570">
                  <a:moveTo>
                    <a:pt x="1059433" y="0"/>
                  </a:moveTo>
                  <a:lnTo>
                    <a:pt x="167385" y="0"/>
                  </a:lnTo>
                  <a:lnTo>
                    <a:pt x="122884" y="5978"/>
                  </a:lnTo>
                  <a:lnTo>
                    <a:pt x="82898" y="22850"/>
                  </a:lnTo>
                  <a:lnTo>
                    <a:pt x="49022" y="49022"/>
                  </a:lnTo>
                  <a:lnTo>
                    <a:pt x="22850" y="82898"/>
                  </a:lnTo>
                  <a:lnTo>
                    <a:pt x="5978" y="122884"/>
                  </a:lnTo>
                  <a:lnTo>
                    <a:pt x="0" y="167386"/>
                  </a:lnTo>
                  <a:lnTo>
                    <a:pt x="0" y="836930"/>
                  </a:lnTo>
                  <a:lnTo>
                    <a:pt x="5978" y="881427"/>
                  </a:lnTo>
                  <a:lnTo>
                    <a:pt x="22850" y="921412"/>
                  </a:lnTo>
                  <a:lnTo>
                    <a:pt x="49022" y="955289"/>
                  </a:lnTo>
                  <a:lnTo>
                    <a:pt x="82898" y="981462"/>
                  </a:lnTo>
                  <a:lnTo>
                    <a:pt x="122884" y="998336"/>
                  </a:lnTo>
                  <a:lnTo>
                    <a:pt x="167385" y="1004316"/>
                  </a:lnTo>
                  <a:lnTo>
                    <a:pt x="1059433" y="1004316"/>
                  </a:lnTo>
                  <a:lnTo>
                    <a:pt x="1103935" y="998336"/>
                  </a:lnTo>
                  <a:lnTo>
                    <a:pt x="1143921" y="981462"/>
                  </a:lnTo>
                  <a:lnTo>
                    <a:pt x="1177798" y="955289"/>
                  </a:lnTo>
                  <a:lnTo>
                    <a:pt x="1203969" y="921412"/>
                  </a:lnTo>
                  <a:lnTo>
                    <a:pt x="1220841" y="881427"/>
                  </a:lnTo>
                  <a:lnTo>
                    <a:pt x="1226820" y="836930"/>
                  </a:lnTo>
                  <a:lnTo>
                    <a:pt x="1226820" y="167386"/>
                  </a:lnTo>
                  <a:lnTo>
                    <a:pt x="1220841" y="122884"/>
                  </a:lnTo>
                  <a:lnTo>
                    <a:pt x="1203969" y="82898"/>
                  </a:lnTo>
                  <a:lnTo>
                    <a:pt x="1177798" y="49022"/>
                  </a:lnTo>
                  <a:lnTo>
                    <a:pt x="1143921" y="22850"/>
                  </a:lnTo>
                  <a:lnTo>
                    <a:pt x="1103935" y="5978"/>
                  </a:lnTo>
                  <a:lnTo>
                    <a:pt x="105943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259573" y="3283458"/>
              <a:ext cx="1226820" cy="1004569"/>
            </a:xfrm>
            <a:custGeom>
              <a:avLst/>
              <a:gdLst/>
              <a:ahLst/>
              <a:cxnLst/>
              <a:rect l="l" t="t" r="r" b="b"/>
              <a:pathLst>
                <a:path w="1226820" h="1004570">
                  <a:moveTo>
                    <a:pt x="0" y="167386"/>
                  </a:moveTo>
                  <a:lnTo>
                    <a:pt x="5978" y="122884"/>
                  </a:lnTo>
                  <a:lnTo>
                    <a:pt x="22850" y="82898"/>
                  </a:lnTo>
                  <a:lnTo>
                    <a:pt x="49022" y="49022"/>
                  </a:lnTo>
                  <a:lnTo>
                    <a:pt x="82898" y="22850"/>
                  </a:lnTo>
                  <a:lnTo>
                    <a:pt x="122884" y="5978"/>
                  </a:lnTo>
                  <a:lnTo>
                    <a:pt x="167385" y="0"/>
                  </a:lnTo>
                  <a:lnTo>
                    <a:pt x="1059433" y="0"/>
                  </a:lnTo>
                  <a:lnTo>
                    <a:pt x="1103935" y="5978"/>
                  </a:lnTo>
                  <a:lnTo>
                    <a:pt x="1143921" y="22850"/>
                  </a:lnTo>
                  <a:lnTo>
                    <a:pt x="1177798" y="49022"/>
                  </a:lnTo>
                  <a:lnTo>
                    <a:pt x="1203969" y="82898"/>
                  </a:lnTo>
                  <a:lnTo>
                    <a:pt x="1220841" y="122884"/>
                  </a:lnTo>
                  <a:lnTo>
                    <a:pt x="1226820" y="167386"/>
                  </a:lnTo>
                  <a:lnTo>
                    <a:pt x="1226820" y="836930"/>
                  </a:lnTo>
                  <a:lnTo>
                    <a:pt x="1220841" y="881427"/>
                  </a:lnTo>
                  <a:lnTo>
                    <a:pt x="1203969" y="921412"/>
                  </a:lnTo>
                  <a:lnTo>
                    <a:pt x="1177798" y="955289"/>
                  </a:lnTo>
                  <a:lnTo>
                    <a:pt x="1143921" y="981462"/>
                  </a:lnTo>
                  <a:lnTo>
                    <a:pt x="1103935" y="998336"/>
                  </a:lnTo>
                  <a:lnTo>
                    <a:pt x="1059433" y="1004316"/>
                  </a:lnTo>
                  <a:lnTo>
                    <a:pt x="167385" y="1004316"/>
                  </a:lnTo>
                  <a:lnTo>
                    <a:pt x="122884" y="998336"/>
                  </a:lnTo>
                  <a:lnTo>
                    <a:pt x="82898" y="981462"/>
                  </a:lnTo>
                  <a:lnTo>
                    <a:pt x="49022" y="955289"/>
                  </a:lnTo>
                  <a:lnTo>
                    <a:pt x="22850" y="921412"/>
                  </a:lnTo>
                  <a:lnTo>
                    <a:pt x="5978" y="881427"/>
                  </a:lnTo>
                  <a:lnTo>
                    <a:pt x="0" y="836930"/>
                  </a:lnTo>
                  <a:lnTo>
                    <a:pt x="0" y="167386"/>
                  </a:lnTo>
                  <a:close/>
                </a:path>
              </a:pathLst>
            </a:custGeom>
            <a:ln w="25400">
              <a:solidFill>
                <a:srgbClr val="9B9B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7401559" y="3961587"/>
            <a:ext cx="92265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52525"/>
                </a:solidFill>
                <a:latin typeface="Bahnschrift"/>
                <a:cs typeface="Bahnschrift"/>
              </a:rPr>
              <a:t>Other</a:t>
            </a:r>
            <a:r>
              <a:rPr sz="1400" spc="105" dirty="0">
                <a:solidFill>
                  <a:srgbClr val="252525"/>
                </a:solidFill>
                <a:latin typeface="Bahnschrift"/>
                <a:cs typeface="Bahnschrift"/>
              </a:rPr>
              <a:t> </a:t>
            </a:r>
            <a:r>
              <a:rPr sz="1400" spc="-20" dirty="0">
                <a:solidFill>
                  <a:srgbClr val="252525"/>
                </a:solidFill>
                <a:latin typeface="Bahnschrift"/>
                <a:cs typeface="Bahnschrift"/>
              </a:rPr>
              <a:t>Apps</a:t>
            </a:r>
            <a:endParaRPr sz="1400">
              <a:latin typeface="Bahnschrift"/>
              <a:cs typeface="Bahnschrift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665719" y="3537203"/>
            <a:ext cx="340360" cy="320040"/>
          </a:xfrm>
          <a:custGeom>
            <a:avLst/>
            <a:gdLst/>
            <a:ahLst/>
            <a:cxnLst/>
            <a:rect l="l" t="t" r="r" b="b"/>
            <a:pathLst>
              <a:path w="340359" h="320039">
                <a:moveTo>
                  <a:pt x="339851" y="280035"/>
                </a:moveTo>
                <a:lnTo>
                  <a:pt x="319912" y="280035"/>
                </a:lnTo>
                <a:lnTo>
                  <a:pt x="319912" y="295529"/>
                </a:lnTo>
                <a:lnTo>
                  <a:pt x="315468" y="299974"/>
                </a:lnTo>
                <a:lnTo>
                  <a:pt x="64897" y="299974"/>
                </a:lnTo>
                <a:lnTo>
                  <a:pt x="60451" y="304546"/>
                </a:lnTo>
                <a:lnTo>
                  <a:pt x="60451" y="315595"/>
                </a:lnTo>
                <a:lnTo>
                  <a:pt x="64897" y="320040"/>
                </a:lnTo>
                <a:lnTo>
                  <a:pt x="310006" y="320040"/>
                </a:lnTo>
                <a:lnTo>
                  <a:pt x="321581" y="317678"/>
                </a:lnTo>
                <a:lnTo>
                  <a:pt x="331073" y="311245"/>
                </a:lnTo>
                <a:lnTo>
                  <a:pt x="337492" y="301716"/>
                </a:lnTo>
                <a:lnTo>
                  <a:pt x="339851" y="290068"/>
                </a:lnTo>
                <a:lnTo>
                  <a:pt x="339851" y="280035"/>
                </a:lnTo>
                <a:close/>
              </a:path>
              <a:path w="340359" h="320039">
                <a:moveTo>
                  <a:pt x="137286" y="259969"/>
                </a:moveTo>
                <a:lnTo>
                  <a:pt x="116331" y="259969"/>
                </a:lnTo>
                <a:lnTo>
                  <a:pt x="102997" y="299974"/>
                </a:lnTo>
                <a:lnTo>
                  <a:pt x="123951" y="299974"/>
                </a:lnTo>
                <a:lnTo>
                  <a:pt x="137286" y="259969"/>
                </a:lnTo>
                <a:close/>
              </a:path>
              <a:path w="340359" h="320039">
                <a:moveTo>
                  <a:pt x="339851" y="160020"/>
                </a:moveTo>
                <a:lnTo>
                  <a:pt x="319912" y="160020"/>
                </a:lnTo>
                <a:lnTo>
                  <a:pt x="319912" y="259969"/>
                </a:lnTo>
                <a:lnTo>
                  <a:pt x="200405" y="259969"/>
                </a:lnTo>
                <a:lnTo>
                  <a:pt x="200405" y="293370"/>
                </a:lnTo>
                <a:lnTo>
                  <a:pt x="201040" y="296799"/>
                </a:lnTo>
                <a:lnTo>
                  <a:pt x="202183" y="299974"/>
                </a:lnTo>
                <a:lnTo>
                  <a:pt x="224789" y="299974"/>
                </a:lnTo>
                <a:lnTo>
                  <a:pt x="220345" y="295529"/>
                </a:lnTo>
                <a:lnTo>
                  <a:pt x="220345" y="280035"/>
                </a:lnTo>
                <a:lnTo>
                  <a:pt x="339851" y="280035"/>
                </a:lnTo>
                <a:lnTo>
                  <a:pt x="339851" y="160020"/>
                </a:lnTo>
                <a:close/>
              </a:path>
              <a:path w="340359" h="320039">
                <a:moveTo>
                  <a:pt x="310006" y="0"/>
                </a:moveTo>
                <a:lnTo>
                  <a:pt x="29972" y="0"/>
                </a:lnTo>
                <a:lnTo>
                  <a:pt x="18323" y="2363"/>
                </a:lnTo>
                <a:lnTo>
                  <a:pt x="8794" y="8810"/>
                </a:lnTo>
                <a:lnTo>
                  <a:pt x="2361" y="18377"/>
                </a:lnTo>
                <a:lnTo>
                  <a:pt x="0" y="30099"/>
                </a:lnTo>
                <a:lnTo>
                  <a:pt x="0" y="229997"/>
                </a:lnTo>
                <a:lnTo>
                  <a:pt x="2361" y="241698"/>
                </a:lnTo>
                <a:lnTo>
                  <a:pt x="8794" y="251221"/>
                </a:lnTo>
                <a:lnTo>
                  <a:pt x="18323" y="257625"/>
                </a:lnTo>
                <a:lnTo>
                  <a:pt x="29972" y="259969"/>
                </a:lnTo>
                <a:lnTo>
                  <a:pt x="220345" y="259969"/>
                </a:lnTo>
                <a:lnTo>
                  <a:pt x="220345" y="240030"/>
                </a:lnTo>
                <a:lnTo>
                  <a:pt x="24383" y="240030"/>
                </a:lnTo>
                <a:lnTo>
                  <a:pt x="19938" y="235585"/>
                </a:lnTo>
                <a:lnTo>
                  <a:pt x="19938" y="219964"/>
                </a:lnTo>
                <a:lnTo>
                  <a:pt x="220345" y="219964"/>
                </a:lnTo>
                <a:lnTo>
                  <a:pt x="220345" y="200025"/>
                </a:lnTo>
                <a:lnTo>
                  <a:pt x="19938" y="200025"/>
                </a:lnTo>
                <a:lnTo>
                  <a:pt x="19938" y="24511"/>
                </a:lnTo>
                <a:lnTo>
                  <a:pt x="24383" y="20066"/>
                </a:lnTo>
                <a:lnTo>
                  <a:pt x="337832" y="20066"/>
                </a:lnTo>
                <a:lnTo>
                  <a:pt x="337492" y="18377"/>
                </a:lnTo>
                <a:lnTo>
                  <a:pt x="331073" y="8810"/>
                </a:lnTo>
                <a:lnTo>
                  <a:pt x="321581" y="2363"/>
                </a:lnTo>
                <a:lnTo>
                  <a:pt x="310006" y="0"/>
                </a:lnTo>
                <a:close/>
              </a:path>
              <a:path w="340359" h="320039">
                <a:moveTo>
                  <a:pt x="220345" y="219964"/>
                </a:moveTo>
                <a:lnTo>
                  <a:pt x="200405" y="219964"/>
                </a:lnTo>
                <a:lnTo>
                  <a:pt x="200405" y="240030"/>
                </a:lnTo>
                <a:lnTo>
                  <a:pt x="220345" y="240030"/>
                </a:lnTo>
                <a:lnTo>
                  <a:pt x="220345" y="219964"/>
                </a:lnTo>
                <a:close/>
              </a:path>
              <a:path w="340359" h="320039">
                <a:moveTo>
                  <a:pt x="313308" y="100076"/>
                </a:moveTo>
                <a:lnTo>
                  <a:pt x="230377" y="100076"/>
                </a:lnTo>
                <a:lnTo>
                  <a:pt x="218729" y="102419"/>
                </a:lnTo>
                <a:lnTo>
                  <a:pt x="209200" y="108823"/>
                </a:lnTo>
                <a:lnTo>
                  <a:pt x="202767" y="118346"/>
                </a:lnTo>
                <a:lnTo>
                  <a:pt x="200405" y="130048"/>
                </a:lnTo>
                <a:lnTo>
                  <a:pt x="200405" y="200025"/>
                </a:lnTo>
                <a:lnTo>
                  <a:pt x="220345" y="200025"/>
                </a:lnTo>
                <a:lnTo>
                  <a:pt x="220345" y="160020"/>
                </a:lnTo>
                <a:lnTo>
                  <a:pt x="339851" y="160020"/>
                </a:lnTo>
                <a:lnTo>
                  <a:pt x="339851" y="140081"/>
                </a:lnTo>
                <a:lnTo>
                  <a:pt x="220345" y="140081"/>
                </a:lnTo>
                <a:lnTo>
                  <a:pt x="220345" y="124460"/>
                </a:lnTo>
                <a:lnTo>
                  <a:pt x="224789" y="120015"/>
                </a:lnTo>
                <a:lnTo>
                  <a:pt x="339851" y="120015"/>
                </a:lnTo>
                <a:lnTo>
                  <a:pt x="339851" y="101727"/>
                </a:lnTo>
                <a:lnTo>
                  <a:pt x="319912" y="101727"/>
                </a:lnTo>
                <a:lnTo>
                  <a:pt x="316737" y="100584"/>
                </a:lnTo>
                <a:lnTo>
                  <a:pt x="313308" y="100076"/>
                </a:lnTo>
                <a:close/>
              </a:path>
              <a:path w="340359" h="320039">
                <a:moveTo>
                  <a:pt x="339851" y="120015"/>
                </a:moveTo>
                <a:lnTo>
                  <a:pt x="315468" y="120015"/>
                </a:lnTo>
                <a:lnTo>
                  <a:pt x="319912" y="124460"/>
                </a:lnTo>
                <a:lnTo>
                  <a:pt x="319912" y="140081"/>
                </a:lnTo>
                <a:lnTo>
                  <a:pt x="339851" y="140081"/>
                </a:lnTo>
                <a:lnTo>
                  <a:pt x="339851" y="120015"/>
                </a:lnTo>
                <a:close/>
              </a:path>
              <a:path w="340359" h="320039">
                <a:moveTo>
                  <a:pt x="337832" y="20066"/>
                </a:moveTo>
                <a:lnTo>
                  <a:pt x="315468" y="20066"/>
                </a:lnTo>
                <a:lnTo>
                  <a:pt x="319912" y="24511"/>
                </a:lnTo>
                <a:lnTo>
                  <a:pt x="319912" y="101727"/>
                </a:lnTo>
                <a:lnTo>
                  <a:pt x="339851" y="101727"/>
                </a:lnTo>
                <a:lnTo>
                  <a:pt x="339851" y="30099"/>
                </a:lnTo>
                <a:lnTo>
                  <a:pt x="337832" y="20066"/>
                </a:lnTo>
                <a:close/>
              </a:path>
            </a:pathLst>
          </a:custGeom>
          <a:solidFill>
            <a:srgbClr val="5F7C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2611882" y="1343990"/>
            <a:ext cx="4284345" cy="638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3B3B3B"/>
                </a:solidFill>
                <a:latin typeface="Calibri"/>
                <a:cs typeface="Calibri"/>
              </a:rPr>
              <a:t>Object</a:t>
            </a:r>
            <a:r>
              <a:rPr sz="2000" spc="-4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B3B"/>
                </a:solidFill>
                <a:latin typeface="Calibri"/>
                <a:cs typeface="Calibri"/>
              </a:rPr>
              <a:t>that</a:t>
            </a:r>
            <a:r>
              <a:rPr sz="2000" spc="-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B3B"/>
                </a:solidFill>
                <a:latin typeface="Calibri"/>
                <a:cs typeface="Calibri"/>
              </a:rPr>
              <a:t>records</a:t>
            </a:r>
            <a:r>
              <a:rPr sz="2000" spc="-3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B3B3B"/>
                </a:solidFill>
                <a:latin typeface="Calibri"/>
                <a:cs typeface="Calibri"/>
              </a:rPr>
              <a:t>(DML-</a:t>
            </a:r>
            <a:r>
              <a:rPr sz="2000" dirty="0">
                <a:solidFill>
                  <a:srgbClr val="3B3B3B"/>
                </a:solidFill>
                <a:latin typeface="Calibri"/>
                <a:cs typeface="Calibri"/>
              </a:rPr>
              <a:t>)changes</a:t>
            </a:r>
            <a:r>
              <a:rPr sz="2000" spc="-6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B3B3B"/>
                </a:solidFill>
                <a:latin typeface="Calibri"/>
                <a:cs typeface="Calibri"/>
              </a:rPr>
              <a:t>made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solidFill>
                  <a:srgbClr val="3B3B3B"/>
                </a:solidFill>
                <a:latin typeface="Calibri"/>
                <a:cs typeface="Calibri"/>
              </a:rPr>
              <a:t>to</a:t>
            </a:r>
            <a:r>
              <a:rPr sz="2000" spc="-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B3B"/>
                </a:solidFill>
                <a:latin typeface="Calibri"/>
                <a:cs typeface="Calibri"/>
              </a:rPr>
              <a:t>a</a:t>
            </a:r>
            <a:r>
              <a:rPr sz="2000" spc="-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B3B3B"/>
                </a:solidFill>
                <a:latin typeface="Calibri"/>
                <a:cs typeface="Calibri"/>
              </a:rPr>
              <a:t>table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2452116" y="2214372"/>
            <a:ext cx="4657090" cy="871219"/>
            <a:chOff x="2452116" y="2214372"/>
            <a:chExt cx="4657090" cy="871219"/>
          </a:xfrm>
        </p:grpSpPr>
        <p:pic>
          <p:nvPicPr>
            <p:cNvPr id="63" name="object 6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452116" y="2214372"/>
              <a:ext cx="4656582" cy="564642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452116" y="2520696"/>
              <a:ext cx="919733" cy="564642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2598801" y="2268093"/>
            <a:ext cx="4351655" cy="637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3B3B3B"/>
                </a:solidFill>
                <a:latin typeface="Calibri"/>
                <a:cs typeface="Calibri"/>
              </a:rPr>
              <a:t>This</a:t>
            </a:r>
            <a:r>
              <a:rPr sz="2000" spc="-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B3B"/>
                </a:solidFill>
                <a:latin typeface="Calibri"/>
                <a:cs typeface="Calibri"/>
              </a:rPr>
              <a:t>process</a:t>
            </a:r>
            <a:r>
              <a:rPr sz="2000" spc="-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B3B"/>
                </a:solidFill>
                <a:latin typeface="Calibri"/>
                <a:cs typeface="Calibri"/>
              </a:rPr>
              <a:t>is</a:t>
            </a:r>
            <a:r>
              <a:rPr sz="2000" spc="-4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B3B"/>
                </a:solidFill>
                <a:latin typeface="Calibri"/>
                <a:cs typeface="Calibri"/>
              </a:rPr>
              <a:t>called</a:t>
            </a:r>
            <a:r>
              <a:rPr sz="2000" spc="-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B3B"/>
                </a:solidFill>
                <a:latin typeface="Calibri"/>
                <a:cs typeface="Calibri"/>
              </a:rPr>
              <a:t>change</a:t>
            </a:r>
            <a:r>
              <a:rPr sz="2000" spc="-4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B3B3B"/>
                </a:solidFill>
                <a:latin typeface="Calibri"/>
                <a:cs typeface="Calibri"/>
              </a:rPr>
              <a:t>data</a:t>
            </a:r>
            <a:r>
              <a:rPr sz="2000" spc="-3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B3B3B"/>
                </a:solidFill>
                <a:latin typeface="Calibri"/>
                <a:cs typeface="Calibri"/>
              </a:rPr>
              <a:t>capture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000" spc="-10" dirty="0">
                <a:solidFill>
                  <a:srgbClr val="3B3B3B"/>
                </a:solidFill>
                <a:latin typeface="Calibri"/>
                <a:cs typeface="Calibri"/>
              </a:rPr>
              <a:t>(CDC)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50315">
              <a:lnSpc>
                <a:spcPct val="100000"/>
              </a:lnSpc>
              <a:spcBef>
                <a:spcPts val="105"/>
              </a:spcBef>
            </a:pPr>
            <a:r>
              <a:rPr dirty="0"/>
              <a:t>Types</a:t>
            </a:r>
            <a:r>
              <a:rPr spc="-15" dirty="0"/>
              <a:t> </a:t>
            </a:r>
            <a:r>
              <a:rPr dirty="0"/>
              <a:t>of</a:t>
            </a:r>
            <a:r>
              <a:rPr spc="-10" dirty="0"/>
              <a:t> streams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9010" y="1338833"/>
            <a:ext cx="11779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66BEFF"/>
                </a:solidFill>
                <a:latin typeface="Calibri"/>
                <a:cs typeface="Calibri"/>
              </a:rPr>
              <a:t>STANDARD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10834" y="1342085"/>
            <a:ext cx="15240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APPEND-</a:t>
            </a:r>
            <a:r>
              <a:rPr sz="2000" spc="-20" dirty="0">
                <a:solidFill>
                  <a:srgbClr val="D6D6D6"/>
                </a:solidFill>
                <a:latin typeface="Calibri"/>
                <a:cs typeface="Calibri"/>
              </a:rPr>
              <a:t>ONLY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5800" y="1277111"/>
            <a:ext cx="7772400" cy="3733800"/>
          </a:xfrm>
          <a:custGeom>
            <a:avLst/>
            <a:gdLst/>
            <a:ahLst/>
            <a:cxnLst/>
            <a:rect l="l" t="t" r="r" b="b"/>
            <a:pathLst>
              <a:path w="7772400" h="3733800">
                <a:moveTo>
                  <a:pt x="3886200" y="0"/>
                </a:moveTo>
                <a:lnTo>
                  <a:pt x="3886200" y="3733800"/>
                </a:lnTo>
              </a:path>
              <a:path w="7772400" h="3733800">
                <a:moveTo>
                  <a:pt x="0" y="533400"/>
                </a:moveTo>
                <a:lnTo>
                  <a:pt x="7772400" y="553085"/>
                </a:lnTo>
              </a:path>
            </a:pathLst>
          </a:custGeom>
          <a:ln w="9525">
            <a:solidFill>
              <a:srgbClr val="00C2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697227" y="2162683"/>
            <a:ext cx="11010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00C3FF"/>
              </a:buClr>
              <a:buSzPct val="105000"/>
              <a:buFont typeface="Wingdings"/>
              <a:buChar char=""/>
              <a:tabLst>
                <a:tab pos="354965" algn="l"/>
              </a:tabLst>
            </a:pP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INSERT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97227" y="2772283"/>
            <a:ext cx="1216025" cy="944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00C3FF"/>
              </a:buClr>
              <a:buSzPct val="105000"/>
              <a:buFont typeface="Wingdings"/>
              <a:buChar char=""/>
              <a:tabLst>
                <a:tab pos="354965" algn="l"/>
              </a:tabLst>
            </a:pP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UPDATE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405"/>
              </a:spcBef>
              <a:buClr>
                <a:srgbClr val="00C3FF"/>
              </a:buClr>
              <a:buSzPct val="105000"/>
              <a:buFont typeface="Wingdings"/>
              <a:buChar char=""/>
              <a:tabLst>
                <a:tab pos="354965" algn="l"/>
              </a:tabLst>
            </a:pP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DELETE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2228" y="2162683"/>
            <a:ext cx="11010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00C3FF"/>
              </a:buClr>
              <a:buSzPct val="105000"/>
              <a:buFont typeface="Wingdings"/>
              <a:buChar char=""/>
              <a:tabLst>
                <a:tab pos="354965" algn="l"/>
              </a:tabLst>
            </a:pP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INSERT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0185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Syntax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09800" y="1543811"/>
            <a:ext cx="4953000" cy="122555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1009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5"/>
              </a:spcBef>
            </a:pPr>
            <a:endParaRPr sz="1400">
              <a:latin typeface="Times New Roman"/>
              <a:cs typeface="Times New Roman"/>
            </a:endParaRPr>
          </a:p>
          <a:p>
            <a:pPr marL="915035" marR="1326515" indent="-169545">
              <a:lnSpc>
                <a:spcPct val="100000"/>
              </a:lnSpc>
              <a:spcBef>
                <a:spcPts val="5"/>
              </a:spcBef>
              <a:tabLst>
                <a:tab pos="1978660" algn="l"/>
              </a:tabLst>
            </a:pPr>
            <a:r>
              <a:rPr sz="1400" dirty="0">
                <a:latin typeface="Courier New"/>
                <a:cs typeface="Courier New"/>
              </a:rPr>
              <a:t>CREATE</a:t>
            </a:r>
            <a:r>
              <a:rPr sz="1400" spc="-60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STREAM</a:t>
            </a:r>
            <a:r>
              <a:rPr sz="1400" spc="-45" dirty="0">
                <a:latin typeface="Courier New"/>
                <a:cs typeface="Courier New"/>
              </a:rPr>
              <a:t> </a:t>
            </a:r>
            <a:r>
              <a:rPr sz="1400" i="1" dirty="0">
                <a:solidFill>
                  <a:srgbClr val="009999"/>
                </a:solidFill>
                <a:latin typeface="Courier New"/>
                <a:cs typeface="Courier New"/>
              </a:rPr>
              <a:t>&lt;stream</a:t>
            </a:r>
            <a:r>
              <a:rPr sz="1400" i="1" spc="-55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400" i="1" spc="-10" dirty="0">
                <a:solidFill>
                  <a:srgbClr val="009999"/>
                </a:solidFill>
                <a:latin typeface="Courier New"/>
                <a:cs typeface="Courier New"/>
              </a:rPr>
              <a:t>name&gt; </a:t>
            </a:r>
            <a:r>
              <a:rPr sz="1400" dirty="0">
                <a:latin typeface="Courier New"/>
                <a:cs typeface="Courier New"/>
              </a:rPr>
              <a:t>ON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TABLE</a:t>
            </a:r>
            <a:r>
              <a:rPr sz="1400" dirty="0">
                <a:latin typeface="Courier New"/>
                <a:cs typeface="Courier New"/>
              </a:rPr>
              <a:t>	</a:t>
            </a:r>
            <a:r>
              <a:rPr sz="1400" i="1" dirty="0">
                <a:solidFill>
                  <a:srgbClr val="009999"/>
                </a:solidFill>
                <a:latin typeface="Courier New"/>
                <a:cs typeface="Courier New"/>
              </a:rPr>
              <a:t>&lt;table</a:t>
            </a:r>
            <a:r>
              <a:rPr sz="1400" i="1" spc="-65" dirty="0">
                <a:solidFill>
                  <a:srgbClr val="009999"/>
                </a:solidFill>
                <a:latin typeface="Courier New"/>
                <a:cs typeface="Courier New"/>
              </a:rPr>
              <a:t> </a:t>
            </a:r>
            <a:r>
              <a:rPr sz="1400" i="1" spc="-10" dirty="0">
                <a:solidFill>
                  <a:srgbClr val="009999"/>
                </a:solidFill>
                <a:latin typeface="Courier New"/>
                <a:cs typeface="Courier New"/>
              </a:rPr>
              <a:t>name&gt; </a:t>
            </a:r>
            <a:r>
              <a:rPr sz="1400" dirty="0">
                <a:latin typeface="Courier New"/>
                <a:cs typeface="Courier New"/>
              </a:rPr>
              <a:t>APPEND_ONLY</a:t>
            </a:r>
            <a:r>
              <a:rPr sz="1400" spc="-65" dirty="0"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spc="-20" dirty="0">
                <a:latin typeface="Courier New"/>
                <a:cs typeface="Courier New"/>
              </a:rPr>
              <a:t>TRUE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8055" y="2339086"/>
            <a:ext cx="31692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Materialized</a:t>
            </a:r>
            <a:r>
              <a:rPr spc="-80" dirty="0"/>
              <a:t> </a:t>
            </a:r>
            <a:r>
              <a:rPr spc="-10" dirty="0"/>
              <a:t>Views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00455">
              <a:lnSpc>
                <a:spcPct val="100000"/>
              </a:lnSpc>
              <a:spcBef>
                <a:spcPts val="105"/>
              </a:spcBef>
            </a:pPr>
            <a:r>
              <a:rPr dirty="0"/>
              <a:t>Materialized</a:t>
            </a:r>
            <a:r>
              <a:rPr spc="-135" dirty="0"/>
              <a:t> </a:t>
            </a:r>
            <a:r>
              <a:rPr spc="-10" dirty="0"/>
              <a:t>views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64994" y="1415033"/>
            <a:ext cx="4689475" cy="2087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C3FF"/>
              </a:buClr>
              <a:buSzPct val="105000"/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We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have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</a:t>
            </a:r>
            <a:r>
              <a:rPr sz="2000" spc="-1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view</a:t>
            </a:r>
            <a:r>
              <a:rPr sz="2000" spc="-2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that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is</a:t>
            </a:r>
            <a:r>
              <a:rPr sz="2000" spc="-1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queried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frequently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and</a:t>
            </a:r>
            <a:r>
              <a:rPr sz="2000" spc="-2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that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</a:t>
            </a:r>
            <a:r>
              <a:rPr sz="2000" spc="-1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long</a:t>
            </a:r>
            <a:r>
              <a:rPr sz="20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time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to</a:t>
            </a:r>
            <a:r>
              <a:rPr sz="2000" spc="-1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be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processed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354965" algn="l"/>
              </a:tabLst>
            </a:pPr>
            <a:r>
              <a:rPr sz="2100" spc="-50" dirty="0">
                <a:solidFill>
                  <a:srgbClr val="C00000"/>
                </a:solidFill>
                <a:latin typeface="Calibri"/>
                <a:cs typeface="Calibri"/>
              </a:rPr>
              <a:t>×</a:t>
            </a:r>
            <a:r>
              <a:rPr sz="2100" dirty="0">
                <a:solidFill>
                  <a:srgbClr val="C00000"/>
                </a:solidFill>
                <a:latin typeface="Calibri"/>
                <a:cs typeface="Calibri"/>
              </a:rPr>
              <a:t>	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Bad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user</a:t>
            </a:r>
            <a:r>
              <a:rPr sz="20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experience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2000">
              <a:latin typeface="Calibri"/>
              <a:cs typeface="Calibri"/>
            </a:endParaRPr>
          </a:p>
          <a:p>
            <a:pPr marL="27305">
              <a:lnSpc>
                <a:spcPct val="100000"/>
              </a:lnSpc>
              <a:tabLst>
                <a:tab pos="370205" algn="l"/>
              </a:tabLst>
            </a:pPr>
            <a:r>
              <a:rPr sz="2100" spc="-50" dirty="0">
                <a:solidFill>
                  <a:srgbClr val="C00000"/>
                </a:solidFill>
                <a:latin typeface="Calibri"/>
                <a:cs typeface="Calibri"/>
              </a:rPr>
              <a:t>×</a:t>
            </a:r>
            <a:r>
              <a:rPr sz="2100" dirty="0">
                <a:solidFill>
                  <a:srgbClr val="C00000"/>
                </a:solidFill>
                <a:latin typeface="Calibri"/>
                <a:cs typeface="Calibri"/>
              </a:rPr>
              <a:t>	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More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compute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consumption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00455">
              <a:lnSpc>
                <a:spcPct val="100000"/>
              </a:lnSpc>
              <a:spcBef>
                <a:spcPts val="105"/>
              </a:spcBef>
            </a:pPr>
            <a:r>
              <a:rPr dirty="0"/>
              <a:t>Materialized</a:t>
            </a:r>
            <a:r>
              <a:rPr spc="-135" dirty="0"/>
              <a:t> </a:t>
            </a:r>
            <a:r>
              <a:rPr spc="-10" dirty="0"/>
              <a:t>views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64994" y="1415033"/>
            <a:ext cx="4785360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C3FF"/>
              </a:buClr>
              <a:buSzPct val="105000"/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We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have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</a:t>
            </a:r>
            <a:r>
              <a:rPr sz="2000" spc="-1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view</a:t>
            </a:r>
            <a:r>
              <a:rPr sz="2000" spc="-2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that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is</a:t>
            </a:r>
            <a:r>
              <a:rPr sz="2000" spc="-1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queried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frequently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and</a:t>
            </a:r>
            <a:r>
              <a:rPr sz="2000" spc="-2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that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</a:t>
            </a:r>
            <a:r>
              <a:rPr sz="2000" spc="-1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long</a:t>
            </a:r>
            <a:r>
              <a:rPr sz="20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time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to</a:t>
            </a:r>
            <a:r>
              <a:rPr sz="2000" spc="-1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be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processed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5"/>
              </a:spcBef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00C3FF"/>
              </a:buClr>
              <a:buSzPct val="105000"/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We</a:t>
            </a:r>
            <a:r>
              <a:rPr sz="2000" spc="-4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can</a:t>
            </a:r>
            <a:r>
              <a:rPr sz="2000" spc="-4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create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</a:t>
            </a:r>
            <a:r>
              <a:rPr sz="2000" spc="-4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materialized view</a:t>
            </a:r>
            <a:r>
              <a:rPr sz="20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to</a:t>
            </a:r>
            <a:r>
              <a:rPr sz="2000" spc="-4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solve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that</a:t>
            </a:r>
            <a:r>
              <a:rPr sz="20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problem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067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45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a</a:t>
            </a:r>
            <a:r>
              <a:rPr spc="-30" dirty="0"/>
              <a:t> </a:t>
            </a:r>
            <a:r>
              <a:rPr dirty="0"/>
              <a:t>materialized</a:t>
            </a:r>
            <a:r>
              <a:rPr spc="-35" dirty="0"/>
              <a:t> </a:t>
            </a:r>
            <a:r>
              <a:rPr spc="-10" dirty="0"/>
              <a:t>view?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64994" y="1415033"/>
            <a:ext cx="4967605" cy="1965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C3FF"/>
              </a:buClr>
              <a:buSzPct val="105000"/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Use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any</a:t>
            </a:r>
            <a:r>
              <a:rPr sz="2000" spc="-4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SELECT-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statement</a:t>
            </a:r>
            <a:r>
              <a:rPr sz="20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to</a:t>
            </a:r>
            <a:r>
              <a:rPr sz="2000" spc="-4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create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this</a:t>
            </a:r>
            <a:r>
              <a:rPr sz="20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MV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00C3FF"/>
              </a:buClr>
              <a:buFont typeface="Wingdings"/>
              <a:buChar char=""/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80"/>
              </a:spcBef>
              <a:buClr>
                <a:srgbClr val="00C3FF"/>
              </a:buClr>
              <a:buFont typeface="Wingdings"/>
              <a:buChar char=""/>
            </a:pPr>
            <a:endParaRPr sz="2000">
              <a:latin typeface="Calibri"/>
              <a:cs typeface="Calibri"/>
            </a:endParaRPr>
          </a:p>
          <a:p>
            <a:pPr marL="355600" marR="421640" indent="-342900">
              <a:lnSpc>
                <a:spcPct val="100000"/>
              </a:lnSpc>
              <a:buClr>
                <a:srgbClr val="00C3FF"/>
              </a:buClr>
              <a:buSzPct val="105000"/>
              <a:buFont typeface="Wingdings"/>
              <a:buChar char=""/>
              <a:tabLst>
                <a:tab pos="355600" algn="l"/>
              </a:tabLst>
            </a:pP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Results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will</a:t>
            </a:r>
            <a:r>
              <a:rPr sz="20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be</a:t>
            </a:r>
            <a:r>
              <a:rPr sz="2000" spc="-4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stored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in</a:t>
            </a:r>
            <a:r>
              <a:rPr sz="20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seperate</a:t>
            </a:r>
            <a:r>
              <a:rPr sz="20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table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and</a:t>
            </a:r>
            <a:r>
              <a:rPr sz="20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this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will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be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updated</a:t>
            </a:r>
            <a:r>
              <a:rPr sz="20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automatically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based</a:t>
            </a:r>
            <a:r>
              <a:rPr sz="20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on</a:t>
            </a:r>
            <a:r>
              <a:rPr sz="2000" spc="-4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base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table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67765">
              <a:lnSpc>
                <a:spcPct val="100000"/>
              </a:lnSpc>
              <a:spcBef>
                <a:spcPts val="105"/>
              </a:spcBef>
            </a:pPr>
            <a:r>
              <a:rPr dirty="0"/>
              <a:t>When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use</a:t>
            </a:r>
            <a:r>
              <a:rPr spc="-30" dirty="0"/>
              <a:t> </a:t>
            </a:r>
            <a:r>
              <a:rPr spc="-25" dirty="0"/>
              <a:t>MV?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974975" y="1871929"/>
            <a:ext cx="2318385" cy="1358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00C3FF"/>
              </a:buClr>
              <a:buSzPct val="105000"/>
              <a:buFont typeface="Wingdings"/>
              <a:buChar char=""/>
              <a:tabLst>
                <a:tab pos="354965" algn="l"/>
              </a:tabLst>
            </a:pP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Benefits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Clr>
                <a:srgbClr val="00C3FF"/>
              </a:buClr>
              <a:buFont typeface="Wingdings"/>
              <a:buChar char=""/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85"/>
              </a:spcBef>
              <a:buClr>
                <a:srgbClr val="00C3FF"/>
              </a:buClr>
              <a:buFont typeface="Wingdings"/>
              <a:buChar char="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lr>
                <a:srgbClr val="00C3FF"/>
              </a:buClr>
              <a:buSzPct val="105000"/>
              <a:buFont typeface="Wingdings"/>
              <a:buChar char=""/>
              <a:tabLst>
                <a:tab pos="354965" algn="l"/>
              </a:tabLst>
            </a:pP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Maintenance</a:t>
            </a:r>
            <a:r>
              <a:rPr sz="2000" spc="-4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costs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67765">
              <a:lnSpc>
                <a:spcPct val="100000"/>
              </a:lnSpc>
              <a:spcBef>
                <a:spcPts val="105"/>
              </a:spcBef>
            </a:pPr>
            <a:r>
              <a:rPr dirty="0"/>
              <a:t>When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use</a:t>
            </a:r>
            <a:r>
              <a:rPr spc="-30" dirty="0"/>
              <a:t> </a:t>
            </a:r>
            <a:r>
              <a:rPr spc="-25" dirty="0"/>
              <a:t>MV?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93594" y="1643634"/>
            <a:ext cx="4998720" cy="1855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Clr>
                <a:srgbClr val="00C3FF"/>
              </a:buClr>
              <a:buSzPct val="105000"/>
              <a:buFont typeface="Wingdings"/>
              <a:buChar char=""/>
              <a:tabLst>
                <a:tab pos="355600" algn="l"/>
              </a:tabLst>
            </a:pP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View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would</a:t>
            </a:r>
            <a:r>
              <a:rPr sz="20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take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long</a:t>
            </a:r>
            <a:r>
              <a:rPr sz="20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time</a:t>
            </a:r>
            <a:r>
              <a:rPr sz="2000" spc="-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to</a:t>
            </a:r>
            <a:r>
              <a:rPr sz="2000" spc="-1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be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processed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and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is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used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frequently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5"/>
              </a:spcBef>
              <a:buClr>
                <a:srgbClr val="00C3FF"/>
              </a:buClr>
              <a:buFont typeface="Wingdings"/>
              <a:buChar char=""/>
            </a:pP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00C3FF"/>
              </a:buClr>
              <a:buSzPct val="105000"/>
              <a:buFont typeface="Wingdings"/>
              <a:buChar char=""/>
              <a:tabLst>
                <a:tab pos="355600" algn="l"/>
              </a:tabLst>
            </a:pP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Underlaying</a:t>
            </a:r>
            <a:r>
              <a:rPr sz="2000" spc="-4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data</a:t>
            </a:r>
            <a:r>
              <a:rPr sz="2000" spc="-2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is</a:t>
            </a:r>
            <a:r>
              <a:rPr sz="2000" spc="-1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change</a:t>
            </a:r>
            <a:r>
              <a:rPr sz="2000" spc="-4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not</a:t>
            </a:r>
            <a:r>
              <a:rPr sz="2000" spc="-4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frequently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and</a:t>
            </a:r>
            <a:r>
              <a:rPr sz="2000" spc="-4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on</a:t>
            </a:r>
            <a:r>
              <a:rPr sz="2000" spc="-5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rather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irregular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basis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67765">
              <a:lnSpc>
                <a:spcPct val="100000"/>
              </a:lnSpc>
              <a:spcBef>
                <a:spcPts val="105"/>
              </a:spcBef>
            </a:pPr>
            <a:r>
              <a:rPr dirty="0"/>
              <a:t>When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use</a:t>
            </a:r>
            <a:r>
              <a:rPr spc="-30" dirty="0"/>
              <a:t> </a:t>
            </a:r>
            <a:r>
              <a:rPr spc="-25" dirty="0"/>
              <a:t>MV?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26717" y="1186433"/>
            <a:ext cx="5643880" cy="14014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085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If</a:t>
            </a:r>
            <a:r>
              <a:rPr sz="20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the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data</a:t>
            </a:r>
            <a:r>
              <a:rPr sz="20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is</a:t>
            </a:r>
            <a:r>
              <a:rPr sz="2000" spc="-2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updated</a:t>
            </a:r>
            <a:r>
              <a:rPr sz="2000" spc="-4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on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very</a:t>
            </a:r>
            <a:r>
              <a:rPr sz="20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regular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basis…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Clr>
                <a:srgbClr val="00C3FF"/>
              </a:buClr>
              <a:buSzPct val="105000"/>
              <a:buFont typeface="Wingdings"/>
              <a:buChar char=""/>
              <a:tabLst>
                <a:tab pos="355600" algn="l"/>
              </a:tabLst>
            </a:pP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Using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i="1" u="sng" dirty="0">
                <a:solidFill>
                  <a:srgbClr val="D6D6D6"/>
                </a:solidFill>
                <a:uFill>
                  <a:solidFill>
                    <a:srgbClr val="D6D6D6"/>
                  </a:solidFill>
                </a:uFill>
                <a:latin typeface="Calibri"/>
                <a:cs typeface="Calibri"/>
              </a:rPr>
              <a:t>tasks</a:t>
            </a:r>
            <a:r>
              <a:rPr sz="2000" i="1" u="sng" spc="-35" dirty="0">
                <a:solidFill>
                  <a:srgbClr val="D6D6D6"/>
                </a:solidFill>
                <a:uFill>
                  <a:solidFill>
                    <a:srgbClr val="D6D6D6"/>
                  </a:solidFill>
                </a:uFill>
                <a:latin typeface="Calibri"/>
                <a:cs typeface="Calibri"/>
              </a:rPr>
              <a:t> </a:t>
            </a:r>
            <a:r>
              <a:rPr sz="2000" i="1" u="sng" dirty="0">
                <a:solidFill>
                  <a:srgbClr val="D6D6D6"/>
                </a:solidFill>
                <a:uFill>
                  <a:solidFill>
                    <a:srgbClr val="D6D6D6"/>
                  </a:solidFill>
                </a:uFill>
                <a:latin typeface="Calibri"/>
                <a:cs typeface="Calibri"/>
              </a:rPr>
              <a:t>&amp;</a:t>
            </a:r>
            <a:r>
              <a:rPr sz="2000" i="1" u="sng" spc="-25" dirty="0">
                <a:solidFill>
                  <a:srgbClr val="D6D6D6"/>
                </a:solidFill>
                <a:uFill>
                  <a:solidFill>
                    <a:srgbClr val="D6D6D6"/>
                  </a:solidFill>
                </a:uFill>
                <a:latin typeface="Calibri"/>
                <a:cs typeface="Calibri"/>
              </a:rPr>
              <a:t> </a:t>
            </a:r>
            <a:r>
              <a:rPr sz="2000" i="1" u="sng" dirty="0">
                <a:solidFill>
                  <a:srgbClr val="D6D6D6"/>
                </a:solidFill>
                <a:uFill>
                  <a:solidFill>
                    <a:srgbClr val="D6D6D6"/>
                  </a:solidFill>
                </a:uFill>
                <a:latin typeface="Calibri"/>
                <a:cs typeface="Calibri"/>
              </a:rPr>
              <a:t>stream</a:t>
            </a:r>
            <a:r>
              <a:rPr sz="2000" u="sng" dirty="0">
                <a:solidFill>
                  <a:srgbClr val="D6D6D6"/>
                </a:solidFill>
                <a:uFill>
                  <a:solidFill>
                    <a:srgbClr val="D6D6D6"/>
                  </a:solidFill>
                </a:uFill>
                <a:latin typeface="Calibri"/>
                <a:cs typeface="Calibri"/>
              </a:rPr>
              <a:t>s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could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be</a:t>
            </a:r>
            <a:r>
              <a:rPr sz="2000" spc="-1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</a:t>
            </a:r>
            <a:r>
              <a:rPr sz="2000" spc="-1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better</a:t>
            </a:r>
            <a:r>
              <a:rPr sz="2000" spc="-2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alternative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1775">
              <a:lnSpc>
                <a:spcPct val="100000"/>
              </a:lnSpc>
              <a:spcBef>
                <a:spcPts val="105"/>
              </a:spcBef>
            </a:pPr>
            <a:r>
              <a:rPr dirty="0"/>
              <a:t>Alternative</a:t>
            </a:r>
            <a:r>
              <a:rPr spc="-5" dirty="0"/>
              <a:t> </a:t>
            </a:r>
            <a:r>
              <a:rPr dirty="0"/>
              <a:t>–</a:t>
            </a:r>
            <a:r>
              <a:rPr spc="-30" dirty="0"/>
              <a:t> </a:t>
            </a:r>
            <a:r>
              <a:rPr dirty="0"/>
              <a:t>streams</a:t>
            </a:r>
            <a:r>
              <a:rPr spc="-25" dirty="0"/>
              <a:t> </a:t>
            </a:r>
            <a:r>
              <a:rPr dirty="0"/>
              <a:t>&amp;</a:t>
            </a:r>
            <a:r>
              <a:rPr spc="-25" dirty="0"/>
              <a:t> </a:t>
            </a:r>
            <a:r>
              <a:rPr spc="-10" dirty="0"/>
              <a:t>tasks</a:t>
            </a:r>
          </a:p>
        </p:txBody>
      </p:sp>
      <p:sp>
        <p:nvSpPr>
          <p:cNvPr id="3" name="object 3"/>
          <p:cNvSpPr/>
          <p:nvPr/>
        </p:nvSpPr>
        <p:spPr>
          <a:xfrm>
            <a:off x="2600426" y="1914905"/>
            <a:ext cx="579120" cy="783590"/>
          </a:xfrm>
          <a:custGeom>
            <a:avLst/>
            <a:gdLst/>
            <a:ahLst/>
            <a:cxnLst/>
            <a:rect l="l" t="t" r="r" b="b"/>
            <a:pathLst>
              <a:path w="579119" h="783589">
                <a:moveTo>
                  <a:pt x="216954" y="653034"/>
                </a:moveTo>
                <a:lnTo>
                  <a:pt x="188036" y="653034"/>
                </a:lnTo>
                <a:lnTo>
                  <a:pt x="188036" y="739635"/>
                </a:lnTo>
                <a:lnTo>
                  <a:pt x="216954" y="739635"/>
                </a:lnTo>
                <a:lnTo>
                  <a:pt x="216954" y="653034"/>
                </a:lnTo>
                <a:close/>
              </a:path>
              <a:path w="579119" h="783589">
                <a:moveTo>
                  <a:pt x="216954" y="537565"/>
                </a:moveTo>
                <a:lnTo>
                  <a:pt x="188036" y="537565"/>
                </a:lnTo>
                <a:lnTo>
                  <a:pt x="188036" y="624166"/>
                </a:lnTo>
                <a:lnTo>
                  <a:pt x="216954" y="624166"/>
                </a:lnTo>
                <a:lnTo>
                  <a:pt x="216954" y="537565"/>
                </a:lnTo>
                <a:close/>
              </a:path>
              <a:path w="579119" h="783589">
                <a:moveTo>
                  <a:pt x="216954" y="422109"/>
                </a:moveTo>
                <a:lnTo>
                  <a:pt x="188036" y="422109"/>
                </a:lnTo>
                <a:lnTo>
                  <a:pt x="188036" y="508711"/>
                </a:lnTo>
                <a:lnTo>
                  <a:pt x="216954" y="508711"/>
                </a:lnTo>
                <a:lnTo>
                  <a:pt x="216954" y="422109"/>
                </a:lnTo>
                <a:close/>
              </a:path>
              <a:path w="579119" h="783589">
                <a:moveTo>
                  <a:pt x="390525" y="653034"/>
                </a:moveTo>
                <a:lnTo>
                  <a:pt x="361594" y="653034"/>
                </a:lnTo>
                <a:lnTo>
                  <a:pt x="361594" y="739635"/>
                </a:lnTo>
                <a:lnTo>
                  <a:pt x="390525" y="739635"/>
                </a:lnTo>
                <a:lnTo>
                  <a:pt x="390525" y="653034"/>
                </a:lnTo>
                <a:close/>
              </a:path>
              <a:path w="579119" h="783589">
                <a:moveTo>
                  <a:pt x="390525" y="537565"/>
                </a:moveTo>
                <a:lnTo>
                  <a:pt x="361594" y="537565"/>
                </a:lnTo>
                <a:lnTo>
                  <a:pt x="361594" y="624166"/>
                </a:lnTo>
                <a:lnTo>
                  <a:pt x="390525" y="624166"/>
                </a:lnTo>
                <a:lnTo>
                  <a:pt x="390525" y="537565"/>
                </a:lnTo>
                <a:close/>
              </a:path>
              <a:path w="579119" h="783589">
                <a:moveTo>
                  <a:pt x="390525" y="422109"/>
                </a:moveTo>
                <a:lnTo>
                  <a:pt x="361594" y="422109"/>
                </a:lnTo>
                <a:lnTo>
                  <a:pt x="361594" y="508711"/>
                </a:lnTo>
                <a:lnTo>
                  <a:pt x="390525" y="508711"/>
                </a:lnTo>
                <a:lnTo>
                  <a:pt x="390525" y="422109"/>
                </a:lnTo>
                <a:close/>
              </a:path>
              <a:path w="579119" h="783589">
                <a:moveTo>
                  <a:pt x="578548" y="653034"/>
                </a:moveTo>
                <a:lnTo>
                  <a:pt x="535152" y="653034"/>
                </a:lnTo>
                <a:lnTo>
                  <a:pt x="535152" y="739635"/>
                </a:lnTo>
                <a:lnTo>
                  <a:pt x="578548" y="739635"/>
                </a:lnTo>
                <a:lnTo>
                  <a:pt x="578548" y="653034"/>
                </a:lnTo>
                <a:close/>
              </a:path>
              <a:path w="579119" h="783589">
                <a:moveTo>
                  <a:pt x="578548" y="537565"/>
                </a:moveTo>
                <a:lnTo>
                  <a:pt x="535152" y="537565"/>
                </a:lnTo>
                <a:lnTo>
                  <a:pt x="535152" y="624166"/>
                </a:lnTo>
                <a:lnTo>
                  <a:pt x="578548" y="624166"/>
                </a:lnTo>
                <a:lnTo>
                  <a:pt x="578548" y="537565"/>
                </a:lnTo>
                <a:close/>
              </a:path>
              <a:path w="579119" h="783589">
                <a:moveTo>
                  <a:pt x="578548" y="422109"/>
                </a:moveTo>
                <a:lnTo>
                  <a:pt x="535152" y="422109"/>
                </a:lnTo>
                <a:lnTo>
                  <a:pt x="535152" y="508711"/>
                </a:lnTo>
                <a:lnTo>
                  <a:pt x="578548" y="508711"/>
                </a:lnTo>
                <a:lnTo>
                  <a:pt x="578548" y="422109"/>
                </a:lnTo>
                <a:close/>
              </a:path>
              <a:path w="579119" h="783589">
                <a:moveTo>
                  <a:pt x="578548" y="0"/>
                </a:moveTo>
                <a:lnTo>
                  <a:pt x="535152" y="0"/>
                </a:lnTo>
                <a:lnTo>
                  <a:pt x="535152" y="43180"/>
                </a:lnTo>
                <a:lnTo>
                  <a:pt x="535152" y="129540"/>
                </a:lnTo>
                <a:lnTo>
                  <a:pt x="390525" y="129540"/>
                </a:lnTo>
                <a:lnTo>
                  <a:pt x="390525" y="43180"/>
                </a:lnTo>
                <a:lnTo>
                  <a:pt x="535152" y="43180"/>
                </a:lnTo>
                <a:lnTo>
                  <a:pt x="535152" y="0"/>
                </a:lnTo>
                <a:lnTo>
                  <a:pt x="361594" y="0"/>
                </a:lnTo>
                <a:lnTo>
                  <a:pt x="361594" y="43180"/>
                </a:lnTo>
                <a:lnTo>
                  <a:pt x="361594" y="129540"/>
                </a:lnTo>
                <a:lnTo>
                  <a:pt x="216954" y="129540"/>
                </a:lnTo>
                <a:lnTo>
                  <a:pt x="216954" y="43180"/>
                </a:lnTo>
                <a:lnTo>
                  <a:pt x="361594" y="43180"/>
                </a:lnTo>
                <a:lnTo>
                  <a:pt x="361594" y="0"/>
                </a:lnTo>
                <a:lnTo>
                  <a:pt x="188036" y="0"/>
                </a:lnTo>
                <a:lnTo>
                  <a:pt x="188036" y="43180"/>
                </a:lnTo>
                <a:lnTo>
                  <a:pt x="188036" y="129540"/>
                </a:lnTo>
                <a:lnTo>
                  <a:pt x="43395" y="129540"/>
                </a:lnTo>
                <a:lnTo>
                  <a:pt x="43395" y="43180"/>
                </a:lnTo>
                <a:lnTo>
                  <a:pt x="188036" y="43180"/>
                </a:lnTo>
                <a:lnTo>
                  <a:pt x="188036" y="0"/>
                </a:lnTo>
                <a:lnTo>
                  <a:pt x="0" y="0"/>
                </a:lnTo>
                <a:lnTo>
                  <a:pt x="0" y="43180"/>
                </a:lnTo>
                <a:lnTo>
                  <a:pt x="0" y="129540"/>
                </a:lnTo>
                <a:lnTo>
                  <a:pt x="0" y="783247"/>
                </a:lnTo>
                <a:lnTo>
                  <a:pt x="578548" y="783247"/>
                </a:lnTo>
                <a:lnTo>
                  <a:pt x="578548" y="740105"/>
                </a:lnTo>
                <a:lnTo>
                  <a:pt x="43395" y="740105"/>
                </a:lnTo>
                <a:lnTo>
                  <a:pt x="43395" y="652576"/>
                </a:lnTo>
                <a:lnTo>
                  <a:pt x="578548" y="652576"/>
                </a:lnTo>
                <a:lnTo>
                  <a:pt x="578548" y="624662"/>
                </a:lnTo>
                <a:lnTo>
                  <a:pt x="43395" y="624662"/>
                </a:lnTo>
                <a:lnTo>
                  <a:pt x="43395" y="537133"/>
                </a:lnTo>
                <a:lnTo>
                  <a:pt x="578548" y="537133"/>
                </a:lnTo>
                <a:lnTo>
                  <a:pt x="578548" y="509219"/>
                </a:lnTo>
                <a:lnTo>
                  <a:pt x="43395" y="509219"/>
                </a:lnTo>
                <a:lnTo>
                  <a:pt x="43395" y="421678"/>
                </a:lnTo>
                <a:lnTo>
                  <a:pt x="578548" y="421678"/>
                </a:lnTo>
                <a:lnTo>
                  <a:pt x="578548" y="405130"/>
                </a:lnTo>
                <a:lnTo>
                  <a:pt x="578548" y="378548"/>
                </a:lnTo>
                <a:lnTo>
                  <a:pt x="578548" y="361264"/>
                </a:lnTo>
                <a:lnTo>
                  <a:pt x="578548" y="360680"/>
                </a:lnTo>
                <a:lnTo>
                  <a:pt x="578548" y="274485"/>
                </a:lnTo>
                <a:lnTo>
                  <a:pt x="535152" y="274485"/>
                </a:lnTo>
                <a:lnTo>
                  <a:pt x="535152" y="360680"/>
                </a:lnTo>
                <a:lnTo>
                  <a:pt x="390525" y="360680"/>
                </a:lnTo>
                <a:lnTo>
                  <a:pt x="390525" y="274485"/>
                </a:lnTo>
                <a:lnTo>
                  <a:pt x="361594" y="274485"/>
                </a:lnTo>
                <a:lnTo>
                  <a:pt x="361594" y="360680"/>
                </a:lnTo>
                <a:lnTo>
                  <a:pt x="216954" y="360680"/>
                </a:lnTo>
                <a:lnTo>
                  <a:pt x="216954" y="274485"/>
                </a:lnTo>
                <a:lnTo>
                  <a:pt x="188036" y="274485"/>
                </a:lnTo>
                <a:lnTo>
                  <a:pt x="188036" y="360680"/>
                </a:lnTo>
                <a:lnTo>
                  <a:pt x="43395" y="360680"/>
                </a:lnTo>
                <a:lnTo>
                  <a:pt x="43395" y="274320"/>
                </a:lnTo>
                <a:lnTo>
                  <a:pt x="578548" y="274320"/>
                </a:lnTo>
                <a:lnTo>
                  <a:pt x="578548" y="245554"/>
                </a:lnTo>
                <a:lnTo>
                  <a:pt x="578548" y="245110"/>
                </a:lnTo>
                <a:lnTo>
                  <a:pt x="578548" y="158762"/>
                </a:lnTo>
                <a:lnTo>
                  <a:pt x="535152" y="158762"/>
                </a:lnTo>
                <a:lnTo>
                  <a:pt x="535152" y="245110"/>
                </a:lnTo>
                <a:lnTo>
                  <a:pt x="390525" y="245110"/>
                </a:lnTo>
                <a:lnTo>
                  <a:pt x="390525" y="158762"/>
                </a:lnTo>
                <a:lnTo>
                  <a:pt x="361594" y="158762"/>
                </a:lnTo>
                <a:lnTo>
                  <a:pt x="361594" y="245110"/>
                </a:lnTo>
                <a:lnTo>
                  <a:pt x="216954" y="245110"/>
                </a:lnTo>
                <a:lnTo>
                  <a:pt x="216954" y="158762"/>
                </a:lnTo>
                <a:lnTo>
                  <a:pt x="188036" y="158762"/>
                </a:lnTo>
                <a:lnTo>
                  <a:pt x="188036" y="245110"/>
                </a:lnTo>
                <a:lnTo>
                  <a:pt x="43395" y="245110"/>
                </a:lnTo>
                <a:lnTo>
                  <a:pt x="43395" y="158750"/>
                </a:lnTo>
                <a:lnTo>
                  <a:pt x="578548" y="158750"/>
                </a:lnTo>
                <a:lnTo>
                  <a:pt x="578548" y="129844"/>
                </a:lnTo>
                <a:lnTo>
                  <a:pt x="578548" y="129540"/>
                </a:lnTo>
                <a:lnTo>
                  <a:pt x="578548" y="43180"/>
                </a:lnTo>
                <a:lnTo>
                  <a:pt x="578548" y="43053"/>
                </a:lnTo>
                <a:lnTo>
                  <a:pt x="578548" y="0"/>
                </a:lnTo>
                <a:close/>
              </a:path>
            </a:pathLst>
          </a:custGeom>
          <a:solidFill>
            <a:srgbClr val="66BE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934210" y="2293873"/>
            <a:ext cx="572770" cy="179705"/>
            <a:chOff x="1934210" y="2293873"/>
            <a:chExt cx="572770" cy="179705"/>
          </a:xfrm>
        </p:grpSpPr>
        <p:sp>
          <p:nvSpPr>
            <p:cNvPr id="5" name="object 5"/>
            <p:cNvSpPr/>
            <p:nvPr/>
          </p:nvSpPr>
          <p:spPr>
            <a:xfrm>
              <a:off x="1946910" y="2306573"/>
              <a:ext cx="547370" cy="154305"/>
            </a:xfrm>
            <a:custGeom>
              <a:avLst/>
              <a:gdLst/>
              <a:ahLst/>
              <a:cxnLst/>
              <a:rect l="l" t="t" r="r" b="b"/>
              <a:pathLst>
                <a:path w="547369" h="154305">
                  <a:moveTo>
                    <a:pt x="470153" y="0"/>
                  </a:moveTo>
                  <a:lnTo>
                    <a:pt x="470153" y="38481"/>
                  </a:lnTo>
                  <a:lnTo>
                    <a:pt x="0" y="38481"/>
                  </a:lnTo>
                  <a:lnTo>
                    <a:pt x="0" y="115443"/>
                  </a:lnTo>
                  <a:lnTo>
                    <a:pt x="470153" y="115443"/>
                  </a:lnTo>
                  <a:lnTo>
                    <a:pt x="470153" y="153924"/>
                  </a:lnTo>
                  <a:lnTo>
                    <a:pt x="547115" y="76962"/>
                  </a:lnTo>
                  <a:lnTo>
                    <a:pt x="470153" y="0"/>
                  </a:lnTo>
                  <a:close/>
                </a:path>
              </a:pathLst>
            </a:custGeom>
            <a:solidFill>
              <a:srgbClr val="00C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46910" y="2306573"/>
              <a:ext cx="547370" cy="154305"/>
            </a:xfrm>
            <a:custGeom>
              <a:avLst/>
              <a:gdLst/>
              <a:ahLst/>
              <a:cxnLst/>
              <a:rect l="l" t="t" r="r" b="b"/>
              <a:pathLst>
                <a:path w="547369" h="154305">
                  <a:moveTo>
                    <a:pt x="0" y="38481"/>
                  </a:moveTo>
                  <a:lnTo>
                    <a:pt x="470153" y="38481"/>
                  </a:lnTo>
                  <a:lnTo>
                    <a:pt x="470153" y="0"/>
                  </a:lnTo>
                  <a:lnTo>
                    <a:pt x="547115" y="76962"/>
                  </a:lnTo>
                  <a:lnTo>
                    <a:pt x="470153" y="153924"/>
                  </a:lnTo>
                  <a:lnTo>
                    <a:pt x="470153" y="115443"/>
                  </a:lnTo>
                  <a:lnTo>
                    <a:pt x="0" y="115443"/>
                  </a:lnTo>
                  <a:lnTo>
                    <a:pt x="0" y="38481"/>
                  </a:lnTo>
                  <a:close/>
                </a:path>
              </a:pathLst>
            </a:custGeom>
            <a:ln w="25400">
              <a:solidFill>
                <a:srgbClr val="008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56259" y="1671827"/>
            <a:ext cx="1786889" cy="940435"/>
            <a:chOff x="556259" y="1671827"/>
            <a:chExt cx="1786889" cy="940435"/>
          </a:xfrm>
        </p:grpSpPr>
        <p:sp>
          <p:nvSpPr>
            <p:cNvPr id="8" name="object 8"/>
            <p:cNvSpPr/>
            <p:nvPr/>
          </p:nvSpPr>
          <p:spPr>
            <a:xfrm>
              <a:off x="1072920" y="2160436"/>
              <a:ext cx="752475" cy="452120"/>
            </a:xfrm>
            <a:custGeom>
              <a:avLst/>
              <a:gdLst/>
              <a:ahLst/>
              <a:cxnLst/>
              <a:rect l="l" t="t" r="r" b="b"/>
              <a:pathLst>
                <a:path w="752475" h="452119">
                  <a:moveTo>
                    <a:pt x="376140" y="0"/>
                  </a:moveTo>
                  <a:lnTo>
                    <a:pt x="321007" y="5091"/>
                  </a:lnTo>
                  <a:lnTo>
                    <a:pt x="268276" y="19114"/>
                  </a:lnTo>
                  <a:lnTo>
                    <a:pt x="218465" y="40195"/>
                  </a:lnTo>
                  <a:lnTo>
                    <a:pt x="172094" y="66459"/>
                  </a:lnTo>
                  <a:lnTo>
                    <a:pt x="129682" y="96031"/>
                  </a:lnTo>
                  <a:lnTo>
                    <a:pt x="91747" y="127036"/>
                  </a:lnTo>
                  <a:lnTo>
                    <a:pt x="58809" y="157599"/>
                  </a:lnTo>
                  <a:lnTo>
                    <a:pt x="31386" y="185846"/>
                  </a:lnTo>
                  <a:lnTo>
                    <a:pt x="2220" y="223624"/>
                  </a:lnTo>
                  <a:lnTo>
                    <a:pt x="0" y="238493"/>
                  </a:lnTo>
                  <a:lnTo>
                    <a:pt x="3249" y="253186"/>
                  </a:lnTo>
                  <a:lnTo>
                    <a:pt x="33514" y="288108"/>
                  </a:lnTo>
                  <a:lnTo>
                    <a:pt x="93978" y="340390"/>
                  </a:lnTo>
                  <a:lnTo>
                    <a:pt x="131786" y="367720"/>
                  </a:lnTo>
                  <a:lnTo>
                    <a:pt x="173964" y="393695"/>
                  </a:lnTo>
                  <a:lnTo>
                    <a:pt x="219999" y="416702"/>
                  </a:lnTo>
                  <a:lnTo>
                    <a:pt x="269381" y="435131"/>
                  </a:lnTo>
                  <a:lnTo>
                    <a:pt x="321599" y="447370"/>
                  </a:lnTo>
                  <a:lnTo>
                    <a:pt x="376140" y="451808"/>
                  </a:lnTo>
                  <a:lnTo>
                    <a:pt x="430683" y="447370"/>
                  </a:lnTo>
                  <a:lnTo>
                    <a:pt x="482909" y="435131"/>
                  </a:lnTo>
                  <a:lnTo>
                    <a:pt x="532316" y="416702"/>
                  </a:lnTo>
                  <a:lnTo>
                    <a:pt x="578399" y="393695"/>
                  </a:lnTo>
                  <a:lnTo>
                    <a:pt x="606361" y="376507"/>
                  </a:lnTo>
                  <a:lnTo>
                    <a:pt x="376140" y="376507"/>
                  </a:lnTo>
                  <a:lnTo>
                    <a:pt x="328672" y="368796"/>
                  </a:lnTo>
                  <a:lnTo>
                    <a:pt x="314510" y="361446"/>
                  </a:lnTo>
                  <a:lnTo>
                    <a:pt x="245308" y="361446"/>
                  </a:lnTo>
                  <a:lnTo>
                    <a:pt x="189966" y="332752"/>
                  </a:lnTo>
                  <a:lnTo>
                    <a:pt x="140713" y="299911"/>
                  </a:lnTo>
                  <a:lnTo>
                    <a:pt x="99049" y="266540"/>
                  </a:lnTo>
                  <a:lnTo>
                    <a:pt x="66473" y="236258"/>
                  </a:lnTo>
                  <a:lnTo>
                    <a:pt x="83062" y="218241"/>
                  </a:lnTo>
                  <a:lnTo>
                    <a:pt x="118359" y="183973"/>
                  </a:lnTo>
                  <a:lnTo>
                    <a:pt x="160729" y="148485"/>
                  </a:lnTo>
                  <a:lnTo>
                    <a:pt x="210526" y="114599"/>
                  </a:lnTo>
                  <a:lnTo>
                    <a:pt x="236837" y="99774"/>
                  </a:lnTo>
                  <a:lnTo>
                    <a:pt x="296373" y="99774"/>
                  </a:lnTo>
                  <a:lnTo>
                    <a:pt x="328672" y="83012"/>
                  </a:lnTo>
                  <a:lnTo>
                    <a:pt x="376140" y="75301"/>
                  </a:lnTo>
                  <a:lnTo>
                    <a:pt x="592867" y="75301"/>
                  </a:lnTo>
                  <a:lnTo>
                    <a:pt x="580186" y="66459"/>
                  </a:lnTo>
                  <a:lnTo>
                    <a:pt x="533815" y="40195"/>
                  </a:lnTo>
                  <a:lnTo>
                    <a:pt x="484004" y="19114"/>
                  </a:lnTo>
                  <a:lnTo>
                    <a:pt x="431273" y="5091"/>
                  </a:lnTo>
                  <a:lnTo>
                    <a:pt x="376140" y="0"/>
                  </a:lnTo>
                  <a:close/>
                </a:path>
                <a:path w="752475" h="452119">
                  <a:moveTo>
                    <a:pt x="592867" y="75301"/>
                  </a:moveTo>
                  <a:lnTo>
                    <a:pt x="376140" y="75301"/>
                  </a:lnTo>
                  <a:lnTo>
                    <a:pt x="423609" y="83012"/>
                  </a:lnTo>
                  <a:lnTo>
                    <a:pt x="464933" y="104458"/>
                  </a:lnTo>
                  <a:lnTo>
                    <a:pt x="497582" y="137108"/>
                  </a:lnTo>
                  <a:lnTo>
                    <a:pt x="519028" y="178434"/>
                  </a:lnTo>
                  <a:lnTo>
                    <a:pt x="526738" y="225904"/>
                  </a:lnTo>
                  <a:lnTo>
                    <a:pt x="519028" y="273374"/>
                  </a:lnTo>
                  <a:lnTo>
                    <a:pt x="497582" y="314699"/>
                  </a:lnTo>
                  <a:lnTo>
                    <a:pt x="464933" y="347350"/>
                  </a:lnTo>
                  <a:lnTo>
                    <a:pt x="423609" y="368796"/>
                  </a:lnTo>
                  <a:lnTo>
                    <a:pt x="376140" y="376507"/>
                  </a:lnTo>
                  <a:lnTo>
                    <a:pt x="606361" y="376507"/>
                  </a:lnTo>
                  <a:lnTo>
                    <a:pt x="620655" y="367720"/>
                  </a:lnTo>
                  <a:lnTo>
                    <a:pt x="629361" y="361447"/>
                  </a:lnTo>
                  <a:lnTo>
                    <a:pt x="506972" y="361446"/>
                  </a:lnTo>
                  <a:lnTo>
                    <a:pt x="537803" y="322780"/>
                  </a:lnTo>
                  <a:lnTo>
                    <a:pt x="541350" y="314699"/>
                  </a:lnTo>
                  <a:lnTo>
                    <a:pt x="556926" y="278964"/>
                  </a:lnTo>
                  <a:lnTo>
                    <a:pt x="557032" y="278719"/>
                  </a:lnTo>
                  <a:lnTo>
                    <a:pt x="564314" y="232375"/>
                  </a:lnTo>
                  <a:lnTo>
                    <a:pt x="564388" y="231904"/>
                  </a:lnTo>
                  <a:lnTo>
                    <a:pt x="559932" y="185846"/>
                  </a:lnTo>
                  <a:lnTo>
                    <a:pt x="559821" y="184697"/>
                  </a:lnTo>
                  <a:lnTo>
                    <a:pt x="543227" y="139529"/>
                  </a:lnTo>
                  <a:lnTo>
                    <a:pt x="514502" y="98833"/>
                  </a:lnTo>
                  <a:lnTo>
                    <a:pt x="626027" y="98833"/>
                  </a:lnTo>
                  <a:lnTo>
                    <a:pt x="622598" y="96031"/>
                  </a:lnTo>
                  <a:lnTo>
                    <a:pt x="592867" y="75301"/>
                  </a:lnTo>
                  <a:close/>
                </a:path>
                <a:path w="752475" h="452119">
                  <a:moveTo>
                    <a:pt x="296373" y="99774"/>
                  </a:moveTo>
                  <a:lnTo>
                    <a:pt x="236837" y="99774"/>
                  </a:lnTo>
                  <a:lnTo>
                    <a:pt x="208508" y="140401"/>
                  </a:lnTo>
                  <a:lnTo>
                    <a:pt x="192180" y="185394"/>
                  </a:lnTo>
                  <a:lnTo>
                    <a:pt x="187819" y="231904"/>
                  </a:lnTo>
                  <a:lnTo>
                    <a:pt x="187775" y="232375"/>
                  </a:lnTo>
                  <a:lnTo>
                    <a:pt x="195174" y="278719"/>
                  </a:lnTo>
                  <a:lnTo>
                    <a:pt x="214417" y="322780"/>
                  </a:lnTo>
                  <a:lnTo>
                    <a:pt x="245308" y="361446"/>
                  </a:lnTo>
                  <a:lnTo>
                    <a:pt x="314510" y="361446"/>
                  </a:lnTo>
                  <a:lnTo>
                    <a:pt x="287348" y="347350"/>
                  </a:lnTo>
                  <a:lnTo>
                    <a:pt x="254698" y="314699"/>
                  </a:lnTo>
                  <a:lnTo>
                    <a:pt x="233253" y="273374"/>
                  </a:lnTo>
                  <a:lnTo>
                    <a:pt x="225542" y="225904"/>
                  </a:lnTo>
                  <a:lnTo>
                    <a:pt x="233253" y="178434"/>
                  </a:lnTo>
                  <a:lnTo>
                    <a:pt x="254698" y="137108"/>
                  </a:lnTo>
                  <a:lnTo>
                    <a:pt x="287348" y="104458"/>
                  </a:lnTo>
                  <a:lnTo>
                    <a:pt x="296373" y="99774"/>
                  </a:lnTo>
                  <a:close/>
                </a:path>
                <a:path w="752475" h="452119">
                  <a:moveTo>
                    <a:pt x="626027" y="98833"/>
                  </a:moveTo>
                  <a:lnTo>
                    <a:pt x="514502" y="98833"/>
                  </a:lnTo>
                  <a:lnTo>
                    <a:pt x="567608" y="131027"/>
                  </a:lnTo>
                  <a:lnTo>
                    <a:pt x="614626" y="167192"/>
                  </a:lnTo>
                  <a:lnTo>
                    <a:pt x="654408" y="203534"/>
                  </a:lnTo>
                  <a:lnTo>
                    <a:pt x="685807" y="236258"/>
                  </a:lnTo>
                  <a:lnTo>
                    <a:pt x="652835" y="266540"/>
                  </a:lnTo>
                  <a:lnTo>
                    <a:pt x="611214" y="299911"/>
                  </a:lnTo>
                  <a:lnTo>
                    <a:pt x="562182" y="332753"/>
                  </a:lnTo>
                  <a:lnTo>
                    <a:pt x="506972" y="361446"/>
                  </a:lnTo>
                  <a:lnTo>
                    <a:pt x="629361" y="361447"/>
                  </a:lnTo>
                  <a:lnTo>
                    <a:pt x="691673" y="313315"/>
                  </a:lnTo>
                  <a:lnTo>
                    <a:pt x="741340" y="266378"/>
                  </a:lnTo>
                  <a:lnTo>
                    <a:pt x="752400" y="238846"/>
                  </a:lnTo>
                  <a:lnTo>
                    <a:pt x="750076" y="223757"/>
                  </a:lnTo>
                  <a:lnTo>
                    <a:pt x="742282" y="209902"/>
                  </a:lnTo>
                  <a:lnTo>
                    <a:pt x="720894" y="185846"/>
                  </a:lnTo>
                  <a:lnTo>
                    <a:pt x="693471" y="157599"/>
                  </a:lnTo>
                  <a:lnTo>
                    <a:pt x="660533" y="127036"/>
                  </a:lnTo>
                  <a:lnTo>
                    <a:pt x="626027" y="98833"/>
                  </a:lnTo>
                  <a:close/>
                </a:path>
              </a:pathLst>
            </a:custGeom>
            <a:solidFill>
              <a:srgbClr val="006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4937" y="2292214"/>
              <a:ext cx="188247" cy="18825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6259" y="1671827"/>
              <a:ext cx="1786889" cy="564642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930907" y="2753097"/>
            <a:ext cx="4131945" cy="1760855"/>
            <a:chOff x="1930907" y="2753097"/>
            <a:chExt cx="4131945" cy="176085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30907" y="3090672"/>
              <a:ext cx="2209038" cy="56464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600426" y="2753105"/>
              <a:ext cx="579120" cy="405130"/>
            </a:xfrm>
            <a:custGeom>
              <a:avLst/>
              <a:gdLst/>
              <a:ahLst/>
              <a:cxnLst/>
              <a:rect l="l" t="t" r="r" b="b"/>
              <a:pathLst>
                <a:path w="579119" h="405130">
                  <a:moveTo>
                    <a:pt x="578548" y="0"/>
                  </a:moveTo>
                  <a:lnTo>
                    <a:pt x="535152" y="0"/>
                  </a:lnTo>
                  <a:lnTo>
                    <a:pt x="535152" y="43180"/>
                  </a:lnTo>
                  <a:lnTo>
                    <a:pt x="535152" y="129540"/>
                  </a:lnTo>
                  <a:lnTo>
                    <a:pt x="390525" y="129540"/>
                  </a:lnTo>
                  <a:lnTo>
                    <a:pt x="390525" y="43180"/>
                  </a:lnTo>
                  <a:lnTo>
                    <a:pt x="535152" y="43180"/>
                  </a:lnTo>
                  <a:lnTo>
                    <a:pt x="535152" y="0"/>
                  </a:lnTo>
                  <a:lnTo>
                    <a:pt x="361594" y="0"/>
                  </a:lnTo>
                  <a:lnTo>
                    <a:pt x="361594" y="43180"/>
                  </a:lnTo>
                  <a:lnTo>
                    <a:pt x="361594" y="129540"/>
                  </a:lnTo>
                  <a:lnTo>
                    <a:pt x="216954" y="129540"/>
                  </a:lnTo>
                  <a:lnTo>
                    <a:pt x="216954" y="43180"/>
                  </a:lnTo>
                  <a:lnTo>
                    <a:pt x="361594" y="43180"/>
                  </a:lnTo>
                  <a:lnTo>
                    <a:pt x="361594" y="0"/>
                  </a:lnTo>
                  <a:lnTo>
                    <a:pt x="188036" y="0"/>
                  </a:lnTo>
                  <a:lnTo>
                    <a:pt x="188036" y="43180"/>
                  </a:lnTo>
                  <a:lnTo>
                    <a:pt x="188036" y="129540"/>
                  </a:lnTo>
                  <a:lnTo>
                    <a:pt x="43395" y="129540"/>
                  </a:lnTo>
                  <a:lnTo>
                    <a:pt x="43395" y="43180"/>
                  </a:lnTo>
                  <a:lnTo>
                    <a:pt x="188036" y="43180"/>
                  </a:lnTo>
                  <a:lnTo>
                    <a:pt x="188036" y="0"/>
                  </a:lnTo>
                  <a:lnTo>
                    <a:pt x="0" y="0"/>
                  </a:lnTo>
                  <a:lnTo>
                    <a:pt x="0" y="43180"/>
                  </a:lnTo>
                  <a:lnTo>
                    <a:pt x="0" y="129540"/>
                  </a:lnTo>
                  <a:lnTo>
                    <a:pt x="0" y="405130"/>
                  </a:lnTo>
                  <a:lnTo>
                    <a:pt x="578548" y="405130"/>
                  </a:lnTo>
                  <a:lnTo>
                    <a:pt x="578548" y="361264"/>
                  </a:lnTo>
                  <a:lnTo>
                    <a:pt x="578548" y="360680"/>
                  </a:lnTo>
                  <a:lnTo>
                    <a:pt x="578548" y="274485"/>
                  </a:lnTo>
                  <a:lnTo>
                    <a:pt x="535152" y="274485"/>
                  </a:lnTo>
                  <a:lnTo>
                    <a:pt x="535152" y="360680"/>
                  </a:lnTo>
                  <a:lnTo>
                    <a:pt x="390525" y="360680"/>
                  </a:lnTo>
                  <a:lnTo>
                    <a:pt x="390525" y="274485"/>
                  </a:lnTo>
                  <a:lnTo>
                    <a:pt x="361594" y="274485"/>
                  </a:lnTo>
                  <a:lnTo>
                    <a:pt x="361594" y="360680"/>
                  </a:lnTo>
                  <a:lnTo>
                    <a:pt x="216954" y="360680"/>
                  </a:lnTo>
                  <a:lnTo>
                    <a:pt x="216954" y="274485"/>
                  </a:lnTo>
                  <a:lnTo>
                    <a:pt x="188036" y="274485"/>
                  </a:lnTo>
                  <a:lnTo>
                    <a:pt x="188036" y="360680"/>
                  </a:lnTo>
                  <a:lnTo>
                    <a:pt x="43395" y="360680"/>
                  </a:lnTo>
                  <a:lnTo>
                    <a:pt x="43395" y="274320"/>
                  </a:lnTo>
                  <a:lnTo>
                    <a:pt x="578548" y="274320"/>
                  </a:lnTo>
                  <a:lnTo>
                    <a:pt x="578548" y="245554"/>
                  </a:lnTo>
                  <a:lnTo>
                    <a:pt x="578548" y="245110"/>
                  </a:lnTo>
                  <a:lnTo>
                    <a:pt x="578548" y="158762"/>
                  </a:lnTo>
                  <a:lnTo>
                    <a:pt x="535152" y="158762"/>
                  </a:lnTo>
                  <a:lnTo>
                    <a:pt x="535152" y="245110"/>
                  </a:lnTo>
                  <a:lnTo>
                    <a:pt x="390525" y="245110"/>
                  </a:lnTo>
                  <a:lnTo>
                    <a:pt x="390525" y="158762"/>
                  </a:lnTo>
                  <a:lnTo>
                    <a:pt x="361594" y="158762"/>
                  </a:lnTo>
                  <a:lnTo>
                    <a:pt x="361594" y="245110"/>
                  </a:lnTo>
                  <a:lnTo>
                    <a:pt x="216954" y="245110"/>
                  </a:lnTo>
                  <a:lnTo>
                    <a:pt x="216954" y="158762"/>
                  </a:lnTo>
                  <a:lnTo>
                    <a:pt x="188036" y="158762"/>
                  </a:lnTo>
                  <a:lnTo>
                    <a:pt x="188036" y="245110"/>
                  </a:lnTo>
                  <a:lnTo>
                    <a:pt x="43395" y="245110"/>
                  </a:lnTo>
                  <a:lnTo>
                    <a:pt x="43395" y="158750"/>
                  </a:lnTo>
                  <a:lnTo>
                    <a:pt x="578548" y="158750"/>
                  </a:lnTo>
                  <a:lnTo>
                    <a:pt x="578548" y="129844"/>
                  </a:lnTo>
                  <a:lnTo>
                    <a:pt x="578548" y="129540"/>
                  </a:lnTo>
                  <a:lnTo>
                    <a:pt x="578548" y="43180"/>
                  </a:lnTo>
                  <a:lnTo>
                    <a:pt x="578548" y="43053"/>
                  </a:lnTo>
                  <a:lnTo>
                    <a:pt x="578548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53965" y="3644646"/>
              <a:ext cx="1496695" cy="300355"/>
            </a:xfrm>
            <a:custGeom>
              <a:avLst/>
              <a:gdLst/>
              <a:ahLst/>
              <a:cxnLst/>
              <a:rect l="l" t="t" r="r" b="b"/>
              <a:pathLst>
                <a:path w="1496695" h="300354">
                  <a:moveTo>
                    <a:pt x="1467739" y="0"/>
                  </a:moveTo>
                  <a:lnTo>
                    <a:pt x="1346073" y="75056"/>
                  </a:lnTo>
                  <a:lnTo>
                    <a:pt x="1383664" y="75056"/>
                  </a:lnTo>
                  <a:lnTo>
                    <a:pt x="1364592" y="88815"/>
                  </a:lnTo>
                  <a:lnTo>
                    <a:pt x="1317583" y="115407"/>
                  </a:lnTo>
                  <a:lnTo>
                    <a:pt x="1259322" y="140671"/>
                  </a:lnTo>
                  <a:lnTo>
                    <a:pt x="1190488" y="164498"/>
                  </a:lnTo>
                  <a:lnTo>
                    <a:pt x="1152317" y="175838"/>
                  </a:lnTo>
                  <a:lnTo>
                    <a:pt x="1111758" y="186777"/>
                  </a:lnTo>
                  <a:lnTo>
                    <a:pt x="1068894" y="197302"/>
                  </a:lnTo>
                  <a:lnTo>
                    <a:pt x="1023811" y="207398"/>
                  </a:lnTo>
                  <a:lnTo>
                    <a:pt x="976593" y="217052"/>
                  </a:lnTo>
                  <a:lnTo>
                    <a:pt x="927326" y="226250"/>
                  </a:lnTo>
                  <a:lnTo>
                    <a:pt x="876093" y="234978"/>
                  </a:lnTo>
                  <a:lnTo>
                    <a:pt x="822980" y="243223"/>
                  </a:lnTo>
                  <a:lnTo>
                    <a:pt x="768072" y="250970"/>
                  </a:lnTo>
                  <a:lnTo>
                    <a:pt x="711453" y="258207"/>
                  </a:lnTo>
                  <a:lnTo>
                    <a:pt x="653209" y="264918"/>
                  </a:lnTo>
                  <a:lnTo>
                    <a:pt x="593423" y="271091"/>
                  </a:lnTo>
                  <a:lnTo>
                    <a:pt x="532181" y="276711"/>
                  </a:lnTo>
                  <a:lnTo>
                    <a:pt x="469568" y="281764"/>
                  </a:lnTo>
                  <a:lnTo>
                    <a:pt x="405668" y="286238"/>
                  </a:lnTo>
                  <a:lnTo>
                    <a:pt x="340567" y="290118"/>
                  </a:lnTo>
                  <a:lnTo>
                    <a:pt x="274348" y="293390"/>
                  </a:lnTo>
                  <a:lnTo>
                    <a:pt x="207097" y="296041"/>
                  </a:lnTo>
                  <a:lnTo>
                    <a:pt x="138899" y="298056"/>
                  </a:lnTo>
                  <a:lnTo>
                    <a:pt x="69838" y="299422"/>
                  </a:lnTo>
                  <a:lnTo>
                    <a:pt x="0" y="300126"/>
                  </a:lnTo>
                  <a:lnTo>
                    <a:pt x="68038" y="300163"/>
                  </a:lnTo>
                  <a:lnTo>
                    <a:pt x="135474" y="299567"/>
                  </a:lnTo>
                  <a:lnTo>
                    <a:pt x="202230" y="298350"/>
                  </a:lnTo>
                  <a:lnTo>
                    <a:pt x="268225" y="296523"/>
                  </a:lnTo>
                  <a:lnTo>
                    <a:pt x="333381" y="294099"/>
                  </a:lnTo>
                  <a:lnTo>
                    <a:pt x="397619" y="291091"/>
                  </a:lnTo>
                  <a:lnTo>
                    <a:pt x="460861" y="287509"/>
                  </a:lnTo>
                  <a:lnTo>
                    <a:pt x="523026" y="283368"/>
                  </a:lnTo>
                  <a:lnTo>
                    <a:pt x="584037" y="278678"/>
                  </a:lnTo>
                  <a:lnTo>
                    <a:pt x="643814" y="273451"/>
                  </a:lnTo>
                  <a:lnTo>
                    <a:pt x="702279" y="267701"/>
                  </a:lnTo>
                  <a:lnTo>
                    <a:pt x="759352" y="261439"/>
                  </a:lnTo>
                  <a:lnTo>
                    <a:pt x="814954" y="254677"/>
                  </a:lnTo>
                  <a:lnTo>
                    <a:pt x="869007" y="247427"/>
                  </a:lnTo>
                  <a:lnTo>
                    <a:pt x="921432" y="239702"/>
                  </a:lnTo>
                  <a:lnTo>
                    <a:pt x="972150" y="231514"/>
                  </a:lnTo>
                  <a:lnTo>
                    <a:pt x="1021081" y="222875"/>
                  </a:lnTo>
                  <a:lnTo>
                    <a:pt x="1068147" y="213797"/>
                  </a:lnTo>
                  <a:lnTo>
                    <a:pt x="1113269" y="204293"/>
                  </a:lnTo>
                  <a:lnTo>
                    <a:pt x="1156367" y="194373"/>
                  </a:lnTo>
                  <a:lnTo>
                    <a:pt x="1197364" y="184052"/>
                  </a:lnTo>
                  <a:lnTo>
                    <a:pt x="1236180" y="173340"/>
                  </a:lnTo>
                  <a:lnTo>
                    <a:pt x="1272736" y="162250"/>
                  </a:lnTo>
                  <a:lnTo>
                    <a:pt x="1338753" y="138985"/>
                  </a:lnTo>
                  <a:lnTo>
                    <a:pt x="1394783" y="114353"/>
                  </a:lnTo>
                  <a:lnTo>
                    <a:pt x="1440195" y="88452"/>
                  </a:lnTo>
                  <a:lnTo>
                    <a:pt x="1458722" y="75056"/>
                  </a:lnTo>
                  <a:lnTo>
                    <a:pt x="1496187" y="75056"/>
                  </a:lnTo>
                  <a:lnTo>
                    <a:pt x="1467739" y="0"/>
                  </a:lnTo>
                  <a:close/>
                </a:path>
              </a:pathLst>
            </a:custGeom>
            <a:solidFill>
              <a:srgbClr val="00C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048761" y="3644646"/>
              <a:ext cx="1543050" cy="300355"/>
            </a:xfrm>
            <a:custGeom>
              <a:avLst/>
              <a:gdLst/>
              <a:ahLst/>
              <a:cxnLst/>
              <a:rect l="l" t="t" r="r" b="b"/>
              <a:pathLst>
                <a:path w="1543050" h="300354">
                  <a:moveTo>
                    <a:pt x="75056" y="0"/>
                  </a:moveTo>
                  <a:lnTo>
                    <a:pt x="0" y="0"/>
                  </a:lnTo>
                  <a:lnTo>
                    <a:pt x="1909" y="15454"/>
                  </a:lnTo>
                  <a:lnTo>
                    <a:pt x="29817" y="60520"/>
                  </a:lnTo>
                  <a:lnTo>
                    <a:pt x="65983" y="89297"/>
                  </a:lnTo>
                  <a:lnTo>
                    <a:pt x="115337" y="116883"/>
                  </a:lnTo>
                  <a:lnTo>
                    <a:pt x="177141" y="143128"/>
                  </a:lnTo>
                  <a:lnTo>
                    <a:pt x="250658" y="167882"/>
                  </a:lnTo>
                  <a:lnTo>
                    <a:pt x="291578" y="179652"/>
                  </a:lnTo>
                  <a:lnTo>
                    <a:pt x="335150" y="190993"/>
                  </a:lnTo>
                  <a:lnTo>
                    <a:pt x="381281" y="201886"/>
                  </a:lnTo>
                  <a:lnTo>
                    <a:pt x="429879" y="212312"/>
                  </a:lnTo>
                  <a:lnTo>
                    <a:pt x="480852" y="222251"/>
                  </a:lnTo>
                  <a:lnTo>
                    <a:pt x="534107" y="231686"/>
                  </a:lnTo>
                  <a:lnTo>
                    <a:pt x="589553" y="240598"/>
                  </a:lnTo>
                  <a:lnTo>
                    <a:pt x="647098" y="248967"/>
                  </a:lnTo>
                  <a:lnTo>
                    <a:pt x="706649" y="256774"/>
                  </a:lnTo>
                  <a:lnTo>
                    <a:pt x="768113" y="264002"/>
                  </a:lnTo>
                  <a:lnTo>
                    <a:pt x="831399" y="270630"/>
                  </a:lnTo>
                  <a:lnTo>
                    <a:pt x="896415" y="276641"/>
                  </a:lnTo>
                  <a:lnTo>
                    <a:pt x="963068" y="282015"/>
                  </a:lnTo>
                  <a:lnTo>
                    <a:pt x="1031266" y="286734"/>
                  </a:lnTo>
                  <a:lnTo>
                    <a:pt x="1100917" y="290779"/>
                  </a:lnTo>
                  <a:lnTo>
                    <a:pt x="1171929" y="294130"/>
                  </a:lnTo>
                  <a:lnTo>
                    <a:pt x="1244209" y="296769"/>
                  </a:lnTo>
                  <a:lnTo>
                    <a:pt x="1317666" y="298678"/>
                  </a:lnTo>
                  <a:lnTo>
                    <a:pt x="1392206" y="299837"/>
                  </a:lnTo>
                  <a:lnTo>
                    <a:pt x="1467739" y="300227"/>
                  </a:lnTo>
                  <a:lnTo>
                    <a:pt x="1542796" y="300227"/>
                  </a:lnTo>
                  <a:lnTo>
                    <a:pt x="1467263" y="299837"/>
                  </a:lnTo>
                  <a:lnTo>
                    <a:pt x="1392723" y="298678"/>
                  </a:lnTo>
                  <a:lnTo>
                    <a:pt x="1319266" y="296769"/>
                  </a:lnTo>
                  <a:lnTo>
                    <a:pt x="1246986" y="294130"/>
                  </a:lnTo>
                  <a:lnTo>
                    <a:pt x="1175974" y="290779"/>
                  </a:lnTo>
                  <a:lnTo>
                    <a:pt x="1106323" y="286734"/>
                  </a:lnTo>
                  <a:lnTo>
                    <a:pt x="1038125" y="282015"/>
                  </a:lnTo>
                  <a:lnTo>
                    <a:pt x="971472" y="276641"/>
                  </a:lnTo>
                  <a:lnTo>
                    <a:pt x="906456" y="270630"/>
                  </a:lnTo>
                  <a:lnTo>
                    <a:pt x="843170" y="264002"/>
                  </a:lnTo>
                  <a:lnTo>
                    <a:pt x="781706" y="256774"/>
                  </a:lnTo>
                  <a:lnTo>
                    <a:pt x="722155" y="248967"/>
                  </a:lnTo>
                  <a:lnTo>
                    <a:pt x="664610" y="240598"/>
                  </a:lnTo>
                  <a:lnTo>
                    <a:pt x="609164" y="231686"/>
                  </a:lnTo>
                  <a:lnTo>
                    <a:pt x="555909" y="222251"/>
                  </a:lnTo>
                  <a:lnTo>
                    <a:pt x="504936" y="212312"/>
                  </a:lnTo>
                  <a:lnTo>
                    <a:pt x="456338" y="201886"/>
                  </a:lnTo>
                  <a:lnTo>
                    <a:pt x="410207" y="190993"/>
                  </a:lnTo>
                  <a:lnTo>
                    <a:pt x="366635" y="179652"/>
                  </a:lnTo>
                  <a:lnTo>
                    <a:pt x="325715" y="167882"/>
                  </a:lnTo>
                  <a:lnTo>
                    <a:pt x="287539" y="155701"/>
                  </a:lnTo>
                  <a:lnTo>
                    <a:pt x="219786" y="130183"/>
                  </a:lnTo>
                  <a:lnTo>
                    <a:pt x="164115" y="103248"/>
                  </a:lnTo>
                  <a:lnTo>
                    <a:pt x="121263" y="75048"/>
                  </a:lnTo>
                  <a:lnTo>
                    <a:pt x="91967" y="45733"/>
                  </a:lnTo>
                  <a:lnTo>
                    <a:pt x="76966" y="15454"/>
                  </a:lnTo>
                  <a:lnTo>
                    <a:pt x="75056" y="0"/>
                  </a:lnTo>
                  <a:close/>
                </a:path>
              </a:pathLst>
            </a:custGeom>
            <a:solidFill>
              <a:srgbClr val="009D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48761" y="3644646"/>
              <a:ext cx="3001645" cy="300355"/>
            </a:xfrm>
            <a:custGeom>
              <a:avLst/>
              <a:gdLst/>
              <a:ahLst/>
              <a:cxnLst/>
              <a:rect l="l" t="t" r="r" b="b"/>
              <a:pathLst>
                <a:path w="3001645" h="300354">
                  <a:moveTo>
                    <a:pt x="1505203" y="300126"/>
                  </a:moveTo>
                  <a:lnTo>
                    <a:pt x="1575042" y="299422"/>
                  </a:lnTo>
                  <a:lnTo>
                    <a:pt x="1644103" y="298056"/>
                  </a:lnTo>
                  <a:lnTo>
                    <a:pt x="1712301" y="296041"/>
                  </a:lnTo>
                  <a:lnTo>
                    <a:pt x="1779552" y="293390"/>
                  </a:lnTo>
                  <a:lnTo>
                    <a:pt x="1845771" y="290118"/>
                  </a:lnTo>
                  <a:lnTo>
                    <a:pt x="1910872" y="286238"/>
                  </a:lnTo>
                  <a:lnTo>
                    <a:pt x="1974772" y="281764"/>
                  </a:lnTo>
                  <a:lnTo>
                    <a:pt x="2037385" y="276711"/>
                  </a:lnTo>
                  <a:lnTo>
                    <a:pt x="2098627" y="271091"/>
                  </a:lnTo>
                  <a:lnTo>
                    <a:pt x="2158413" y="264918"/>
                  </a:lnTo>
                  <a:lnTo>
                    <a:pt x="2216657" y="258207"/>
                  </a:lnTo>
                  <a:lnTo>
                    <a:pt x="2273276" y="250970"/>
                  </a:lnTo>
                  <a:lnTo>
                    <a:pt x="2328184" y="243223"/>
                  </a:lnTo>
                  <a:lnTo>
                    <a:pt x="2381297" y="234978"/>
                  </a:lnTo>
                  <a:lnTo>
                    <a:pt x="2432530" y="226250"/>
                  </a:lnTo>
                  <a:lnTo>
                    <a:pt x="2481797" y="217052"/>
                  </a:lnTo>
                  <a:lnTo>
                    <a:pt x="2529015" y="207398"/>
                  </a:lnTo>
                  <a:lnTo>
                    <a:pt x="2574098" y="197302"/>
                  </a:lnTo>
                  <a:lnTo>
                    <a:pt x="2616962" y="186777"/>
                  </a:lnTo>
                  <a:lnTo>
                    <a:pt x="2657521" y="175838"/>
                  </a:lnTo>
                  <a:lnTo>
                    <a:pt x="2695692" y="164498"/>
                  </a:lnTo>
                  <a:lnTo>
                    <a:pt x="2764526" y="140671"/>
                  </a:lnTo>
                  <a:lnTo>
                    <a:pt x="2822787" y="115407"/>
                  </a:lnTo>
                  <a:lnTo>
                    <a:pt x="2869796" y="88815"/>
                  </a:lnTo>
                  <a:lnTo>
                    <a:pt x="2888868" y="75056"/>
                  </a:lnTo>
                  <a:lnTo>
                    <a:pt x="2851277" y="75056"/>
                  </a:lnTo>
                  <a:lnTo>
                    <a:pt x="2972942" y="0"/>
                  </a:lnTo>
                  <a:lnTo>
                    <a:pt x="3001391" y="75056"/>
                  </a:lnTo>
                  <a:lnTo>
                    <a:pt x="2963926" y="75056"/>
                  </a:lnTo>
                  <a:lnTo>
                    <a:pt x="2945136" y="88628"/>
                  </a:lnTo>
                  <a:lnTo>
                    <a:pt x="2898956" y="114862"/>
                  </a:lnTo>
                  <a:lnTo>
                    <a:pt x="2841855" y="139799"/>
                  </a:lnTo>
                  <a:lnTo>
                    <a:pt x="2774487" y="163337"/>
                  </a:lnTo>
                  <a:lnTo>
                    <a:pt x="2737157" y="174548"/>
                  </a:lnTo>
                  <a:lnTo>
                    <a:pt x="2697506" y="185370"/>
                  </a:lnTo>
                  <a:lnTo>
                    <a:pt x="2655614" y="195790"/>
                  </a:lnTo>
                  <a:lnTo>
                    <a:pt x="2611564" y="205796"/>
                  </a:lnTo>
                  <a:lnTo>
                    <a:pt x="2565438" y="215374"/>
                  </a:lnTo>
                  <a:lnTo>
                    <a:pt x="2517317" y="224511"/>
                  </a:lnTo>
                  <a:lnTo>
                    <a:pt x="2467283" y="233195"/>
                  </a:lnTo>
                  <a:lnTo>
                    <a:pt x="2415418" y="241412"/>
                  </a:lnTo>
                  <a:lnTo>
                    <a:pt x="2361803" y="249150"/>
                  </a:lnTo>
                  <a:lnTo>
                    <a:pt x="2306521" y="256395"/>
                  </a:lnTo>
                  <a:lnTo>
                    <a:pt x="2249653" y="263135"/>
                  </a:lnTo>
                  <a:lnTo>
                    <a:pt x="2191280" y="269357"/>
                  </a:lnTo>
                  <a:lnTo>
                    <a:pt x="2131484" y="275048"/>
                  </a:lnTo>
                  <a:lnTo>
                    <a:pt x="2070348" y="280195"/>
                  </a:lnTo>
                  <a:lnTo>
                    <a:pt x="2007953" y="284784"/>
                  </a:lnTo>
                  <a:lnTo>
                    <a:pt x="1944380" y="288804"/>
                  </a:lnTo>
                  <a:lnTo>
                    <a:pt x="1879712" y="292240"/>
                  </a:lnTo>
                  <a:lnTo>
                    <a:pt x="1814029" y="295081"/>
                  </a:lnTo>
                  <a:lnTo>
                    <a:pt x="1747415" y="297313"/>
                  </a:lnTo>
                  <a:lnTo>
                    <a:pt x="1679950" y="298924"/>
                  </a:lnTo>
                  <a:lnTo>
                    <a:pt x="1611716" y="299899"/>
                  </a:lnTo>
                  <a:lnTo>
                    <a:pt x="1542796" y="300227"/>
                  </a:lnTo>
                  <a:lnTo>
                    <a:pt x="1467739" y="300227"/>
                  </a:lnTo>
                  <a:lnTo>
                    <a:pt x="1392206" y="299837"/>
                  </a:lnTo>
                  <a:lnTo>
                    <a:pt x="1317666" y="298678"/>
                  </a:lnTo>
                  <a:lnTo>
                    <a:pt x="1244209" y="296769"/>
                  </a:lnTo>
                  <a:lnTo>
                    <a:pt x="1171929" y="294130"/>
                  </a:lnTo>
                  <a:lnTo>
                    <a:pt x="1100917" y="290779"/>
                  </a:lnTo>
                  <a:lnTo>
                    <a:pt x="1031266" y="286734"/>
                  </a:lnTo>
                  <a:lnTo>
                    <a:pt x="963068" y="282015"/>
                  </a:lnTo>
                  <a:lnTo>
                    <a:pt x="896415" y="276641"/>
                  </a:lnTo>
                  <a:lnTo>
                    <a:pt x="831399" y="270630"/>
                  </a:lnTo>
                  <a:lnTo>
                    <a:pt x="768113" y="264002"/>
                  </a:lnTo>
                  <a:lnTo>
                    <a:pt x="706649" y="256774"/>
                  </a:lnTo>
                  <a:lnTo>
                    <a:pt x="647098" y="248967"/>
                  </a:lnTo>
                  <a:lnTo>
                    <a:pt x="589553" y="240598"/>
                  </a:lnTo>
                  <a:lnTo>
                    <a:pt x="534107" y="231686"/>
                  </a:lnTo>
                  <a:lnTo>
                    <a:pt x="480852" y="222251"/>
                  </a:lnTo>
                  <a:lnTo>
                    <a:pt x="429879" y="212312"/>
                  </a:lnTo>
                  <a:lnTo>
                    <a:pt x="381281" y="201886"/>
                  </a:lnTo>
                  <a:lnTo>
                    <a:pt x="335150" y="190993"/>
                  </a:lnTo>
                  <a:lnTo>
                    <a:pt x="291578" y="179652"/>
                  </a:lnTo>
                  <a:lnTo>
                    <a:pt x="250658" y="167882"/>
                  </a:lnTo>
                  <a:lnTo>
                    <a:pt x="212482" y="155701"/>
                  </a:lnTo>
                  <a:lnTo>
                    <a:pt x="144729" y="130183"/>
                  </a:lnTo>
                  <a:lnTo>
                    <a:pt x="89058" y="103248"/>
                  </a:lnTo>
                  <a:lnTo>
                    <a:pt x="46206" y="75048"/>
                  </a:lnTo>
                  <a:lnTo>
                    <a:pt x="16910" y="45733"/>
                  </a:lnTo>
                  <a:lnTo>
                    <a:pt x="0" y="0"/>
                  </a:lnTo>
                  <a:lnTo>
                    <a:pt x="75056" y="0"/>
                  </a:lnTo>
                  <a:lnTo>
                    <a:pt x="76966" y="15454"/>
                  </a:lnTo>
                  <a:lnTo>
                    <a:pt x="82634" y="30704"/>
                  </a:lnTo>
                  <a:lnTo>
                    <a:pt x="121263" y="75048"/>
                  </a:lnTo>
                  <a:lnTo>
                    <a:pt x="164115" y="103248"/>
                  </a:lnTo>
                  <a:lnTo>
                    <a:pt x="219786" y="130183"/>
                  </a:lnTo>
                  <a:lnTo>
                    <a:pt x="287539" y="155701"/>
                  </a:lnTo>
                  <a:lnTo>
                    <a:pt x="325715" y="167882"/>
                  </a:lnTo>
                  <a:lnTo>
                    <a:pt x="366635" y="179652"/>
                  </a:lnTo>
                  <a:lnTo>
                    <a:pt x="410207" y="190993"/>
                  </a:lnTo>
                  <a:lnTo>
                    <a:pt x="456338" y="201886"/>
                  </a:lnTo>
                  <a:lnTo>
                    <a:pt x="504936" y="212312"/>
                  </a:lnTo>
                  <a:lnTo>
                    <a:pt x="555909" y="222251"/>
                  </a:lnTo>
                  <a:lnTo>
                    <a:pt x="609164" y="231686"/>
                  </a:lnTo>
                  <a:lnTo>
                    <a:pt x="664610" y="240598"/>
                  </a:lnTo>
                  <a:lnTo>
                    <a:pt x="722155" y="248967"/>
                  </a:lnTo>
                  <a:lnTo>
                    <a:pt x="781706" y="256774"/>
                  </a:lnTo>
                  <a:lnTo>
                    <a:pt x="843170" y="264002"/>
                  </a:lnTo>
                  <a:lnTo>
                    <a:pt x="906456" y="270630"/>
                  </a:lnTo>
                  <a:lnTo>
                    <a:pt x="971472" y="276641"/>
                  </a:lnTo>
                  <a:lnTo>
                    <a:pt x="1038125" y="282015"/>
                  </a:lnTo>
                  <a:lnTo>
                    <a:pt x="1106323" y="286734"/>
                  </a:lnTo>
                  <a:lnTo>
                    <a:pt x="1175974" y="290779"/>
                  </a:lnTo>
                  <a:lnTo>
                    <a:pt x="1246986" y="294130"/>
                  </a:lnTo>
                  <a:lnTo>
                    <a:pt x="1319266" y="296769"/>
                  </a:lnTo>
                  <a:lnTo>
                    <a:pt x="1392723" y="298678"/>
                  </a:lnTo>
                  <a:lnTo>
                    <a:pt x="1467263" y="299837"/>
                  </a:lnTo>
                  <a:lnTo>
                    <a:pt x="1542796" y="300227"/>
                  </a:lnTo>
                </a:path>
              </a:pathLst>
            </a:custGeom>
            <a:ln w="25400">
              <a:solidFill>
                <a:srgbClr val="008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91483" y="3948683"/>
              <a:ext cx="2196845" cy="56464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02665" y="1725295"/>
            <a:ext cx="14763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Stream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object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77339" y="3144139"/>
            <a:ext cx="3448685" cy="1189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Underlaying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Table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20"/>
              </a:spcBef>
            </a:pPr>
            <a:endParaRPr sz="2000">
              <a:latin typeface="Calibri"/>
              <a:cs typeface="Calibri"/>
            </a:endParaRPr>
          </a:p>
          <a:p>
            <a:pPr marL="1572895">
              <a:lnSpc>
                <a:spcPct val="100000"/>
              </a:lnSpc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TASK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MERGE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605784" y="1974079"/>
            <a:ext cx="2749550" cy="1248410"/>
            <a:chOff x="3605784" y="1974079"/>
            <a:chExt cx="2749550" cy="1248410"/>
          </a:xfrm>
        </p:grpSpPr>
        <p:sp>
          <p:nvSpPr>
            <p:cNvPr id="21" name="object 21"/>
            <p:cNvSpPr/>
            <p:nvPr/>
          </p:nvSpPr>
          <p:spPr>
            <a:xfrm>
              <a:off x="5777839" y="1974087"/>
              <a:ext cx="577850" cy="782320"/>
            </a:xfrm>
            <a:custGeom>
              <a:avLst/>
              <a:gdLst/>
              <a:ahLst/>
              <a:cxnLst/>
              <a:rect l="l" t="t" r="r" b="b"/>
              <a:pathLst>
                <a:path w="577850" h="782319">
                  <a:moveTo>
                    <a:pt x="577291" y="0"/>
                  </a:moveTo>
                  <a:lnTo>
                    <a:pt x="0" y="0"/>
                  </a:lnTo>
                  <a:lnTo>
                    <a:pt x="0" y="43180"/>
                  </a:lnTo>
                  <a:lnTo>
                    <a:pt x="0" y="129540"/>
                  </a:lnTo>
                  <a:lnTo>
                    <a:pt x="0" y="781812"/>
                  </a:lnTo>
                  <a:lnTo>
                    <a:pt x="577291" y="781812"/>
                  </a:lnTo>
                  <a:lnTo>
                    <a:pt x="577291" y="738632"/>
                  </a:lnTo>
                  <a:lnTo>
                    <a:pt x="43294" y="738632"/>
                  </a:lnTo>
                  <a:lnTo>
                    <a:pt x="43294" y="652272"/>
                  </a:lnTo>
                  <a:lnTo>
                    <a:pt x="187617" y="652272"/>
                  </a:lnTo>
                  <a:lnTo>
                    <a:pt x="187617" y="738365"/>
                  </a:lnTo>
                  <a:lnTo>
                    <a:pt x="216484" y="738365"/>
                  </a:lnTo>
                  <a:lnTo>
                    <a:pt x="216484" y="652272"/>
                  </a:lnTo>
                  <a:lnTo>
                    <a:pt x="360807" y="652272"/>
                  </a:lnTo>
                  <a:lnTo>
                    <a:pt x="360807" y="738365"/>
                  </a:lnTo>
                  <a:lnTo>
                    <a:pt x="389674" y="738365"/>
                  </a:lnTo>
                  <a:lnTo>
                    <a:pt x="389674" y="652272"/>
                  </a:lnTo>
                  <a:lnTo>
                    <a:pt x="533996" y="652272"/>
                  </a:lnTo>
                  <a:lnTo>
                    <a:pt x="533996" y="738365"/>
                  </a:lnTo>
                  <a:lnTo>
                    <a:pt x="577291" y="738365"/>
                  </a:lnTo>
                  <a:lnTo>
                    <a:pt x="577291" y="652272"/>
                  </a:lnTo>
                  <a:lnTo>
                    <a:pt x="577291" y="651764"/>
                  </a:lnTo>
                  <a:lnTo>
                    <a:pt x="577291" y="623062"/>
                  </a:lnTo>
                  <a:lnTo>
                    <a:pt x="43294" y="623062"/>
                  </a:lnTo>
                  <a:lnTo>
                    <a:pt x="43294" y="536702"/>
                  </a:lnTo>
                  <a:lnTo>
                    <a:pt x="187617" y="536702"/>
                  </a:lnTo>
                  <a:lnTo>
                    <a:pt x="187617" y="622896"/>
                  </a:lnTo>
                  <a:lnTo>
                    <a:pt x="216484" y="622896"/>
                  </a:lnTo>
                  <a:lnTo>
                    <a:pt x="216484" y="536702"/>
                  </a:lnTo>
                  <a:lnTo>
                    <a:pt x="360807" y="536702"/>
                  </a:lnTo>
                  <a:lnTo>
                    <a:pt x="360807" y="622896"/>
                  </a:lnTo>
                  <a:lnTo>
                    <a:pt x="389674" y="622896"/>
                  </a:lnTo>
                  <a:lnTo>
                    <a:pt x="389674" y="536702"/>
                  </a:lnTo>
                  <a:lnTo>
                    <a:pt x="533996" y="536702"/>
                  </a:lnTo>
                  <a:lnTo>
                    <a:pt x="533996" y="622896"/>
                  </a:lnTo>
                  <a:lnTo>
                    <a:pt x="577291" y="622896"/>
                  </a:lnTo>
                  <a:lnTo>
                    <a:pt x="577291" y="536702"/>
                  </a:lnTo>
                  <a:lnTo>
                    <a:pt x="577291" y="536295"/>
                  </a:lnTo>
                  <a:lnTo>
                    <a:pt x="577291" y="507492"/>
                  </a:lnTo>
                  <a:lnTo>
                    <a:pt x="43294" y="507492"/>
                  </a:lnTo>
                  <a:lnTo>
                    <a:pt x="43294" y="421132"/>
                  </a:lnTo>
                  <a:lnTo>
                    <a:pt x="187617" y="421132"/>
                  </a:lnTo>
                  <a:lnTo>
                    <a:pt x="187617" y="507428"/>
                  </a:lnTo>
                  <a:lnTo>
                    <a:pt x="216484" y="507428"/>
                  </a:lnTo>
                  <a:lnTo>
                    <a:pt x="216484" y="421132"/>
                  </a:lnTo>
                  <a:lnTo>
                    <a:pt x="360807" y="421132"/>
                  </a:lnTo>
                  <a:lnTo>
                    <a:pt x="360807" y="507428"/>
                  </a:lnTo>
                  <a:lnTo>
                    <a:pt x="389674" y="507428"/>
                  </a:lnTo>
                  <a:lnTo>
                    <a:pt x="389674" y="421132"/>
                  </a:lnTo>
                  <a:lnTo>
                    <a:pt x="533996" y="421132"/>
                  </a:lnTo>
                  <a:lnTo>
                    <a:pt x="533996" y="507428"/>
                  </a:lnTo>
                  <a:lnTo>
                    <a:pt x="577291" y="507428"/>
                  </a:lnTo>
                  <a:lnTo>
                    <a:pt x="577291" y="360680"/>
                  </a:lnTo>
                  <a:lnTo>
                    <a:pt x="43294" y="360680"/>
                  </a:lnTo>
                  <a:lnTo>
                    <a:pt x="43294" y="274320"/>
                  </a:lnTo>
                  <a:lnTo>
                    <a:pt x="187617" y="274320"/>
                  </a:lnTo>
                  <a:lnTo>
                    <a:pt x="187617" y="360413"/>
                  </a:lnTo>
                  <a:lnTo>
                    <a:pt x="216484" y="360413"/>
                  </a:lnTo>
                  <a:lnTo>
                    <a:pt x="216484" y="274320"/>
                  </a:lnTo>
                  <a:lnTo>
                    <a:pt x="360807" y="274320"/>
                  </a:lnTo>
                  <a:lnTo>
                    <a:pt x="360807" y="360413"/>
                  </a:lnTo>
                  <a:lnTo>
                    <a:pt x="389674" y="360413"/>
                  </a:lnTo>
                  <a:lnTo>
                    <a:pt x="389674" y="274320"/>
                  </a:lnTo>
                  <a:lnTo>
                    <a:pt x="533996" y="274320"/>
                  </a:lnTo>
                  <a:lnTo>
                    <a:pt x="533996" y="360413"/>
                  </a:lnTo>
                  <a:lnTo>
                    <a:pt x="577291" y="360413"/>
                  </a:lnTo>
                  <a:lnTo>
                    <a:pt x="577291" y="274320"/>
                  </a:lnTo>
                  <a:lnTo>
                    <a:pt x="577291" y="273812"/>
                  </a:lnTo>
                  <a:lnTo>
                    <a:pt x="577291" y="245110"/>
                  </a:lnTo>
                  <a:lnTo>
                    <a:pt x="43294" y="245110"/>
                  </a:lnTo>
                  <a:lnTo>
                    <a:pt x="43294" y="158750"/>
                  </a:lnTo>
                  <a:lnTo>
                    <a:pt x="187617" y="158750"/>
                  </a:lnTo>
                  <a:lnTo>
                    <a:pt x="187617" y="244944"/>
                  </a:lnTo>
                  <a:lnTo>
                    <a:pt x="216484" y="244944"/>
                  </a:lnTo>
                  <a:lnTo>
                    <a:pt x="216484" y="158750"/>
                  </a:lnTo>
                  <a:lnTo>
                    <a:pt x="360807" y="158750"/>
                  </a:lnTo>
                  <a:lnTo>
                    <a:pt x="360807" y="244944"/>
                  </a:lnTo>
                  <a:lnTo>
                    <a:pt x="389674" y="244944"/>
                  </a:lnTo>
                  <a:lnTo>
                    <a:pt x="389674" y="158750"/>
                  </a:lnTo>
                  <a:lnTo>
                    <a:pt x="533996" y="158750"/>
                  </a:lnTo>
                  <a:lnTo>
                    <a:pt x="533996" y="244944"/>
                  </a:lnTo>
                  <a:lnTo>
                    <a:pt x="577291" y="244944"/>
                  </a:lnTo>
                  <a:lnTo>
                    <a:pt x="577291" y="158750"/>
                  </a:lnTo>
                  <a:lnTo>
                    <a:pt x="577291" y="158343"/>
                  </a:lnTo>
                  <a:lnTo>
                    <a:pt x="577291" y="129540"/>
                  </a:lnTo>
                  <a:lnTo>
                    <a:pt x="43294" y="129540"/>
                  </a:lnTo>
                  <a:lnTo>
                    <a:pt x="43294" y="43180"/>
                  </a:lnTo>
                  <a:lnTo>
                    <a:pt x="187617" y="43180"/>
                  </a:lnTo>
                  <a:lnTo>
                    <a:pt x="187617" y="129489"/>
                  </a:lnTo>
                  <a:lnTo>
                    <a:pt x="216484" y="129489"/>
                  </a:lnTo>
                  <a:lnTo>
                    <a:pt x="216484" y="43180"/>
                  </a:lnTo>
                  <a:lnTo>
                    <a:pt x="360807" y="43180"/>
                  </a:lnTo>
                  <a:lnTo>
                    <a:pt x="360807" y="129489"/>
                  </a:lnTo>
                  <a:lnTo>
                    <a:pt x="389674" y="129489"/>
                  </a:lnTo>
                  <a:lnTo>
                    <a:pt x="389674" y="43180"/>
                  </a:lnTo>
                  <a:lnTo>
                    <a:pt x="533996" y="43180"/>
                  </a:lnTo>
                  <a:lnTo>
                    <a:pt x="533996" y="129489"/>
                  </a:lnTo>
                  <a:lnTo>
                    <a:pt x="577291" y="129489"/>
                  </a:lnTo>
                  <a:lnTo>
                    <a:pt x="577291" y="43180"/>
                  </a:lnTo>
                  <a:lnTo>
                    <a:pt x="577291" y="42887"/>
                  </a:lnTo>
                  <a:lnTo>
                    <a:pt x="577291" y="0"/>
                  </a:lnTo>
                  <a:close/>
                </a:path>
              </a:pathLst>
            </a:custGeom>
            <a:solidFill>
              <a:srgbClr val="66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777839" y="2816517"/>
              <a:ext cx="577850" cy="405765"/>
            </a:xfrm>
            <a:custGeom>
              <a:avLst/>
              <a:gdLst/>
              <a:ahLst/>
              <a:cxnLst/>
              <a:rect l="l" t="t" r="r" b="b"/>
              <a:pathLst>
                <a:path w="577850" h="405764">
                  <a:moveTo>
                    <a:pt x="216484" y="275082"/>
                  </a:moveTo>
                  <a:lnTo>
                    <a:pt x="187617" y="275082"/>
                  </a:lnTo>
                  <a:lnTo>
                    <a:pt x="187617" y="361861"/>
                  </a:lnTo>
                  <a:lnTo>
                    <a:pt x="216484" y="361861"/>
                  </a:lnTo>
                  <a:lnTo>
                    <a:pt x="216484" y="275082"/>
                  </a:lnTo>
                  <a:close/>
                </a:path>
                <a:path w="577850" h="405764">
                  <a:moveTo>
                    <a:pt x="216484" y="159359"/>
                  </a:moveTo>
                  <a:lnTo>
                    <a:pt x="187617" y="159359"/>
                  </a:lnTo>
                  <a:lnTo>
                    <a:pt x="187617" y="246151"/>
                  </a:lnTo>
                  <a:lnTo>
                    <a:pt x="216484" y="246151"/>
                  </a:lnTo>
                  <a:lnTo>
                    <a:pt x="216484" y="159359"/>
                  </a:lnTo>
                  <a:close/>
                </a:path>
                <a:path w="577850" h="405764">
                  <a:moveTo>
                    <a:pt x="216484" y="43649"/>
                  </a:moveTo>
                  <a:lnTo>
                    <a:pt x="187617" y="43649"/>
                  </a:lnTo>
                  <a:lnTo>
                    <a:pt x="187617" y="130441"/>
                  </a:lnTo>
                  <a:lnTo>
                    <a:pt x="216484" y="130441"/>
                  </a:lnTo>
                  <a:lnTo>
                    <a:pt x="216484" y="43649"/>
                  </a:lnTo>
                  <a:close/>
                </a:path>
                <a:path w="577850" h="405764">
                  <a:moveTo>
                    <a:pt x="389674" y="275082"/>
                  </a:moveTo>
                  <a:lnTo>
                    <a:pt x="360807" y="275082"/>
                  </a:lnTo>
                  <a:lnTo>
                    <a:pt x="360807" y="361861"/>
                  </a:lnTo>
                  <a:lnTo>
                    <a:pt x="389674" y="361861"/>
                  </a:lnTo>
                  <a:lnTo>
                    <a:pt x="389674" y="275082"/>
                  </a:lnTo>
                  <a:close/>
                </a:path>
                <a:path w="577850" h="405764">
                  <a:moveTo>
                    <a:pt x="389674" y="159359"/>
                  </a:moveTo>
                  <a:lnTo>
                    <a:pt x="360807" y="159359"/>
                  </a:lnTo>
                  <a:lnTo>
                    <a:pt x="360807" y="246151"/>
                  </a:lnTo>
                  <a:lnTo>
                    <a:pt x="389674" y="246151"/>
                  </a:lnTo>
                  <a:lnTo>
                    <a:pt x="389674" y="159359"/>
                  </a:lnTo>
                  <a:close/>
                </a:path>
                <a:path w="577850" h="405764">
                  <a:moveTo>
                    <a:pt x="389674" y="43649"/>
                  </a:moveTo>
                  <a:lnTo>
                    <a:pt x="360807" y="43649"/>
                  </a:lnTo>
                  <a:lnTo>
                    <a:pt x="360807" y="130441"/>
                  </a:lnTo>
                  <a:lnTo>
                    <a:pt x="389674" y="130441"/>
                  </a:lnTo>
                  <a:lnTo>
                    <a:pt x="389674" y="43649"/>
                  </a:lnTo>
                  <a:close/>
                </a:path>
                <a:path w="577850" h="405764">
                  <a:moveTo>
                    <a:pt x="577291" y="275082"/>
                  </a:moveTo>
                  <a:lnTo>
                    <a:pt x="533996" y="275082"/>
                  </a:lnTo>
                  <a:lnTo>
                    <a:pt x="533996" y="361861"/>
                  </a:lnTo>
                  <a:lnTo>
                    <a:pt x="577291" y="361861"/>
                  </a:lnTo>
                  <a:lnTo>
                    <a:pt x="577291" y="275082"/>
                  </a:lnTo>
                  <a:close/>
                </a:path>
                <a:path w="577850" h="405764">
                  <a:moveTo>
                    <a:pt x="577291" y="159359"/>
                  </a:moveTo>
                  <a:lnTo>
                    <a:pt x="533996" y="159359"/>
                  </a:lnTo>
                  <a:lnTo>
                    <a:pt x="533996" y="246151"/>
                  </a:lnTo>
                  <a:lnTo>
                    <a:pt x="577291" y="246151"/>
                  </a:lnTo>
                  <a:lnTo>
                    <a:pt x="577291" y="159359"/>
                  </a:lnTo>
                  <a:close/>
                </a:path>
                <a:path w="577850" h="405764">
                  <a:moveTo>
                    <a:pt x="577291" y="43649"/>
                  </a:moveTo>
                  <a:lnTo>
                    <a:pt x="533996" y="43649"/>
                  </a:lnTo>
                  <a:lnTo>
                    <a:pt x="533996" y="130441"/>
                  </a:lnTo>
                  <a:lnTo>
                    <a:pt x="577291" y="130441"/>
                  </a:lnTo>
                  <a:lnTo>
                    <a:pt x="577291" y="43649"/>
                  </a:lnTo>
                  <a:close/>
                </a:path>
                <a:path w="577850" h="405764">
                  <a:moveTo>
                    <a:pt x="577291" y="0"/>
                  </a:moveTo>
                  <a:lnTo>
                    <a:pt x="0" y="0"/>
                  </a:lnTo>
                  <a:lnTo>
                    <a:pt x="0" y="43218"/>
                  </a:lnTo>
                  <a:lnTo>
                    <a:pt x="0" y="130949"/>
                  </a:lnTo>
                  <a:lnTo>
                    <a:pt x="0" y="405574"/>
                  </a:lnTo>
                  <a:lnTo>
                    <a:pt x="577291" y="405574"/>
                  </a:lnTo>
                  <a:lnTo>
                    <a:pt x="577291" y="362343"/>
                  </a:lnTo>
                  <a:lnTo>
                    <a:pt x="43294" y="362343"/>
                  </a:lnTo>
                  <a:lnTo>
                    <a:pt x="43294" y="274612"/>
                  </a:lnTo>
                  <a:lnTo>
                    <a:pt x="577291" y="274612"/>
                  </a:lnTo>
                  <a:lnTo>
                    <a:pt x="577291" y="246646"/>
                  </a:lnTo>
                  <a:lnTo>
                    <a:pt x="43294" y="246646"/>
                  </a:lnTo>
                  <a:lnTo>
                    <a:pt x="43294" y="158915"/>
                  </a:lnTo>
                  <a:lnTo>
                    <a:pt x="577291" y="158915"/>
                  </a:lnTo>
                  <a:lnTo>
                    <a:pt x="577291" y="130949"/>
                  </a:lnTo>
                  <a:lnTo>
                    <a:pt x="43294" y="130949"/>
                  </a:lnTo>
                  <a:lnTo>
                    <a:pt x="43294" y="43218"/>
                  </a:lnTo>
                  <a:lnTo>
                    <a:pt x="577291" y="43218"/>
                  </a:lnTo>
                  <a:lnTo>
                    <a:pt x="577291" y="0"/>
                  </a:lnTo>
                  <a:close/>
                </a:path>
              </a:pathLst>
            </a:custGeom>
            <a:solidFill>
              <a:srgbClr val="D6D6D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05784" y="1999488"/>
              <a:ext cx="1747265" cy="564642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3752469" y="2052955"/>
            <a:ext cx="14351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VIEW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TABLE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586226" y="2354833"/>
            <a:ext cx="2012950" cy="417195"/>
            <a:chOff x="3586226" y="2354833"/>
            <a:chExt cx="2012950" cy="417195"/>
          </a:xfrm>
        </p:grpSpPr>
        <p:sp>
          <p:nvSpPr>
            <p:cNvPr id="26" name="object 26"/>
            <p:cNvSpPr/>
            <p:nvPr/>
          </p:nvSpPr>
          <p:spPr>
            <a:xfrm>
              <a:off x="3598926" y="2367533"/>
              <a:ext cx="1987550" cy="391795"/>
            </a:xfrm>
            <a:custGeom>
              <a:avLst/>
              <a:gdLst/>
              <a:ahLst/>
              <a:cxnLst/>
              <a:rect l="l" t="t" r="r" b="b"/>
              <a:pathLst>
                <a:path w="1987550" h="391794">
                  <a:moveTo>
                    <a:pt x="1791462" y="0"/>
                  </a:moveTo>
                  <a:lnTo>
                    <a:pt x="1791462" y="97917"/>
                  </a:lnTo>
                  <a:lnTo>
                    <a:pt x="0" y="97917"/>
                  </a:lnTo>
                  <a:lnTo>
                    <a:pt x="0" y="293751"/>
                  </a:lnTo>
                  <a:lnTo>
                    <a:pt x="1791462" y="293751"/>
                  </a:lnTo>
                  <a:lnTo>
                    <a:pt x="1791462" y="391668"/>
                  </a:lnTo>
                  <a:lnTo>
                    <a:pt x="1987296" y="195834"/>
                  </a:lnTo>
                  <a:lnTo>
                    <a:pt x="1791462" y="0"/>
                  </a:lnTo>
                  <a:close/>
                </a:path>
              </a:pathLst>
            </a:custGeom>
            <a:solidFill>
              <a:srgbClr val="00C3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598926" y="2367533"/>
              <a:ext cx="1987550" cy="391795"/>
            </a:xfrm>
            <a:custGeom>
              <a:avLst/>
              <a:gdLst/>
              <a:ahLst/>
              <a:cxnLst/>
              <a:rect l="l" t="t" r="r" b="b"/>
              <a:pathLst>
                <a:path w="1987550" h="391794">
                  <a:moveTo>
                    <a:pt x="0" y="97917"/>
                  </a:moveTo>
                  <a:lnTo>
                    <a:pt x="1791462" y="97917"/>
                  </a:lnTo>
                  <a:lnTo>
                    <a:pt x="1791462" y="0"/>
                  </a:lnTo>
                  <a:lnTo>
                    <a:pt x="1987296" y="195834"/>
                  </a:lnTo>
                  <a:lnTo>
                    <a:pt x="1791462" y="391668"/>
                  </a:lnTo>
                  <a:lnTo>
                    <a:pt x="1791462" y="293751"/>
                  </a:lnTo>
                  <a:lnTo>
                    <a:pt x="0" y="293751"/>
                  </a:lnTo>
                  <a:lnTo>
                    <a:pt x="0" y="97917"/>
                  </a:lnTo>
                  <a:close/>
                </a:path>
              </a:pathLst>
            </a:custGeom>
            <a:ln w="25400">
              <a:solidFill>
                <a:srgbClr val="008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67765">
              <a:lnSpc>
                <a:spcPct val="100000"/>
              </a:lnSpc>
              <a:spcBef>
                <a:spcPts val="105"/>
              </a:spcBef>
            </a:pPr>
            <a:r>
              <a:rPr dirty="0"/>
              <a:t>When</a:t>
            </a:r>
            <a:r>
              <a:rPr spc="-40" dirty="0"/>
              <a:t> </a:t>
            </a:r>
            <a:r>
              <a:rPr dirty="0"/>
              <a:t>to</a:t>
            </a:r>
            <a:r>
              <a:rPr spc="-40" dirty="0"/>
              <a:t> </a:t>
            </a:r>
            <a:r>
              <a:rPr dirty="0"/>
              <a:t>use</a:t>
            </a:r>
            <a:r>
              <a:rPr spc="-30" dirty="0"/>
              <a:t> </a:t>
            </a:r>
            <a:r>
              <a:rPr spc="-25" dirty="0"/>
              <a:t>MV?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31594" y="1643634"/>
            <a:ext cx="5741670" cy="18586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00C3FF"/>
              </a:buClr>
              <a:buSzPct val="105000"/>
              <a:buFont typeface="Wingdings"/>
              <a:buChar char=""/>
              <a:tabLst>
                <a:tab pos="355600" algn="l"/>
              </a:tabLst>
            </a:pP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Don't</a:t>
            </a:r>
            <a:r>
              <a:rPr sz="2000" spc="-6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use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materialized</a:t>
            </a:r>
            <a:r>
              <a:rPr sz="2000" spc="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view</a:t>
            </a:r>
            <a:r>
              <a:rPr sz="20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if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data</a:t>
            </a:r>
            <a:r>
              <a:rPr sz="2000" spc="-4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changes</a:t>
            </a:r>
            <a:r>
              <a:rPr sz="2000" spc="-4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are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D6D6D6"/>
                </a:solidFill>
                <a:latin typeface="Calibri"/>
                <a:cs typeface="Calibri"/>
              </a:rPr>
              <a:t>very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frequent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800"/>
              </a:spcBef>
              <a:buClr>
                <a:srgbClr val="00C3FF"/>
              </a:buClr>
              <a:buSzPct val="105000"/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Keep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maintenance</a:t>
            </a:r>
            <a:r>
              <a:rPr sz="2000" spc="-1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cost</a:t>
            </a:r>
            <a:r>
              <a:rPr sz="2000" spc="-2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in</a:t>
            </a:r>
            <a:r>
              <a:rPr sz="2000" spc="-20" dirty="0">
                <a:solidFill>
                  <a:srgbClr val="D6D6D6"/>
                </a:solidFill>
                <a:latin typeface="Calibri"/>
                <a:cs typeface="Calibri"/>
              </a:rPr>
              <a:t> mind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buClr>
                <a:srgbClr val="00C3FF"/>
              </a:buClr>
              <a:buFont typeface="Wingdings"/>
              <a:buChar char=""/>
            </a:pPr>
            <a:endParaRPr sz="2000">
              <a:latin typeface="Calibri"/>
              <a:cs typeface="Calibri"/>
            </a:endParaRPr>
          </a:p>
          <a:p>
            <a:pPr marL="359410" indent="-342900">
              <a:lnSpc>
                <a:spcPct val="100000"/>
              </a:lnSpc>
              <a:buClr>
                <a:srgbClr val="00C3FF"/>
              </a:buClr>
              <a:buSzPct val="105000"/>
              <a:buFont typeface="Wingdings"/>
              <a:buChar char=""/>
              <a:tabLst>
                <a:tab pos="359410" algn="l"/>
              </a:tabLst>
            </a:pP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Considder</a:t>
            </a:r>
            <a:r>
              <a:rPr sz="2000" spc="-6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leveraging</a:t>
            </a:r>
            <a:r>
              <a:rPr sz="2000" spc="-4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tasks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(&amp;</a:t>
            </a:r>
            <a:r>
              <a:rPr sz="2000" spc="-5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streams)</a:t>
            </a:r>
            <a:r>
              <a:rPr sz="2000" spc="-2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instead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3482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Limitations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07461" y="1838198"/>
            <a:ext cx="3683000" cy="900430"/>
            <a:chOff x="2807461" y="1838198"/>
            <a:chExt cx="3683000" cy="900430"/>
          </a:xfrm>
        </p:grpSpPr>
        <p:sp>
          <p:nvSpPr>
            <p:cNvPr id="4" name="object 4"/>
            <p:cNvSpPr/>
            <p:nvPr/>
          </p:nvSpPr>
          <p:spPr>
            <a:xfrm>
              <a:off x="2820161" y="1850898"/>
              <a:ext cx="3657600" cy="875030"/>
            </a:xfrm>
            <a:custGeom>
              <a:avLst/>
              <a:gdLst/>
              <a:ahLst/>
              <a:cxnLst/>
              <a:rect l="l" t="t" r="r" b="b"/>
              <a:pathLst>
                <a:path w="3657600" h="875030">
                  <a:moveTo>
                    <a:pt x="3511804" y="0"/>
                  </a:moveTo>
                  <a:lnTo>
                    <a:pt x="145795" y="0"/>
                  </a:lnTo>
                  <a:lnTo>
                    <a:pt x="99714" y="7433"/>
                  </a:lnTo>
                  <a:lnTo>
                    <a:pt x="59692" y="28131"/>
                  </a:lnTo>
                  <a:lnTo>
                    <a:pt x="28131" y="59692"/>
                  </a:lnTo>
                  <a:lnTo>
                    <a:pt x="7433" y="99714"/>
                  </a:lnTo>
                  <a:lnTo>
                    <a:pt x="0" y="145795"/>
                  </a:lnTo>
                  <a:lnTo>
                    <a:pt x="0" y="728979"/>
                  </a:lnTo>
                  <a:lnTo>
                    <a:pt x="7433" y="775061"/>
                  </a:lnTo>
                  <a:lnTo>
                    <a:pt x="28131" y="815083"/>
                  </a:lnTo>
                  <a:lnTo>
                    <a:pt x="59692" y="846644"/>
                  </a:lnTo>
                  <a:lnTo>
                    <a:pt x="99714" y="867342"/>
                  </a:lnTo>
                  <a:lnTo>
                    <a:pt x="145795" y="874776"/>
                  </a:lnTo>
                  <a:lnTo>
                    <a:pt x="3511804" y="874776"/>
                  </a:lnTo>
                  <a:lnTo>
                    <a:pt x="3557885" y="867342"/>
                  </a:lnTo>
                  <a:lnTo>
                    <a:pt x="3597907" y="846644"/>
                  </a:lnTo>
                  <a:lnTo>
                    <a:pt x="3629468" y="815083"/>
                  </a:lnTo>
                  <a:lnTo>
                    <a:pt x="3650166" y="775061"/>
                  </a:lnTo>
                  <a:lnTo>
                    <a:pt x="3657600" y="728979"/>
                  </a:lnTo>
                  <a:lnTo>
                    <a:pt x="3657600" y="145795"/>
                  </a:lnTo>
                  <a:lnTo>
                    <a:pt x="3650166" y="99714"/>
                  </a:lnTo>
                  <a:lnTo>
                    <a:pt x="3629468" y="59692"/>
                  </a:lnTo>
                  <a:lnTo>
                    <a:pt x="3597907" y="28131"/>
                  </a:lnTo>
                  <a:lnTo>
                    <a:pt x="3557885" y="7433"/>
                  </a:lnTo>
                  <a:lnTo>
                    <a:pt x="351180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20161" y="1850898"/>
              <a:ext cx="3657600" cy="875030"/>
            </a:xfrm>
            <a:custGeom>
              <a:avLst/>
              <a:gdLst/>
              <a:ahLst/>
              <a:cxnLst/>
              <a:rect l="l" t="t" r="r" b="b"/>
              <a:pathLst>
                <a:path w="3657600" h="875030">
                  <a:moveTo>
                    <a:pt x="0" y="145795"/>
                  </a:moveTo>
                  <a:lnTo>
                    <a:pt x="7433" y="99714"/>
                  </a:lnTo>
                  <a:lnTo>
                    <a:pt x="28131" y="59692"/>
                  </a:lnTo>
                  <a:lnTo>
                    <a:pt x="59692" y="28131"/>
                  </a:lnTo>
                  <a:lnTo>
                    <a:pt x="99714" y="7433"/>
                  </a:lnTo>
                  <a:lnTo>
                    <a:pt x="145795" y="0"/>
                  </a:lnTo>
                  <a:lnTo>
                    <a:pt x="3511804" y="0"/>
                  </a:lnTo>
                  <a:lnTo>
                    <a:pt x="3557885" y="7433"/>
                  </a:lnTo>
                  <a:lnTo>
                    <a:pt x="3597907" y="28131"/>
                  </a:lnTo>
                  <a:lnTo>
                    <a:pt x="3629468" y="59692"/>
                  </a:lnTo>
                  <a:lnTo>
                    <a:pt x="3650166" y="99714"/>
                  </a:lnTo>
                  <a:lnTo>
                    <a:pt x="3657600" y="145795"/>
                  </a:lnTo>
                  <a:lnTo>
                    <a:pt x="3657600" y="728979"/>
                  </a:lnTo>
                  <a:lnTo>
                    <a:pt x="3650166" y="775061"/>
                  </a:lnTo>
                  <a:lnTo>
                    <a:pt x="3629468" y="815083"/>
                  </a:lnTo>
                  <a:lnTo>
                    <a:pt x="3597907" y="846644"/>
                  </a:lnTo>
                  <a:lnTo>
                    <a:pt x="3557885" y="867342"/>
                  </a:lnTo>
                  <a:lnTo>
                    <a:pt x="3511804" y="874776"/>
                  </a:lnTo>
                  <a:lnTo>
                    <a:pt x="145795" y="874776"/>
                  </a:lnTo>
                  <a:lnTo>
                    <a:pt x="99714" y="867342"/>
                  </a:lnTo>
                  <a:lnTo>
                    <a:pt x="59692" y="846644"/>
                  </a:lnTo>
                  <a:lnTo>
                    <a:pt x="28131" y="815083"/>
                  </a:lnTo>
                  <a:lnTo>
                    <a:pt x="7433" y="775061"/>
                  </a:lnTo>
                  <a:lnTo>
                    <a:pt x="0" y="728979"/>
                  </a:lnTo>
                  <a:lnTo>
                    <a:pt x="0" y="145795"/>
                  </a:lnTo>
                  <a:close/>
                </a:path>
              </a:pathLst>
            </a:custGeom>
            <a:ln w="25400">
              <a:solidFill>
                <a:srgbClr val="9B9B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20567" y="2098548"/>
              <a:ext cx="3242310" cy="45491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136138" y="2140407"/>
            <a:ext cx="29952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3B3B3B"/>
                </a:solidFill>
                <a:latin typeface="Calibri"/>
                <a:cs typeface="Calibri"/>
              </a:rPr>
              <a:t>Only</a:t>
            </a:r>
            <a:r>
              <a:rPr sz="1600" spc="-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B3B3B"/>
                </a:solidFill>
                <a:latin typeface="Calibri"/>
                <a:cs typeface="Calibri"/>
              </a:rPr>
              <a:t>available</a:t>
            </a:r>
            <a:r>
              <a:rPr sz="1600" spc="-7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B3B3B"/>
                </a:solidFill>
                <a:latin typeface="Calibri"/>
                <a:cs typeface="Calibri"/>
              </a:rPr>
              <a:t>for</a:t>
            </a:r>
            <a:r>
              <a:rPr sz="1600" spc="-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B3B3B"/>
                </a:solidFill>
                <a:latin typeface="Calibri"/>
                <a:cs typeface="Calibri"/>
              </a:rPr>
              <a:t>Enterprise</a:t>
            </a:r>
            <a:r>
              <a:rPr sz="1600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B3B3B"/>
                </a:solidFill>
                <a:latin typeface="Calibri"/>
                <a:cs typeface="Calibri"/>
              </a:rPr>
              <a:t>edition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3482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Limitations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16354" y="1628394"/>
            <a:ext cx="4955540" cy="959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125"/>
              </a:spcBef>
              <a:tabLst>
                <a:tab pos="370205" algn="l"/>
              </a:tabLst>
            </a:pPr>
            <a:r>
              <a:rPr sz="2100" spc="-50" dirty="0">
                <a:solidFill>
                  <a:srgbClr val="00C3FF"/>
                </a:solidFill>
                <a:latin typeface="Calibri"/>
                <a:cs typeface="Calibri"/>
              </a:rPr>
              <a:t>×</a:t>
            </a:r>
            <a:r>
              <a:rPr sz="2100" dirty="0">
                <a:solidFill>
                  <a:srgbClr val="00C3FF"/>
                </a:solidFill>
                <a:latin typeface="Calibri"/>
                <a:cs typeface="Calibri"/>
              </a:rPr>
              <a:t>	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Joins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(including</a:t>
            </a:r>
            <a:r>
              <a:rPr sz="20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self-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joins)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are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not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supported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80"/>
              </a:spcBef>
              <a:tabLst>
                <a:tab pos="354965" algn="l"/>
              </a:tabLst>
            </a:pPr>
            <a:r>
              <a:rPr sz="2100" spc="-50" dirty="0">
                <a:solidFill>
                  <a:srgbClr val="00C3FF"/>
                </a:solidFill>
                <a:latin typeface="Calibri"/>
                <a:cs typeface="Calibri"/>
              </a:rPr>
              <a:t>×</a:t>
            </a:r>
            <a:r>
              <a:rPr sz="2100" dirty="0">
                <a:solidFill>
                  <a:srgbClr val="00C3FF"/>
                </a:solidFill>
                <a:latin typeface="Calibri"/>
                <a:cs typeface="Calibri"/>
              </a:rPr>
              <a:t>	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Limited</a:t>
            </a:r>
            <a:r>
              <a:rPr sz="2000" spc="-1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amount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aggregation</a:t>
            </a:r>
            <a:r>
              <a:rPr sz="2000" spc="-6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functions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3482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Limitations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223002" y="1045717"/>
            <a:ext cx="3683000" cy="3488054"/>
            <a:chOff x="5223002" y="1045717"/>
            <a:chExt cx="3683000" cy="3488054"/>
          </a:xfrm>
        </p:grpSpPr>
        <p:sp>
          <p:nvSpPr>
            <p:cNvPr id="4" name="object 4"/>
            <p:cNvSpPr/>
            <p:nvPr/>
          </p:nvSpPr>
          <p:spPr>
            <a:xfrm>
              <a:off x="5235702" y="1058417"/>
              <a:ext cx="3657600" cy="3462654"/>
            </a:xfrm>
            <a:custGeom>
              <a:avLst/>
              <a:gdLst/>
              <a:ahLst/>
              <a:cxnLst/>
              <a:rect l="l" t="t" r="r" b="b"/>
              <a:pathLst>
                <a:path w="3657600" h="3462654">
                  <a:moveTo>
                    <a:pt x="3080512" y="0"/>
                  </a:moveTo>
                  <a:lnTo>
                    <a:pt x="577088" y="0"/>
                  </a:lnTo>
                  <a:lnTo>
                    <a:pt x="529750" y="1912"/>
                  </a:lnTo>
                  <a:lnTo>
                    <a:pt x="483468" y="7551"/>
                  </a:lnTo>
                  <a:lnTo>
                    <a:pt x="438389" y="16768"/>
                  </a:lnTo>
                  <a:lnTo>
                    <a:pt x="394663" y="29415"/>
                  </a:lnTo>
                  <a:lnTo>
                    <a:pt x="352436" y="45342"/>
                  </a:lnTo>
                  <a:lnTo>
                    <a:pt x="311859" y="64403"/>
                  </a:lnTo>
                  <a:lnTo>
                    <a:pt x="273079" y="86448"/>
                  </a:lnTo>
                  <a:lnTo>
                    <a:pt x="236244" y="111329"/>
                  </a:lnTo>
                  <a:lnTo>
                    <a:pt x="201503" y="138897"/>
                  </a:lnTo>
                  <a:lnTo>
                    <a:pt x="169005" y="169005"/>
                  </a:lnTo>
                  <a:lnTo>
                    <a:pt x="138897" y="201503"/>
                  </a:lnTo>
                  <a:lnTo>
                    <a:pt x="111329" y="236244"/>
                  </a:lnTo>
                  <a:lnTo>
                    <a:pt x="86448" y="273079"/>
                  </a:lnTo>
                  <a:lnTo>
                    <a:pt x="64403" y="311859"/>
                  </a:lnTo>
                  <a:lnTo>
                    <a:pt x="45342" y="352436"/>
                  </a:lnTo>
                  <a:lnTo>
                    <a:pt x="29415" y="394663"/>
                  </a:lnTo>
                  <a:lnTo>
                    <a:pt x="16768" y="438389"/>
                  </a:lnTo>
                  <a:lnTo>
                    <a:pt x="7551" y="483468"/>
                  </a:lnTo>
                  <a:lnTo>
                    <a:pt x="1912" y="529750"/>
                  </a:lnTo>
                  <a:lnTo>
                    <a:pt x="0" y="577088"/>
                  </a:lnTo>
                  <a:lnTo>
                    <a:pt x="0" y="2885427"/>
                  </a:lnTo>
                  <a:lnTo>
                    <a:pt x="1912" y="2932757"/>
                  </a:lnTo>
                  <a:lnTo>
                    <a:pt x="7551" y="2979034"/>
                  </a:lnTo>
                  <a:lnTo>
                    <a:pt x="16768" y="3024109"/>
                  </a:lnTo>
                  <a:lnTo>
                    <a:pt x="29415" y="3067833"/>
                  </a:lnTo>
                  <a:lnTo>
                    <a:pt x="45342" y="3110058"/>
                  </a:lnTo>
                  <a:lnTo>
                    <a:pt x="64403" y="3150636"/>
                  </a:lnTo>
                  <a:lnTo>
                    <a:pt x="86448" y="3189417"/>
                  </a:lnTo>
                  <a:lnTo>
                    <a:pt x="111329" y="3226253"/>
                  </a:lnTo>
                  <a:lnTo>
                    <a:pt x="138897" y="3260996"/>
                  </a:lnTo>
                  <a:lnTo>
                    <a:pt x="169005" y="3293497"/>
                  </a:lnTo>
                  <a:lnTo>
                    <a:pt x="201503" y="3323607"/>
                  </a:lnTo>
                  <a:lnTo>
                    <a:pt x="236244" y="3351179"/>
                  </a:lnTo>
                  <a:lnTo>
                    <a:pt x="273079" y="3376063"/>
                  </a:lnTo>
                  <a:lnTo>
                    <a:pt x="311859" y="3398112"/>
                  </a:lnTo>
                  <a:lnTo>
                    <a:pt x="352436" y="3417175"/>
                  </a:lnTo>
                  <a:lnTo>
                    <a:pt x="394663" y="3433106"/>
                  </a:lnTo>
                  <a:lnTo>
                    <a:pt x="438389" y="3445755"/>
                  </a:lnTo>
                  <a:lnTo>
                    <a:pt x="483468" y="3454974"/>
                  </a:lnTo>
                  <a:lnTo>
                    <a:pt x="529750" y="3460614"/>
                  </a:lnTo>
                  <a:lnTo>
                    <a:pt x="577088" y="3462528"/>
                  </a:lnTo>
                  <a:lnTo>
                    <a:pt x="3080512" y="3462528"/>
                  </a:lnTo>
                  <a:lnTo>
                    <a:pt x="3127849" y="3460614"/>
                  </a:lnTo>
                  <a:lnTo>
                    <a:pt x="3174131" y="3454974"/>
                  </a:lnTo>
                  <a:lnTo>
                    <a:pt x="3219210" y="3445755"/>
                  </a:lnTo>
                  <a:lnTo>
                    <a:pt x="3262936" y="3433106"/>
                  </a:lnTo>
                  <a:lnTo>
                    <a:pt x="3305163" y="3417175"/>
                  </a:lnTo>
                  <a:lnTo>
                    <a:pt x="3345740" y="3398112"/>
                  </a:lnTo>
                  <a:lnTo>
                    <a:pt x="3384520" y="3376063"/>
                  </a:lnTo>
                  <a:lnTo>
                    <a:pt x="3421355" y="3351179"/>
                  </a:lnTo>
                  <a:lnTo>
                    <a:pt x="3456096" y="3323607"/>
                  </a:lnTo>
                  <a:lnTo>
                    <a:pt x="3488594" y="3293497"/>
                  </a:lnTo>
                  <a:lnTo>
                    <a:pt x="3518702" y="3260996"/>
                  </a:lnTo>
                  <a:lnTo>
                    <a:pt x="3546270" y="3226253"/>
                  </a:lnTo>
                  <a:lnTo>
                    <a:pt x="3571151" y="3189417"/>
                  </a:lnTo>
                  <a:lnTo>
                    <a:pt x="3593196" y="3150636"/>
                  </a:lnTo>
                  <a:lnTo>
                    <a:pt x="3612257" y="3110058"/>
                  </a:lnTo>
                  <a:lnTo>
                    <a:pt x="3628184" y="3067833"/>
                  </a:lnTo>
                  <a:lnTo>
                    <a:pt x="3640831" y="3024109"/>
                  </a:lnTo>
                  <a:lnTo>
                    <a:pt x="3650048" y="2979034"/>
                  </a:lnTo>
                  <a:lnTo>
                    <a:pt x="3655687" y="2932757"/>
                  </a:lnTo>
                  <a:lnTo>
                    <a:pt x="3657600" y="2885427"/>
                  </a:lnTo>
                  <a:lnTo>
                    <a:pt x="3657600" y="577088"/>
                  </a:lnTo>
                  <a:lnTo>
                    <a:pt x="3655687" y="529750"/>
                  </a:lnTo>
                  <a:lnTo>
                    <a:pt x="3650048" y="483468"/>
                  </a:lnTo>
                  <a:lnTo>
                    <a:pt x="3640831" y="438389"/>
                  </a:lnTo>
                  <a:lnTo>
                    <a:pt x="3628184" y="394663"/>
                  </a:lnTo>
                  <a:lnTo>
                    <a:pt x="3612257" y="352436"/>
                  </a:lnTo>
                  <a:lnTo>
                    <a:pt x="3593196" y="311859"/>
                  </a:lnTo>
                  <a:lnTo>
                    <a:pt x="3571151" y="273079"/>
                  </a:lnTo>
                  <a:lnTo>
                    <a:pt x="3546270" y="236244"/>
                  </a:lnTo>
                  <a:lnTo>
                    <a:pt x="3518702" y="201503"/>
                  </a:lnTo>
                  <a:lnTo>
                    <a:pt x="3488594" y="169005"/>
                  </a:lnTo>
                  <a:lnTo>
                    <a:pt x="3456096" y="138897"/>
                  </a:lnTo>
                  <a:lnTo>
                    <a:pt x="3421355" y="111329"/>
                  </a:lnTo>
                  <a:lnTo>
                    <a:pt x="3384520" y="86448"/>
                  </a:lnTo>
                  <a:lnTo>
                    <a:pt x="3345740" y="64403"/>
                  </a:lnTo>
                  <a:lnTo>
                    <a:pt x="3305163" y="45342"/>
                  </a:lnTo>
                  <a:lnTo>
                    <a:pt x="3262936" y="29415"/>
                  </a:lnTo>
                  <a:lnTo>
                    <a:pt x="3219210" y="16768"/>
                  </a:lnTo>
                  <a:lnTo>
                    <a:pt x="3174131" y="7551"/>
                  </a:lnTo>
                  <a:lnTo>
                    <a:pt x="3127849" y="1912"/>
                  </a:lnTo>
                  <a:lnTo>
                    <a:pt x="308051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35702" y="1058417"/>
              <a:ext cx="3657600" cy="3462654"/>
            </a:xfrm>
            <a:custGeom>
              <a:avLst/>
              <a:gdLst/>
              <a:ahLst/>
              <a:cxnLst/>
              <a:rect l="l" t="t" r="r" b="b"/>
              <a:pathLst>
                <a:path w="3657600" h="3462654">
                  <a:moveTo>
                    <a:pt x="0" y="577088"/>
                  </a:moveTo>
                  <a:lnTo>
                    <a:pt x="1912" y="529750"/>
                  </a:lnTo>
                  <a:lnTo>
                    <a:pt x="7551" y="483468"/>
                  </a:lnTo>
                  <a:lnTo>
                    <a:pt x="16768" y="438389"/>
                  </a:lnTo>
                  <a:lnTo>
                    <a:pt x="29415" y="394663"/>
                  </a:lnTo>
                  <a:lnTo>
                    <a:pt x="45342" y="352436"/>
                  </a:lnTo>
                  <a:lnTo>
                    <a:pt x="64403" y="311859"/>
                  </a:lnTo>
                  <a:lnTo>
                    <a:pt x="86448" y="273079"/>
                  </a:lnTo>
                  <a:lnTo>
                    <a:pt x="111329" y="236244"/>
                  </a:lnTo>
                  <a:lnTo>
                    <a:pt x="138897" y="201503"/>
                  </a:lnTo>
                  <a:lnTo>
                    <a:pt x="169005" y="169005"/>
                  </a:lnTo>
                  <a:lnTo>
                    <a:pt x="201503" y="138897"/>
                  </a:lnTo>
                  <a:lnTo>
                    <a:pt x="236244" y="111329"/>
                  </a:lnTo>
                  <a:lnTo>
                    <a:pt x="273079" y="86448"/>
                  </a:lnTo>
                  <a:lnTo>
                    <a:pt x="311859" y="64403"/>
                  </a:lnTo>
                  <a:lnTo>
                    <a:pt x="352436" y="45342"/>
                  </a:lnTo>
                  <a:lnTo>
                    <a:pt x="394663" y="29415"/>
                  </a:lnTo>
                  <a:lnTo>
                    <a:pt x="438389" y="16768"/>
                  </a:lnTo>
                  <a:lnTo>
                    <a:pt x="483468" y="7551"/>
                  </a:lnTo>
                  <a:lnTo>
                    <a:pt x="529750" y="1912"/>
                  </a:lnTo>
                  <a:lnTo>
                    <a:pt x="577088" y="0"/>
                  </a:lnTo>
                  <a:lnTo>
                    <a:pt x="3080512" y="0"/>
                  </a:lnTo>
                  <a:lnTo>
                    <a:pt x="3127849" y="1912"/>
                  </a:lnTo>
                  <a:lnTo>
                    <a:pt x="3174131" y="7551"/>
                  </a:lnTo>
                  <a:lnTo>
                    <a:pt x="3219210" y="16768"/>
                  </a:lnTo>
                  <a:lnTo>
                    <a:pt x="3262936" y="29415"/>
                  </a:lnTo>
                  <a:lnTo>
                    <a:pt x="3305163" y="45342"/>
                  </a:lnTo>
                  <a:lnTo>
                    <a:pt x="3345740" y="64403"/>
                  </a:lnTo>
                  <a:lnTo>
                    <a:pt x="3384520" y="86448"/>
                  </a:lnTo>
                  <a:lnTo>
                    <a:pt x="3421355" y="111329"/>
                  </a:lnTo>
                  <a:lnTo>
                    <a:pt x="3456096" y="138897"/>
                  </a:lnTo>
                  <a:lnTo>
                    <a:pt x="3488594" y="169005"/>
                  </a:lnTo>
                  <a:lnTo>
                    <a:pt x="3518702" y="201503"/>
                  </a:lnTo>
                  <a:lnTo>
                    <a:pt x="3546270" y="236244"/>
                  </a:lnTo>
                  <a:lnTo>
                    <a:pt x="3571151" y="273079"/>
                  </a:lnTo>
                  <a:lnTo>
                    <a:pt x="3593196" y="311859"/>
                  </a:lnTo>
                  <a:lnTo>
                    <a:pt x="3612257" y="352436"/>
                  </a:lnTo>
                  <a:lnTo>
                    <a:pt x="3628184" y="394663"/>
                  </a:lnTo>
                  <a:lnTo>
                    <a:pt x="3640831" y="438389"/>
                  </a:lnTo>
                  <a:lnTo>
                    <a:pt x="3650048" y="483468"/>
                  </a:lnTo>
                  <a:lnTo>
                    <a:pt x="3655687" y="529750"/>
                  </a:lnTo>
                  <a:lnTo>
                    <a:pt x="3657600" y="577088"/>
                  </a:lnTo>
                  <a:lnTo>
                    <a:pt x="3657600" y="2885427"/>
                  </a:lnTo>
                  <a:lnTo>
                    <a:pt x="3655687" y="2932757"/>
                  </a:lnTo>
                  <a:lnTo>
                    <a:pt x="3650048" y="2979034"/>
                  </a:lnTo>
                  <a:lnTo>
                    <a:pt x="3640831" y="3024109"/>
                  </a:lnTo>
                  <a:lnTo>
                    <a:pt x="3628184" y="3067833"/>
                  </a:lnTo>
                  <a:lnTo>
                    <a:pt x="3612257" y="3110058"/>
                  </a:lnTo>
                  <a:lnTo>
                    <a:pt x="3593196" y="3150636"/>
                  </a:lnTo>
                  <a:lnTo>
                    <a:pt x="3571151" y="3189417"/>
                  </a:lnTo>
                  <a:lnTo>
                    <a:pt x="3546270" y="3226253"/>
                  </a:lnTo>
                  <a:lnTo>
                    <a:pt x="3518702" y="3260996"/>
                  </a:lnTo>
                  <a:lnTo>
                    <a:pt x="3488594" y="3293497"/>
                  </a:lnTo>
                  <a:lnTo>
                    <a:pt x="3456096" y="3323607"/>
                  </a:lnTo>
                  <a:lnTo>
                    <a:pt x="3421355" y="3351179"/>
                  </a:lnTo>
                  <a:lnTo>
                    <a:pt x="3384520" y="3376063"/>
                  </a:lnTo>
                  <a:lnTo>
                    <a:pt x="3345740" y="3398112"/>
                  </a:lnTo>
                  <a:lnTo>
                    <a:pt x="3305163" y="3417175"/>
                  </a:lnTo>
                  <a:lnTo>
                    <a:pt x="3262936" y="3433106"/>
                  </a:lnTo>
                  <a:lnTo>
                    <a:pt x="3219210" y="3445755"/>
                  </a:lnTo>
                  <a:lnTo>
                    <a:pt x="3174131" y="3454974"/>
                  </a:lnTo>
                  <a:lnTo>
                    <a:pt x="3127849" y="3460614"/>
                  </a:lnTo>
                  <a:lnTo>
                    <a:pt x="3080512" y="3462528"/>
                  </a:lnTo>
                  <a:lnTo>
                    <a:pt x="577088" y="3462528"/>
                  </a:lnTo>
                  <a:lnTo>
                    <a:pt x="529750" y="3460614"/>
                  </a:lnTo>
                  <a:lnTo>
                    <a:pt x="483468" y="3454974"/>
                  </a:lnTo>
                  <a:lnTo>
                    <a:pt x="438389" y="3445755"/>
                  </a:lnTo>
                  <a:lnTo>
                    <a:pt x="394663" y="3433106"/>
                  </a:lnTo>
                  <a:lnTo>
                    <a:pt x="352436" y="3417175"/>
                  </a:lnTo>
                  <a:lnTo>
                    <a:pt x="311859" y="3398112"/>
                  </a:lnTo>
                  <a:lnTo>
                    <a:pt x="273079" y="3376063"/>
                  </a:lnTo>
                  <a:lnTo>
                    <a:pt x="236244" y="3351179"/>
                  </a:lnTo>
                  <a:lnTo>
                    <a:pt x="201503" y="3323607"/>
                  </a:lnTo>
                  <a:lnTo>
                    <a:pt x="169005" y="3293497"/>
                  </a:lnTo>
                  <a:lnTo>
                    <a:pt x="138897" y="3260996"/>
                  </a:lnTo>
                  <a:lnTo>
                    <a:pt x="111329" y="3226253"/>
                  </a:lnTo>
                  <a:lnTo>
                    <a:pt x="86448" y="3189417"/>
                  </a:lnTo>
                  <a:lnTo>
                    <a:pt x="64403" y="3150636"/>
                  </a:lnTo>
                  <a:lnTo>
                    <a:pt x="45342" y="3110058"/>
                  </a:lnTo>
                  <a:lnTo>
                    <a:pt x="29415" y="3067833"/>
                  </a:lnTo>
                  <a:lnTo>
                    <a:pt x="16768" y="3024109"/>
                  </a:lnTo>
                  <a:lnTo>
                    <a:pt x="7551" y="2979034"/>
                  </a:lnTo>
                  <a:lnTo>
                    <a:pt x="1912" y="2932757"/>
                  </a:lnTo>
                  <a:lnTo>
                    <a:pt x="0" y="2885427"/>
                  </a:lnTo>
                  <a:lnTo>
                    <a:pt x="0" y="577088"/>
                  </a:lnTo>
                  <a:close/>
                </a:path>
              </a:pathLst>
            </a:custGeom>
            <a:ln w="25400">
              <a:solidFill>
                <a:srgbClr val="9B9B9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90388" y="1232903"/>
              <a:ext cx="2655569" cy="39853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90388" y="1446263"/>
              <a:ext cx="2716530" cy="39853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90388" y="1659623"/>
              <a:ext cx="1259586" cy="39853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90388" y="1872983"/>
              <a:ext cx="1145286" cy="39853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90388" y="2086343"/>
              <a:ext cx="1238250" cy="39853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90388" y="2299703"/>
              <a:ext cx="813053" cy="39853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90388" y="2513063"/>
              <a:ext cx="596646" cy="39853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0388" y="2726423"/>
              <a:ext cx="633222" cy="39853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90388" y="2939783"/>
              <a:ext cx="860298" cy="39853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90388" y="3153143"/>
              <a:ext cx="1248917" cy="39853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390388" y="3366503"/>
              <a:ext cx="1378458" cy="3985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390388" y="3579875"/>
              <a:ext cx="633222" cy="39853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90388" y="3793235"/>
              <a:ext cx="3344417" cy="39853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390388" y="4008119"/>
              <a:ext cx="2257806" cy="398538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790954" y="1267459"/>
            <a:ext cx="6879590" cy="30156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11575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solidFill>
                  <a:srgbClr val="3B3B3B"/>
                </a:solidFill>
                <a:latin typeface="Calibri"/>
                <a:cs typeface="Calibri"/>
              </a:rPr>
              <a:t>APPROX_COUNT_DISTINCT</a:t>
            </a:r>
            <a:r>
              <a:rPr sz="1400" spc="114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B3B3B"/>
                </a:solidFill>
                <a:latin typeface="Calibri"/>
                <a:cs typeface="Calibri"/>
              </a:rPr>
              <a:t>(HLL).</a:t>
            </a:r>
            <a:endParaRPr sz="1400">
              <a:latin typeface="Calibri"/>
              <a:cs typeface="Calibri"/>
            </a:endParaRPr>
          </a:p>
          <a:p>
            <a:pPr marL="3711575">
              <a:lnSpc>
                <a:spcPts val="1430"/>
              </a:lnSpc>
            </a:pPr>
            <a:r>
              <a:rPr sz="1400" dirty="0">
                <a:solidFill>
                  <a:srgbClr val="3B3B3B"/>
                </a:solidFill>
                <a:latin typeface="Calibri"/>
                <a:cs typeface="Calibri"/>
              </a:rPr>
              <a:t>AVG</a:t>
            </a:r>
            <a:r>
              <a:rPr sz="1400" spc="-3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B3B3B"/>
                </a:solidFill>
                <a:latin typeface="Calibri"/>
                <a:cs typeface="Calibri"/>
              </a:rPr>
              <a:t>(except</a:t>
            </a:r>
            <a:r>
              <a:rPr sz="1400" spc="-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B3B3B"/>
                </a:solidFill>
                <a:latin typeface="Calibri"/>
                <a:cs typeface="Calibri"/>
              </a:rPr>
              <a:t>when</a:t>
            </a:r>
            <a:r>
              <a:rPr sz="1400" spc="-5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B3B3B"/>
                </a:solidFill>
                <a:latin typeface="Calibri"/>
                <a:cs typeface="Calibri"/>
              </a:rPr>
              <a:t>used</a:t>
            </a:r>
            <a:r>
              <a:rPr sz="1400" spc="-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B3B3B"/>
                </a:solidFill>
                <a:latin typeface="Calibri"/>
                <a:cs typeface="Calibri"/>
              </a:rPr>
              <a:t>in</a:t>
            </a:r>
            <a:r>
              <a:rPr sz="1400" spc="-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B3B3B"/>
                </a:solidFill>
                <a:latin typeface="Calibri"/>
                <a:cs typeface="Calibri"/>
              </a:rPr>
              <a:t>PIVOT).</a:t>
            </a:r>
            <a:endParaRPr sz="1400">
              <a:latin typeface="Calibri"/>
              <a:cs typeface="Calibri"/>
            </a:endParaRPr>
          </a:p>
          <a:p>
            <a:pPr marL="52705">
              <a:lnSpc>
                <a:spcPts val="2100"/>
              </a:lnSpc>
              <a:tabLst>
                <a:tab pos="395605" algn="l"/>
              </a:tabLst>
            </a:pPr>
            <a:r>
              <a:rPr sz="2100" spc="-50" dirty="0">
                <a:solidFill>
                  <a:srgbClr val="00C3FF"/>
                </a:solidFill>
                <a:latin typeface="Calibri"/>
                <a:cs typeface="Calibri"/>
              </a:rPr>
              <a:t>×</a:t>
            </a:r>
            <a:r>
              <a:rPr sz="2100" dirty="0">
                <a:solidFill>
                  <a:srgbClr val="00C3FF"/>
                </a:solidFill>
                <a:latin typeface="Calibri"/>
                <a:cs typeface="Calibri"/>
              </a:rPr>
              <a:t>	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Joins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(including</a:t>
            </a:r>
            <a:r>
              <a:rPr sz="2000" spc="-4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self-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joins)</a:t>
            </a:r>
            <a:r>
              <a:rPr sz="2000" spc="-1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are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n</a:t>
            </a:r>
            <a:r>
              <a:rPr sz="2000" spc="-370" dirty="0">
                <a:solidFill>
                  <a:srgbClr val="D6D6D6"/>
                </a:solidFill>
                <a:latin typeface="Calibri"/>
                <a:cs typeface="Calibri"/>
              </a:rPr>
              <a:t>o</a:t>
            </a:r>
            <a:r>
              <a:rPr sz="2100" spc="-630" baseline="7936" dirty="0">
                <a:solidFill>
                  <a:srgbClr val="3B3B3B"/>
                </a:solidFill>
                <a:latin typeface="Calibri"/>
                <a:cs typeface="Calibri"/>
              </a:rPr>
              <a:t>B</a:t>
            </a:r>
            <a:r>
              <a:rPr sz="2000" spc="-280" dirty="0">
                <a:solidFill>
                  <a:srgbClr val="D6D6D6"/>
                </a:solidFill>
                <a:latin typeface="Calibri"/>
                <a:cs typeface="Calibri"/>
              </a:rPr>
              <a:t>t</a:t>
            </a:r>
            <a:r>
              <a:rPr sz="2100" spc="-30" baseline="7936" dirty="0">
                <a:solidFill>
                  <a:srgbClr val="3B3B3B"/>
                </a:solidFill>
                <a:latin typeface="Calibri"/>
                <a:cs typeface="Calibri"/>
              </a:rPr>
              <a:t>I</a:t>
            </a:r>
            <a:r>
              <a:rPr sz="2100" spc="-509" baseline="7936" dirty="0">
                <a:solidFill>
                  <a:srgbClr val="3B3B3B"/>
                </a:solidFill>
                <a:latin typeface="Calibri"/>
                <a:cs typeface="Calibri"/>
              </a:rPr>
              <a:t>T</a:t>
            </a:r>
            <a:r>
              <a:rPr sz="2000" spc="-475" dirty="0">
                <a:solidFill>
                  <a:srgbClr val="D6D6D6"/>
                </a:solidFill>
                <a:latin typeface="Calibri"/>
                <a:cs typeface="Calibri"/>
              </a:rPr>
              <a:t>s</a:t>
            </a:r>
            <a:r>
              <a:rPr sz="2100" spc="-555" baseline="7936" dirty="0">
                <a:solidFill>
                  <a:srgbClr val="3B3B3B"/>
                </a:solidFill>
                <a:latin typeface="Calibri"/>
                <a:cs typeface="Calibri"/>
              </a:rPr>
              <a:t>A</a:t>
            </a:r>
            <a:r>
              <a:rPr sz="2000" spc="-710" dirty="0">
                <a:solidFill>
                  <a:srgbClr val="D6D6D6"/>
                </a:solidFill>
                <a:latin typeface="Calibri"/>
                <a:cs typeface="Calibri"/>
              </a:rPr>
              <a:t>u</a:t>
            </a:r>
            <a:r>
              <a:rPr sz="2100" spc="-330" baseline="7936" dirty="0">
                <a:solidFill>
                  <a:srgbClr val="3B3B3B"/>
                </a:solidFill>
                <a:latin typeface="Calibri"/>
                <a:cs typeface="Calibri"/>
              </a:rPr>
              <a:t>N</a:t>
            </a:r>
            <a:r>
              <a:rPr sz="2000" spc="-850" dirty="0">
                <a:solidFill>
                  <a:srgbClr val="D6D6D6"/>
                </a:solidFill>
                <a:latin typeface="Calibri"/>
                <a:cs typeface="Calibri"/>
              </a:rPr>
              <a:t>p</a:t>
            </a:r>
            <a:r>
              <a:rPr sz="2100" spc="-60" baseline="7936" dirty="0">
                <a:solidFill>
                  <a:srgbClr val="3B3B3B"/>
                </a:solidFill>
                <a:latin typeface="Calibri"/>
                <a:cs typeface="Calibri"/>
              </a:rPr>
              <a:t>D</a:t>
            </a:r>
            <a:r>
              <a:rPr sz="2000" spc="-1035" dirty="0">
                <a:solidFill>
                  <a:srgbClr val="D6D6D6"/>
                </a:solidFill>
                <a:latin typeface="Calibri"/>
                <a:cs typeface="Calibri"/>
              </a:rPr>
              <a:t>p</a:t>
            </a:r>
            <a:r>
              <a:rPr sz="2100" spc="-15" baseline="7936" dirty="0">
                <a:solidFill>
                  <a:srgbClr val="3B3B3B"/>
                </a:solidFill>
                <a:latin typeface="Calibri"/>
                <a:cs typeface="Calibri"/>
              </a:rPr>
              <a:t>_</a:t>
            </a:r>
            <a:r>
              <a:rPr sz="2100" spc="-750" baseline="7936" dirty="0">
                <a:solidFill>
                  <a:srgbClr val="3B3B3B"/>
                </a:solidFill>
                <a:latin typeface="Calibri"/>
                <a:cs typeface="Calibri"/>
              </a:rPr>
              <a:t>A</a:t>
            </a:r>
            <a:r>
              <a:rPr sz="2000" spc="-585" dirty="0">
                <a:solidFill>
                  <a:srgbClr val="D6D6D6"/>
                </a:solidFill>
                <a:latin typeface="Calibri"/>
                <a:cs typeface="Calibri"/>
              </a:rPr>
              <a:t>o</a:t>
            </a:r>
            <a:r>
              <a:rPr sz="2100" spc="-494" baseline="7936" dirty="0">
                <a:solidFill>
                  <a:srgbClr val="3B3B3B"/>
                </a:solidFill>
                <a:latin typeface="Calibri"/>
                <a:cs typeface="Calibri"/>
              </a:rPr>
              <a:t>G</a:t>
            </a:r>
            <a:r>
              <a:rPr sz="2000" spc="-405" dirty="0">
                <a:solidFill>
                  <a:srgbClr val="D6D6D6"/>
                </a:solidFill>
                <a:latin typeface="Calibri"/>
                <a:cs typeface="Calibri"/>
              </a:rPr>
              <a:t>r</a:t>
            </a:r>
            <a:r>
              <a:rPr sz="2100" spc="-787" baseline="7936" dirty="0">
                <a:solidFill>
                  <a:srgbClr val="3B3B3B"/>
                </a:solidFill>
                <a:latin typeface="Calibri"/>
                <a:cs typeface="Calibri"/>
              </a:rPr>
              <a:t>G</a:t>
            </a:r>
            <a:r>
              <a:rPr sz="2000" spc="-185" dirty="0">
                <a:solidFill>
                  <a:srgbClr val="D6D6D6"/>
                </a:solidFill>
                <a:latin typeface="Calibri"/>
                <a:cs typeface="Calibri"/>
              </a:rPr>
              <a:t>t</a:t>
            </a:r>
            <a:r>
              <a:rPr sz="2100" spc="-300" baseline="7936" dirty="0">
                <a:solidFill>
                  <a:srgbClr val="3B3B3B"/>
                </a:solidFill>
                <a:latin typeface="Calibri"/>
                <a:cs typeface="Calibri"/>
              </a:rPr>
              <a:t>.</a:t>
            </a:r>
            <a:r>
              <a:rPr sz="2000" spc="-20" dirty="0">
                <a:solidFill>
                  <a:srgbClr val="D6D6D6"/>
                </a:solidFill>
                <a:latin typeface="Calibri"/>
                <a:cs typeface="Calibri"/>
              </a:rPr>
              <a:t>e</a:t>
            </a:r>
            <a:r>
              <a:rPr sz="2000" spc="-15" dirty="0">
                <a:solidFill>
                  <a:srgbClr val="D6D6D6"/>
                </a:solidFill>
                <a:latin typeface="Calibri"/>
                <a:cs typeface="Calibri"/>
              </a:rPr>
              <a:t>d</a:t>
            </a:r>
            <a:endParaRPr sz="2000">
              <a:latin typeface="Calibri"/>
              <a:cs typeface="Calibri"/>
            </a:endParaRPr>
          </a:p>
          <a:p>
            <a:pPr marL="3711575">
              <a:lnSpc>
                <a:spcPts val="1510"/>
              </a:lnSpc>
            </a:pPr>
            <a:r>
              <a:rPr sz="1400" spc="-10" dirty="0">
                <a:solidFill>
                  <a:srgbClr val="3B3B3B"/>
                </a:solidFill>
                <a:latin typeface="Calibri"/>
                <a:cs typeface="Calibri"/>
              </a:rPr>
              <a:t>BITOR_AGG.</a:t>
            </a:r>
            <a:endParaRPr sz="1400">
              <a:latin typeface="Calibri"/>
              <a:cs typeface="Calibri"/>
            </a:endParaRPr>
          </a:p>
          <a:p>
            <a:pPr marL="3711575">
              <a:lnSpc>
                <a:spcPts val="1330"/>
              </a:lnSpc>
            </a:pPr>
            <a:r>
              <a:rPr sz="1400" spc="-10" dirty="0">
                <a:solidFill>
                  <a:srgbClr val="3B3B3B"/>
                </a:solidFill>
                <a:latin typeface="Calibri"/>
                <a:cs typeface="Calibri"/>
              </a:rPr>
              <a:t>BITXOR_AGG.</a:t>
            </a:r>
            <a:endParaRPr sz="1400">
              <a:latin typeface="Calibri"/>
              <a:cs typeface="Calibri"/>
            </a:endParaRPr>
          </a:p>
          <a:p>
            <a:pPr marL="38100">
              <a:lnSpc>
                <a:spcPts val="2100"/>
              </a:lnSpc>
              <a:tabLst>
                <a:tab pos="380365" algn="l"/>
              </a:tabLst>
            </a:pPr>
            <a:r>
              <a:rPr sz="3150" spc="-75" baseline="1322" dirty="0">
                <a:solidFill>
                  <a:srgbClr val="00C3FF"/>
                </a:solidFill>
                <a:latin typeface="Calibri"/>
                <a:cs typeface="Calibri"/>
              </a:rPr>
              <a:t>×</a:t>
            </a:r>
            <a:r>
              <a:rPr sz="3150" baseline="1322" dirty="0">
                <a:solidFill>
                  <a:srgbClr val="00C3FF"/>
                </a:solidFill>
                <a:latin typeface="Calibri"/>
                <a:cs typeface="Calibri"/>
              </a:rPr>
              <a:t>	</a:t>
            </a:r>
            <a:r>
              <a:rPr sz="3000" baseline="1388" dirty="0">
                <a:solidFill>
                  <a:srgbClr val="D6D6D6"/>
                </a:solidFill>
                <a:latin typeface="Calibri"/>
                <a:cs typeface="Calibri"/>
              </a:rPr>
              <a:t>Limited</a:t>
            </a:r>
            <a:r>
              <a:rPr sz="3000" spc="22" baseline="1388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3000" baseline="1388" dirty="0">
                <a:solidFill>
                  <a:srgbClr val="D6D6D6"/>
                </a:solidFill>
                <a:latin typeface="Calibri"/>
                <a:cs typeface="Calibri"/>
              </a:rPr>
              <a:t>amount</a:t>
            </a:r>
            <a:r>
              <a:rPr sz="3000" spc="7" baseline="1388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3000" baseline="1388" dirty="0">
                <a:solidFill>
                  <a:srgbClr val="D6D6D6"/>
                </a:solidFill>
                <a:latin typeface="Calibri"/>
                <a:cs typeface="Calibri"/>
              </a:rPr>
              <a:t>of</a:t>
            </a:r>
            <a:r>
              <a:rPr sz="3000" spc="-15" baseline="1388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3000" baseline="1388" dirty="0">
                <a:solidFill>
                  <a:srgbClr val="D6D6D6"/>
                </a:solidFill>
                <a:latin typeface="Calibri"/>
                <a:cs typeface="Calibri"/>
              </a:rPr>
              <a:t>aggregation</a:t>
            </a:r>
            <a:r>
              <a:rPr sz="3000" spc="-44" baseline="1388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3000" spc="-30" baseline="1388" dirty="0">
                <a:solidFill>
                  <a:srgbClr val="D6D6D6"/>
                </a:solidFill>
                <a:latin typeface="Calibri"/>
                <a:cs typeface="Calibri"/>
              </a:rPr>
              <a:t>f</a:t>
            </a:r>
            <a:r>
              <a:rPr sz="3000" spc="-1575" baseline="1388" dirty="0">
                <a:solidFill>
                  <a:srgbClr val="D6D6D6"/>
                </a:solidFill>
                <a:latin typeface="Calibri"/>
                <a:cs typeface="Calibri"/>
              </a:rPr>
              <a:t>u</a:t>
            </a:r>
            <a:r>
              <a:rPr sz="1400" spc="-20" dirty="0">
                <a:solidFill>
                  <a:srgbClr val="3B3B3B"/>
                </a:solidFill>
                <a:latin typeface="Calibri"/>
                <a:cs typeface="Calibri"/>
              </a:rPr>
              <a:t>C</a:t>
            </a:r>
            <a:r>
              <a:rPr sz="1400" spc="-650" dirty="0">
                <a:solidFill>
                  <a:srgbClr val="3B3B3B"/>
                </a:solidFill>
                <a:latin typeface="Calibri"/>
                <a:cs typeface="Calibri"/>
              </a:rPr>
              <a:t>O</a:t>
            </a:r>
            <a:r>
              <a:rPr sz="3000" spc="-652" baseline="1388" dirty="0">
                <a:solidFill>
                  <a:srgbClr val="D6D6D6"/>
                </a:solidFill>
                <a:latin typeface="Calibri"/>
                <a:cs typeface="Calibri"/>
              </a:rPr>
              <a:t>n</a:t>
            </a:r>
            <a:r>
              <a:rPr sz="1400" spc="-484" dirty="0">
                <a:solidFill>
                  <a:srgbClr val="3B3B3B"/>
                </a:solidFill>
                <a:latin typeface="Calibri"/>
                <a:cs typeface="Calibri"/>
              </a:rPr>
              <a:t>U</a:t>
            </a:r>
            <a:r>
              <a:rPr sz="3000" spc="-592" baseline="1388" dirty="0">
                <a:solidFill>
                  <a:srgbClr val="D6D6D6"/>
                </a:solidFill>
                <a:latin typeface="Calibri"/>
                <a:cs typeface="Calibri"/>
              </a:rPr>
              <a:t>c</a:t>
            </a:r>
            <a:r>
              <a:rPr sz="1400" spc="-545" dirty="0">
                <a:solidFill>
                  <a:srgbClr val="3B3B3B"/>
                </a:solidFill>
                <a:latin typeface="Calibri"/>
                <a:cs typeface="Calibri"/>
              </a:rPr>
              <a:t>N</a:t>
            </a:r>
            <a:r>
              <a:rPr sz="3000" spc="-240" baseline="1388" dirty="0">
                <a:solidFill>
                  <a:srgbClr val="D6D6D6"/>
                </a:solidFill>
                <a:latin typeface="Calibri"/>
                <a:cs typeface="Calibri"/>
              </a:rPr>
              <a:t>t</a:t>
            </a:r>
            <a:r>
              <a:rPr sz="1400" spc="-565" dirty="0">
                <a:solidFill>
                  <a:srgbClr val="3B3B3B"/>
                </a:solidFill>
                <a:latin typeface="Calibri"/>
                <a:cs typeface="Calibri"/>
              </a:rPr>
              <a:t>T</a:t>
            </a:r>
            <a:r>
              <a:rPr sz="3000" spc="-30" baseline="1388" dirty="0">
                <a:solidFill>
                  <a:srgbClr val="D6D6D6"/>
                </a:solidFill>
                <a:latin typeface="Calibri"/>
                <a:cs typeface="Calibri"/>
              </a:rPr>
              <a:t>i</a:t>
            </a:r>
            <a:r>
              <a:rPr sz="3000" spc="-1477" baseline="1388" dirty="0">
                <a:solidFill>
                  <a:srgbClr val="D6D6D6"/>
                </a:solidFill>
                <a:latin typeface="Calibri"/>
                <a:cs typeface="Calibri"/>
              </a:rPr>
              <a:t>o</a:t>
            </a:r>
            <a:r>
              <a:rPr sz="1400" spc="-10" dirty="0">
                <a:solidFill>
                  <a:srgbClr val="3B3B3B"/>
                </a:solidFill>
                <a:latin typeface="Calibri"/>
                <a:cs typeface="Calibri"/>
              </a:rPr>
              <a:t>.</a:t>
            </a:r>
            <a:r>
              <a:rPr sz="1400" spc="30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000" spc="-37" baseline="1388" dirty="0">
                <a:solidFill>
                  <a:srgbClr val="D6D6D6"/>
                </a:solidFill>
                <a:latin typeface="Calibri"/>
                <a:cs typeface="Calibri"/>
              </a:rPr>
              <a:t>ns</a:t>
            </a:r>
            <a:endParaRPr sz="3000" baseline="1388">
              <a:latin typeface="Calibri"/>
              <a:cs typeface="Calibri"/>
            </a:endParaRPr>
          </a:p>
          <a:p>
            <a:pPr marL="3711575">
              <a:lnSpc>
                <a:spcPts val="1610"/>
              </a:lnSpc>
            </a:pPr>
            <a:r>
              <a:rPr sz="1400" spc="-20" dirty="0">
                <a:solidFill>
                  <a:srgbClr val="3B3B3B"/>
                </a:solidFill>
                <a:latin typeface="Calibri"/>
                <a:cs typeface="Calibri"/>
              </a:rPr>
              <a:t>MIN.</a:t>
            </a:r>
            <a:endParaRPr sz="1400">
              <a:latin typeface="Calibri"/>
              <a:cs typeface="Calibri"/>
            </a:endParaRPr>
          </a:p>
          <a:p>
            <a:pPr marL="3711575" marR="2150110">
              <a:lnSpc>
                <a:spcPct val="100000"/>
              </a:lnSpc>
            </a:pPr>
            <a:r>
              <a:rPr sz="1400" spc="-20" dirty="0">
                <a:solidFill>
                  <a:srgbClr val="3B3B3B"/>
                </a:solidFill>
                <a:latin typeface="Calibri"/>
                <a:cs typeface="Calibri"/>
              </a:rPr>
              <a:t>MAX.</a:t>
            </a:r>
            <a:r>
              <a:rPr sz="1400" spc="50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B3B3B"/>
                </a:solidFill>
                <a:latin typeface="Calibri"/>
                <a:cs typeface="Calibri"/>
              </a:rPr>
              <a:t>STDDEV. STDDEV_POP.</a:t>
            </a:r>
            <a:endParaRPr sz="1400">
              <a:latin typeface="Calibri"/>
              <a:cs typeface="Calibri"/>
            </a:endParaRPr>
          </a:p>
          <a:p>
            <a:pPr marL="3711575" marR="2021205">
              <a:lnSpc>
                <a:spcPct val="100000"/>
              </a:lnSpc>
            </a:pPr>
            <a:r>
              <a:rPr sz="1400" spc="-10" dirty="0">
                <a:solidFill>
                  <a:srgbClr val="3B3B3B"/>
                </a:solidFill>
                <a:latin typeface="Calibri"/>
                <a:cs typeface="Calibri"/>
              </a:rPr>
              <a:t>STDDEV_SAMP. </a:t>
            </a:r>
            <a:r>
              <a:rPr sz="1400" spc="-20" dirty="0">
                <a:solidFill>
                  <a:srgbClr val="3B3B3B"/>
                </a:solidFill>
                <a:latin typeface="Calibri"/>
                <a:cs typeface="Calibri"/>
              </a:rPr>
              <a:t>SUM.</a:t>
            </a:r>
            <a:endParaRPr sz="1400">
              <a:latin typeface="Calibri"/>
              <a:cs typeface="Calibri"/>
            </a:endParaRPr>
          </a:p>
          <a:p>
            <a:pPr marL="3711575" marR="55880">
              <a:lnSpc>
                <a:spcPts val="1689"/>
              </a:lnSpc>
              <a:spcBef>
                <a:spcPts val="50"/>
              </a:spcBef>
            </a:pPr>
            <a:r>
              <a:rPr sz="1400" dirty="0">
                <a:solidFill>
                  <a:srgbClr val="3B3B3B"/>
                </a:solidFill>
                <a:latin typeface="Calibri"/>
                <a:cs typeface="Calibri"/>
              </a:rPr>
              <a:t>VARIANCE </a:t>
            </a:r>
            <a:r>
              <a:rPr sz="1400" spc="-10" dirty="0">
                <a:solidFill>
                  <a:srgbClr val="3B3B3B"/>
                </a:solidFill>
                <a:latin typeface="Calibri"/>
                <a:cs typeface="Calibri"/>
              </a:rPr>
              <a:t>(VARIANCE_SAMP,</a:t>
            </a:r>
            <a:r>
              <a:rPr sz="1400" spc="-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B3B3B"/>
                </a:solidFill>
                <a:latin typeface="Calibri"/>
                <a:cs typeface="Calibri"/>
              </a:rPr>
              <a:t>VAR_SAMP). VARIANCE_POP</a:t>
            </a:r>
            <a:r>
              <a:rPr sz="1400" spc="3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B3B3B"/>
                </a:solidFill>
                <a:latin typeface="Calibri"/>
                <a:cs typeface="Calibri"/>
              </a:rPr>
              <a:t>(VAR_POP).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3482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Limitations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16354" y="1628394"/>
            <a:ext cx="4955540" cy="2455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125"/>
              </a:spcBef>
              <a:tabLst>
                <a:tab pos="370205" algn="l"/>
              </a:tabLst>
            </a:pPr>
            <a:r>
              <a:rPr sz="2100" spc="-50" dirty="0">
                <a:solidFill>
                  <a:srgbClr val="00C3FF"/>
                </a:solidFill>
                <a:latin typeface="Calibri"/>
                <a:cs typeface="Calibri"/>
              </a:rPr>
              <a:t>×</a:t>
            </a:r>
            <a:r>
              <a:rPr sz="2100" dirty="0">
                <a:solidFill>
                  <a:srgbClr val="00C3FF"/>
                </a:solidFill>
                <a:latin typeface="Calibri"/>
                <a:cs typeface="Calibri"/>
              </a:rPr>
              <a:t>	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Joins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(including</a:t>
            </a:r>
            <a:r>
              <a:rPr sz="20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self-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joins)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are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not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supported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80"/>
              </a:spcBef>
              <a:tabLst>
                <a:tab pos="354965" algn="l"/>
              </a:tabLst>
            </a:pPr>
            <a:r>
              <a:rPr sz="2100" spc="-50" dirty="0">
                <a:solidFill>
                  <a:srgbClr val="00C3FF"/>
                </a:solidFill>
                <a:latin typeface="Calibri"/>
                <a:cs typeface="Calibri"/>
              </a:rPr>
              <a:t>×</a:t>
            </a:r>
            <a:r>
              <a:rPr sz="2100" dirty="0">
                <a:solidFill>
                  <a:srgbClr val="00C3FF"/>
                </a:solidFill>
                <a:latin typeface="Calibri"/>
                <a:cs typeface="Calibri"/>
              </a:rPr>
              <a:t>	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Limited</a:t>
            </a:r>
            <a:r>
              <a:rPr sz="2000" spc="-1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amount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aggregation</a:t>
            </a:r>
            <a:r>
              <a:rPr sz="2000" spc="-6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functions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460"/>
              </a:lnSpc>
              <a:spcBef>
                <a:spcPts val="2060"/>
              </a:spcBef>
              <a:tabLst>
                <a:tab pos="354965" algn="l"/>
              </a:tabLst>
            </a:pPr>
            <a:r>
              <a:rPr sz="2100" spc="-50" dirty="0">
                <a:solidFill>
                  <a:srgbClr val="00C3FF"/>
                </a:solidFill>
                <a:latin typeface="Calibri"/>
                <a:cs typeface="Calibri"/>
              </a:rPr>
              <a:t>×</a:t>
            </a:r>
            <a:r>
              <a:rPr sz="2100" dirty="0">
                <a:solidFill>
                  <a:srgbClr val="00C3FF"/>
                </a:solidFill>
                <a:latin typeface="Calibri"/>
                <a:cs typeface="Calibri"/>
              </a:rPr>
              <a:t>	</a:t>
            </a:r>
            <a:r>
              <a:rPr sz="2000" spc="-20" dirty="0">
                <a:solidFill>
                  <a:srgbClr val="D6D6D6"/>
                </a:solidFill>
                <a:latin typeface="Calibri"/>
                <a:cs typeface="Calibri"/>
              </a:rPr>
              <a:t>UDFs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400"/>
              </a:lnSpc>
              <a:tabLst>
                <a:tab pos="354965" algn="l"/>
              </a:tabLst>
            </a:pPr>
            <a:r>
              <a:rPr sz="2100" spc="-50" dirty="0">
                <a:solidFill>
                  <a:srgbClr val="00C3FF"/>
                </a:solidFill>
                <a:latin typeface="Calibri"/>
                <a:cs typeface="Calibri"/>
              </a:rPr>
              <a:t>×</a:t>
            </a:r>
            <a:r>
              <a:rPr sz="2100" dirty="0">
                <a:solidFill>
                  <a:srgbClr val="00C3FF"/>
                </a:solidFill>
                <a:latin typeface="Calibri"/>
                <a:cs typeface="Calibri"/>
              </a:rPr>
              <a:t>	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HAVING</a:t>
            </a:r>
            <a:r>
              <a:rPr sz="2000" spc="-7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clauses.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400"/>
              </a:lnSpc>
              <a:tabLst>
                <a:tab pos="354965" algn="l"/>
              </a:tabLst>
            </a:pPr>
            <a:r>
              <a:rPr sz="2100" spc="-50" dirty="0">
                <a:solidFill>
                  <a:srgbClr val="00C3FF"/>
                </a:solidFill>
                <a:latin typeface="Calibri"/>
                <a:cs typeface="Calibri"/>
              </a:rPr>
              <a:t>×</a:t>
            </a:r>
            <a:r>
              <a:rPr sz="2100" dirty="0">
                <a:solidFill>
                  <a:srgbClr val="00C3FF"/>
                </a:solidFill>
                <a:latin typeface="Calibri"/>
                <a:cs typeface="Calibri"/>
              </a:rPr>
              <a:t>	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ORDER</a:t>
            </a:r>
            <a:r>
              <a:rPr sz="2000" spc="-4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BY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clause.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460"/>
              </a:lnSpc>
              <a:tabLst>
                <a:tab pos="354965" algn="l"/>
              </a:tabLst>
            </a:pPr>
            <a:r>
              <a:rPr sz="2100" spc="-50" dirty="0">
                <a:solidFill>
                  <a:srgbClr val="00C3FF"/>
                </a:solidFill>
                <a:latin typeface="Calibri"/>
                <a:cs typeface="Calibri"/>
              </a:rPr>
              <a:t>×</a:t>
            </a:r>
            <a:r>
              <a:rPr sz="2100" dirty="0">
                <a:solidFill>
                  <a:srgbClr val="00C3FF"/>
                </a:solidFill>
                <a:latin typeface="Calibri"/>
                <a:cs typeface="Calibri"/>
              </a:rPr>
              <a:t>	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LIMIT</a:t>
            </a:r>
            <a:r>
              <a:rPr sz="2000" spc="-4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clause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33064" y="2339086"/>
            <a:ext cx="228092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55" dirty="0"/>
              <a:t> </a:t>
            </a:r>
            <a:r>
              <a:rPr spc="-10" dirty="0"/>
              <a:t>Masking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146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55" dirty="0"/>
              <a:t> </a:t>
            </a:r>
            <a:r>
              <a:rPr spc="-10" dirty="0"/>
              <a:t>Masking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8400" y="1810511"/>
            <a:ext cx="4558284" cy="966215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146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55" dirty="0"/>
              <a:t> </a:t>
            </a:r>
            <a:r>
              <a:rPr spc="-10" dirty="0"/>
              <a:t>Masking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8400" y="3029711"/>
            <a:ext cx="4558284" cy="10104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38400" y="1810511"/>
            <a:ext cx="4558284" cy="966215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55" dirty="0"/>
              <a:t> </a:t>
            </a:r>
            <a:r>
              <a:rPr spc="-10" dirty="0"/>
              <a:t>Masking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400" y="3029711"/>
            <a:ext cx="4558284" cy="101041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438400" y="1740661"/>
            <a:ext cx="4558665" cy="1150620"/>
            <a:chOff x="2438400" y="1740661"/>
            <a:chExt cx="4558665" cy="11506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38400" y="1810511"/>
              <a:ext cx="4558284" cy="96621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115561" y="1753361"/>
              <a:ext cx="1752600" cy="1125220"/>
            </a:xfrm>
            <a:custGeom>
              <a:avLst/>
              <a:gdLst/>
              <a:ahLst/>
              <a:cxnLst/>
              <a:rect l="l" t="t" r="r" b="b"/>
              <a:pathLst>
                <a:path w="1752600" h="1125220">
                  <a:moveTo>
                    <a:pt x="0" y="1124712"/>
                  </a:moveTo>
                  <a:lnTo>
                    <a:pt x="1752600" y="1124712"/>
                  </a:lnTo>
                  <a:lnTo>
                    <a:pt x="1752600" y="0"/>
                  </a:lnTo>
                  <a:lnTo>
                    <a:pt x="0" y="0"/>
                  </a:lnTo>
                  <a:lnTo>
                    <a:pt x="0" y="1124712"/>
                  </a:lnTo>
                  <a:close/>
                </a:path>
              </a:pathLst>
            </a:custGeom>
            <a:ln w="25400">
              <a:solidFill>
                <a:srgbClr val="008FB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342894" y="1304671"/>
            <a:ext cx="27260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66DBFF"/>
                </a:solidFill>
                <a:latin typeface="Calibri"/>
                <a:cs typeface="Calibri"/>
              </a:rPr>
              <a:t>Column-</a:t>
            </a:r>
            <a:r>
              <a:rPr sz="2400" dirty="0">
                <a:solidFill>
                  <a:srgbClr val="66DBFF"/>
                </a:solidFill>
                <a:latin typeface="Calibri"/>
                <a:cs typeface="Calibri"/>
              </a:rPr>
              <a:t>level</a:t>
            </a:r>
            <a:r>
              <a:rPr sz="2400" spc="-10" dirty="0">
                <a:solidFill>
                  <a:srgbClr val="66DBFF"/>
                </a:solidFill>
                <a:latin typeface="Calibri"/>
                <a:cs typeface="Calibri"/>
              </a:rPr>
              <a:t> Security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50767" y="2339086"/>
            <a:ext cx="24447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Access</a:t>
            </a:r>
            <a:r>
              <a:rPr spc="-55" dirty="0"/>
              <a:t> </a:t>
            </a:r>
            <a:r>
              <a:rPr spc="-10" dirty="0"/>
              <a:t>Control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38910">
              <a:lnSpc>
                <a:spcPct val="100000"/>
              </a:lnSpc>
              <a:spcBef>
                <a:spcPts val="105"/>
              </a:spcBef>
            </a:pPr>
            <a:r>
              <a:rPr dirty="0"/>
              <a:t>Access</a:t>
            </a:r>
            <a:r>
              <a:rPr spc="-55" dirty="0"/>
              <a:t> </a:t>
            </a:r>
            <a:r>
              <a:rPr spc="-10" dirty="0"/>
              <a:t>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41194" y="1643634"/>
            <a:ext cx="4606925" cy="13252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31800" marR="5080" indent="-343535">
              <a:lnSpc>
                <a:spcPct val="100000"/>
              </a:lnSpc>
              <a:spcBef>
                <a:spcPts val="105"/>
              </a:spcBef>
              <a:buClr>
                <a:srgbClr val="00C3FF"/>
              </a:buClr>
              <a:buSzPct val="105000"/>
              <a:buFont typeface="Wingdings"/>
              <a:buChar char=""/>
              <a:tabLst>
                <a:tab pos="431800" algn="l"/>
              </a:tabLst>
            </a:pP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Who</a:t>
            </a:r>
            <a:r>
              <a:rPr sz="2000" spc="-5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can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access</a:t>
            </a:r>
            <a:r>
              <a:rPr sz="2000" spc="-2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and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perform</a:t>
            </a:r>
            <a:r>
              <a:rPr sz="20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operations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on</a:t>
            </a:r>
            <a:r>
              <a:rPr sz="20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objects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in</a:t>
            </a:r>
            <a:r>
              <a:rPr sz="2000" spc="-1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Snowflake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00C3FF"/>
              </a:buClr>
              <a:buSzPct val="105000"/>
              <a:buFont typeface="Wingdings"/>
              <a:buChar char=""/>
              <a:tabLst>
                <a:tab pos="354965" algn="l"/>
              </a:tabLst>
            </a:pP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Two</a:t>
            </a:r>
            <a:r>
              <a:rPr sz="2000" spc="-4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aspects</a:t>
            </a:r>
            <a:r>
              <a:rPr sz="2000" spc="-2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of</a:t>
            </a:r>
            <a:r>
              <a:rPr sz="20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access</a:t>
            </a:r>
            <a:r>
              <a:rPr sz="20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D6D6D6"/>
                </a:solidFill>
                <a:latin typeface="Calibri"/>
                <a:cs typeface="Calibri"/>
              </a:rPr>
              <a:t>control</a:t>
            </a:r>
            <a:r>
              <a:rPr sz="2000" spc="-4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D6D6D6"/>
                </a:solidFill>
                <a:latin typeface="Calibri"/>
                <a:cs typeface="Calibri"/>
              </a:rPr>
              <a:t>combined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38910">
              <a:lnSpc>
                <a:spcPct val="100000"/>
              </a:lnSpc>
              <a:spcBef>
                <a:spcPts val="105"/>
              </a:spcBef>
            </a:pPr>
            <a:r>
              <a:rPr dirty="0"/>
              <a:t>Access</a:t>
            </a:r>
            <a:r>
              <a:rPr spc="-55" dirty="0"/>
              <a:t> </a:t>
            </a:r>
            <a:r>
              <a:rPr spc="-10" dirty="0"/>
              <a:t>Control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55064" y="1656588"/>
            <a:ext cx="2581275" cy="1561465"/>
            <a:chOff x="1655064" y="1656588"/>
            <a:chExt cx="2581275" cy="15614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5064" y="1656588"/>
              <a:ext cx="2580766" cy="15610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81962" y="1811274"/>
              <a:ext cx="1947672" cy="92963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981962" y="1811274"/>
              <a:ext cx="1948180" cy="929640"/>
            </a:xfrm>
            <a:custGeom>
              <a:avLst/>
              <a:gdLst/>
              <a:ahLst/>
              <a:cxnLst/>
              <a:rect l="l" t="t" r="r" b="b"/>
              <a:pathLst>
                <a:path w="1948179" h="929639">
                  <a:moveTo>
                    <a:pt x="0" y="464819"/>
                  </a:moveTo>
                  <a:lnTo>
                    <a:pt x="232410" y="0"/>
                  </a:lnTo>
                  <a:lnTo>
                    <a:pt x="1715262" y="0"/>
                  </a:lnTo>
                  <a:lnTo>
                    <a:pt x="1947672" y="464819"/>
                  </a:lnTo>
                  <a:lnTo>
                    <a:pt x="1715262" y="929639"/>
                  </a:lnTo>
                  <a:lnTo>
                    <a:pt x="232410" y="929639"/>
                  </a:lnTo>
                  <a:lnTo>
                    <a:pt x="0" y="464819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642103" y="1656588"/>
            <a:ext cx="2581275" cy="1561465"/>
            <a:chOff x="4642103" y="1656588"/>
            <a:chExt cx="2581275" cy="156146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2103" y="1656588"/>
              <a:ext cx="2580767" cy="156108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69001" y="1811274"/>
              <a:ext cx="1947672" cy="92963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969001" y="1811274"/>
              <a:ext cx="1948180" cy="929640"/>
            </a:xfrm>
            <a:custGeom>
              <a:avLst/>
              <a:gdLst/>
              <a:ahLst/>
              <a:cxnLst/>
              <a:rect l="l" t="t" r="r" b="b"/>
              <a:pathLst>
                <a:path w="1948179" h="929639">
                  <a:moveTo>
                    <a:pt x="0" y="464819"/>
                  </a:moveTo>
                  <a:lnTo>
                    <a:pt x="232410" y="0"/>
                  </a:lnTo>
                  <a:lnTo>
                    <a:pt x="1715262" y="0"/>
                  </a:lnTo>
                  <a:lnTo>
                    <a:pt x="1947672" y="464819"/>
                  </a:lnTo>
                  <a:lnTo>
                    <a:pt x="1715262" y="929639"/>
                  </a:lnTo>
                  <a:lnTo>
                    <a:pt x="232410" y="929639"/>
                  </a:lnTo>
                  <a:lnTo>
                    <a:pt x="0" y="464819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38452" y="1897506"/>
            <a:ext cx="3220720" cy="1635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84885" marR="945515" indent="1270"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Discretionary </a:t>
            </a:r>
            <a:r>
              <a:rPr sz="1600" b="1" spc="-60" dirty="0">
                <a:solidFill>
                  <a:srgbClr val="00C3FF"/>
                </a:solidFill>
                <a:latin typeface="Trebuchet MS"/>
                <a:cs typeface="Trebuchet MS"/>
              </a:rPr>
              <a:t>Access</a:t>
            </a:r>
            <a:r>
              <a:rPr sz="1600" b="1" spc="-70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75" dirty="0">
                <a:solidFill>
                  <a:srgbClr val="00C3FF"/>
                </a:solidFill>
                <a:latin typeface="Trebuchet MS"/>
                <a:cs typeface="Trebuchet MS"/>
              </a:rPr>
              <a:t>Control </a:t>
            </a: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(DAC)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6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Clr>
                <a:srgbClr val="00C3FF"/>
              </a:buClr>
              <a:buSzPct val="106250"/>
              <a:buFont typeface="Wingdings"/>
              <a:buChar char=""/>
              <a:tabLst>
                <a:tab pos="354965" algn="l"/>
              </a:tabLst>
            </a:pP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Each</a:t>
            </a:r>
            <a:r>
              <a:rPr sz="1600" spc="-4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object</a:t>
            </a:r>
            <a:r>
              <a:rPr sz="1600" spc="-1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has</a:t>
            </a:r>
            <a:r>
              <a:rPr sz="16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an</a:t>
            </a:r>
            <a:r>
              <a:rPr sz="1600" spc="-4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owner who</a:t>
            </a:r>
            <a:r>
              <a:rPr sz="16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D6D6D6"/>
                </a:solidFill>
                <a:latin typeface="Calibri"/>
                <a:cs typeface="Calibri"/>
              </a:rPr>
              <a:t>can</a:t>
            </a:r>
            <a:endParaRPr sz="16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grant</a:t>
            </a:r>
            <a:r>
              <a:rPr sz="16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access</a:t>
            </a:r>
            <a:r>
              <a:rPr sz="16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to</a:t>
            </a:r>
            <a:r>
              <a:rPr sz="1600" spc="-2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that</a:t>
            </a:r>
            <a:r>
              <a:rPr sz="1600" spc="-5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D6D6D6"/>
                </a:solidFill>
                <a:latin typeface="Calibri"/>
                <a:cs typeface="Calibri"/>
              </a:rPr>
              <a:t>object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80534" y="1897506"/>
            <a:ext cx="3043555" cy="1879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9590" marR="1223010" indent="-635" algn="ctr">
              <a:lnSpc>
                <a:spcPct val="100000"/>
              </a:lnSpc>
              <a:spcBef>
                <a:spcPts val="95"/>
              </a:spcBef>
            </a:pPr>
            <a:r>
              <a:rPr sz="1600" b="1" spc="-35" dirty="0">
                <a:solidFill>
                  <a:srgbClr val="00C3FF"/>
                </a:solidFill>
                <a:latin typeface="Trebuchet MS"/>
                <a:cs typeface="Trebuchet MS"/>
              </a:rPr>
              <a:t>Role-</a:t>
            </a: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based </a:t>
            </a:r>
            <a:r>
              <a:rPr sz="1600" b="1" spc="-60" dirty="0">
                <a:solidFill>
                  <a:srgbClr val="00C3FF"/>
                </a:solidFill>
                <a:latin typeface="Trebuchet MS"/>
                <a:cs typeface="Trebuchet MS"/>
              </a:rPr>
              <a:t>Access</a:t>
            </a:r>
            <a:r>
              <a:rPr sz="1600" b="1" spc="-70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75" dirty="0">
                <a:solidFill>
                  <a:srgbClr val="00C3FF"/>
                </a:solidFill>
                <a:latin typeface="Trebuchet MS"/>
                <a:cs typeface="Trebuchet MS"/>
              </a:rPr>
              <a:t>Control </a:t>
            </a: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(RBAC)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600">
              <a:latin typeface="Trebuchet MS"/>
              <a:cs typeface="Trebuchet MS"/>
            </a:endParaRPr>
          </a:p>
          <a:p>
            <a:pPr marL="355600" marR="5080" indent="-342900" algn="just">
              <a:lnSpc>
                <a:spcPct val="100000"/>
              </a:lnSpc>
              <a:buClr>
                <a:srgbClr val="00C3FF"/>
              </a:buClr>
              <a:buSzPct val="106250"/>
              <a:buFont typeface="Wingdings"/>
              <a:buChar char=""/>
              <a:tabLst>
                <a:tab pos="355600" algn="l"/>
              </a:tabLst>
            </a:pP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Access</a:t>
            </a:r>
            <a:r>
              <a:rPr sz="16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privileges</a:t>
            </a:r>
            <a:r>
              <a:rPr sz="1600" spc="-5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are</a:t>
            </a:r>
            <a:r>
              <a:rPr sz="16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assigned</a:t>
            </a:r>
            <a:r>
              <a:rPr sz="1600" spc="-6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D6D6D6"/>
                </a:solidFill>
                <a:latin typeface="Calibri"/>
                <a:cs typeface="Calibri"/>
              </a:rPr>
              <a:t>to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roles,</a:t>
            </a:r>
            <a:r>
              <a:rPr sz="1600" spc="-1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which</a:t>
            </a:r>
            <a:r>
              <a:rPr sz="16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are</a:t>
            </a:r>
            <a:r>
              <a:rPr sz="1600" spc="-1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in</a:t>
            </a:r>
            <a:r>
              <a:rPr sz="1600" spc="-4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turn</a:t>
            </a:r>
            <a:r>
              <a:rPr sz="16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D6D6D6"/>
                </a:solidFill>
                <a:latin typeface="Calibri"/>
                <a:cs typeface="Calibri"/>
              </a:rPr>
              <a:t>assigned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to</a:t>
            </a:r>
            <a:r>
              <a:rPr sz="1600" spc="-10" dirty="0">
                <a:solidFill>
                  <a:srgbClr val="D6D6D6"/>
                </a:solidFill>
                <a:latin typeface="Calibri"/>
                <a:cs typeface="Calibri"/>
              </a:rPr>
              <a:t> users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38910">
              <a:lnSpc>
                <a:spcPct val="100000"/>
              </a:lnSpc>
              <a:spcBef>
                <a:spcPts val="105"/>
              </a:spcBef>
            </a:pPr>
            <a:r>
              <a:rPr dirty="0"/>
              <a:t>Access</a:t>
            </a:r>
            <a:r>
              <a:rPr spc="-55" dirty="0"/>
              <a:t> </a:t>
            </a:r>
            <a:r>
              <a:rPr spc="-10" dirty="0"/>
              <a:t>Control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12063" y="2571013"/>
            <a:ext cx="1868170" cy="1057275"/>
            <a:chOff x="512063" y="2571013"/>
            <a:chExt cx="1868170" cy="10572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2063" y="2571013"/>
              <a:ext cx="1867662" cy="105674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961" y="2725674"/>
              <a:ext cx="1234439" cy="42519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38961" y="2725674"/>
              <a:ext cx="1234440" cy="425450"/>
            </a:xfrm>
            <a:custGeom>
              <a:avLst/>
              <a:gdLst/>
              <a:ahLst/>
              <a:cxnLst/>
              <a:rect l="l" t="t" r="r" b="b"/>
              <a:pathLst>
                <a:path w="1234439" h="425450">
                  <a:moveTo>
                    <a:pt x="0" y="212598"/>
                  </a:moveTo>
                  <a:lnTo>
                    <a:pt x="106299" y="0"/>
                  </a:lnTo>
                  <a:lnTo>
                    <a:pt x="1128140" y="0"/>
                  </a:lnTo>
                  <a:lnTo>
                    <a:pt x="1234439" y="212598"/>
                  </a:lnTo>
                  <a:lnTo>
                    <a:pt x="1128140" y="425195"/>
                  </a:lnTo>
                  <a:lnTo>
                    <a:pt x="106299" y="425195"/>
                  </a:lnTo>
                  <a:lnTo>
                    <a:pt x="0" y="212598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68704" y="2782315"/>
            <a:ext cx="5753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0" dirty="0">
                <a:solidFill>
                  <a:srgbClr val="00C3FF"/>
                </a:solidFill>
                <a:latin typeface="Trebuchet MS"/>
                <a:cs typeface="Trebuchet MS"/>
              </a:rPr>
              <a:t>Role</a:t>
            </a:r>
            <a:r>
              <a:rPr sz="1600" b="1" spc="-95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50" dirty="0">
                <a:solidFill>
                  <a:srgbClr val="00C3FF"/>
                </a:solidFill>
                <a:latin typeface="Trebuchet MS"/>
                <a:cs typeface="Trebuchet MS"/>
              </a:rPr>
              <a:t>1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177033" y="2584754"/>
            <a:ext cx="2226945" cy="1058545"/>
            <a:chOff x="2177033" y="2584754"/>
            <a:chExt cx="2226945" cy="1058545"/>
          </a:xfrm>
        </p:grpSpPr>
        <p:sp>
          <p:nvSpPr>
            <p:cNvPr id="9" name="object 9"/>
            <p:cNvSpPr/>
            <p:nvPr/>
          </p:nvSpPr>
          <p:spPr>
            <a:xfrm>
              <a:off x="2177033" y="2897124"/>
              <a:ext cx="566420" cy="114300"/>
            </a:xfrm>
            <a:custGeom>
              <a:avLst/>
              <a:gdLst/>
              <a:ahLst/>
              <a:cxnLst/>
              <a:rect l="l" t="t" r="r" b="b"/>
              <a:pathLst>
                <a:path w="566419" h="114300">
                  <a:moveTo>
                    <a:pt x="452120" y="0"/>
                  </a:moveTo>
                  <a:lnTo>
                    <a:pt x="452120" y="114300"/>
                  </a:lnTo>
                  <a:lnTo>
                    <a:pt x="528320" y="76200"/>
                  </a:lnTo>
                  <a:lnTo>
                    <a:pt x="471170" y="76200"/>
                  </a:lnTo>
                  <a:lnTo>
                    <a:pt x="471170" y="38100"/>
                  </a:lnTo>
                  <a:lnTo>
                    <a:pt x="528320" y="38100"/>
                  </a:lnTo>
                  <a:lnTo>
                    <a:pt x="452120" y="0"/>
                  </a:lnTo>
                  <a:close/>
                </a:path>
                <a:path w="566419" h="114300">
                  <a:moveTo>
                    <a:pt x="452120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452120" y="76200"/>
                  </a:lnTo>
                  <a:lnTo>
                    <a:pt x="452120" y="38100"/>
                  </a:lnTo>
                  <a:close/>
                </a:path>
                <a:path w="566419" h="114300">
                  <a:moveTo>
                    <a:pt x="528320" y="38100"/>
                  </a:moveTo>
                  <a:lnTo>
                    <a:pt x="471170" y="38100"/>
                  </a:lnTo>
                  <a:lnTo>
                    <a:pt x="471170" y="76200"/>
                  </a:lnTo>
                  <a:lnTo>
                    <a:pt x="528320" y="76200"/>
                  </a:lnTo>
                  <a:lnTo>
                    <a:pt x="566420" y="57150"/>
                  </a:lnTo>
                  <a:lnTo>
                    <a:pt x="528320" y="381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35935" y="2584754"/>
              <a:ext cx="1867662" cy="105824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62833" y="2739390"/>
              <a:ext cx="1234440" cy="42672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862833" y="2739390"/>
              <a:ext cx="1234440" cy="426720"/>
            </a:xfrm>
            <a:custGeom>
              <a:avLst/>
              <a:gdLst/>
              <a:ahLst/>
              <a:cxnLst/>
              <a:rect l="l" t="t" r="r" b="b"/>
              <a:pathLst>
                <a:path w="1234439" h="426719">
                  <a:moveTo>
                    <a:pt x="0" y="213360"/>
                  </a:moveTo>
                  <a:lnTo>
                    <a:pt x="106680" y="0"/>
                  </a:lnTo>
                  <a:lnTo>
                    <a:pt x="1127760" y="0"/>
                  </a:lnTo>
                  <a:lnTo>
                    <a:pt x="1234440" y="213360"/>
                  </a:lnTo>
                  <a:lnTo>
                    <a:pt x="1127760" y="426720"/>
                  </a:lnTo>
                  <a:lnTo>
                    <a:pt x="106680" y="426720"/>
                  </a:lnTo>
                  <a:lnTo>
                    <a:pt x="0" y="21336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166366" y="2588768"/>
            <a:ext cx="613410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0" dirty="0">
                <a:solidFill>
                  <a:srgbClr val="00C3FF"/>
                </a:solidFill>
                <a:latin typeface="Trebuchet MS"/>
                <a:cs typeface="Trebuchet MS"/>
              </a:rPr>
              <a:t>Creates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00">
              <a:latin typeface="Trebuchet MS"/>
              <a:cs typeface="Trebuchet MS"/>
            </a:endParaRPr>
          </a:p>
          <a:p>
            <a:pPr marL="71755">
              <a:lnSpc>
                <a:spcPct val="100000"/>
              </a:lnSpc>
            </a:pPr>
            <a:r>
              <a:rPr sz="1400" b="1" spc="-20" dirty="0">
                <a:solidFill>
                  <a:srgbClr val="CCF3FF"/>
                </a:solidFill>
                <a:latin typeface="Trebuchet MS"/>
                <a:cs typeface="Trebuchet MS"/>
              </a:rPr>
              <a:t>Owns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020567" y="2967227"/>
            <a:ext cx="1732280" cy="949325"/>
            <a:chOff x="3020567" y="2967227"/>
            <a:chExt cx="1732280" cy="949325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20567" y="2967227"/>
              <a:ext cx="1732280" cy="94907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347465" y="3121913"/>
              <a:ext cx="1099185" cy="317500"/>
            </a:xfrm>
            <a:custGeom>
              <a:avLst/>
              <a:gdLst/>
              <a:ahLst/>
              <a:cxnLst/>
              <a:rect l="l" t="t" r="r" b="b"/>
              <a:pathLst>
                <a:path w="1099185" h="317500">
                  <a:moveTo>
                    <a:pt x="1019556" y="0"/>
                  </a:moveTo>
                  <a:lnTo>
                    <a:pt x="79248" y="0"/>
                  </a:lnTo>
                  <a:lnTo>
                    <a:pt x="0" y="158496"/>
                  </a:lnTo>
                  <a:lnTo>
                    <a:pt x="79248" y="316992"/>
                  </a:lnTo>
                  <a:lnTo>
                    <a:pt x="1019556" y="316992"/>
                  </a:lnTo>
                  <a:lnTo>
                    <a:pt x="1098804" y="158496"/>
                  </a:lnTo>
                  <a:lnTo>
                    <a:pt x="1019556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347465" y="3121913"/>
              <a:ext cx="1099185" cy="317500"/>
            </a:xfrm>
            <a:custGeom>
              <a:avLst/>
              <a:gdLst/>
              <a:ahLst/>
              <a:cxnLst/>
              <a:rect l="l" t="t" r="r" b="b"/>
              <a:pathLst>
                <a:path w="1099185" h="317500">
                  <a:moveTo>
                    <a:pt x="0" y="158496"/>
                  </a:moveTo>
                  <a:lnTo>
                    <a:pt x="79248" y="0"/>
                  </a:lnTo>
                  <a:lnTo>
                    <a:pt x="1019556" y="0"/>
                  </a:lnTo>
                  <a:lnTo>
                    <a:pt x="1098804" y="158496"/>
                  </a:lnTo>
                  <a:lnTo>
                    <a:pt x="1019556" y="316992"/>
                  </a:lnTo>
                  <a:lnTo>
                    <a:pt x="79248" y="316992"/>
                  </a:lnTo>
                  <a:lnTo>
                    <a:pt x="0" y="158496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228594" y="2675606"/>
            <a:ext cx="1010919" cy="71247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Table</a:t>
            </a:r>
            <a:endParaRPr sz="1600">
              <a:latin typeface="Trebuchet MS"/>
              <a:cs typeface="Trebuchet MS"/>
            </a:endParaRPr>
          </a:p>
          <a:p>
            <a:pPr marL="320040">
              <a:lnSpc>
                <a:spcPct val="100000"/>
              </a:lnSpc>
              <a:spcBef>
                <a:spcPts val="850"/>
              </a:spcBef>
            </a:pPr>
            <a:r>
              <a:rPr sz="1400" b="1" spc="-40" dirty="0">
                <a:solidFill>
                  <a:srgbClr val="0092BE"/>
                </a:solidFill>
                <a:latin typeface="Trebuchet MS"/>
                <a:cs typeface="Trebuchet MS"/>
              </a:rPr>
              <a:t>Privilege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440935" y="2575610"/>
            <a:ext cx="1986914" cy="1581150"/>
            <a:chOff x="4440935" y="2575610"/>
            <a:chExt cx="1986914" cy="1581150"/>
          </a:xfrm>
        </p:grpSpPr>
        <p:sp>
          <p:nvSpPr>
            <p:cNvPr id="20" name="object 20"/>
            <p:cNvSpPr/>
            <p:nvPr/>
          </p:nvSpPr>
          <p:spPr>
            <a:xfrm>
              <a:off x="4440935" y="2954274"/>
              <a:ext cx="447040" cy="342265"/>
            </a:xfrm>
            <a:custGeom>
              <a:avLst/>
              <a:gdLst/>
              <a:ahLst/>
              <a:cxnLst/>
              <a:rect l="l" t="t" r="r" b="b"/>
              <a:pathLst>
                <a:path w="447039" h="342264">
                  <a:moveTo>
                    <a:pt x="344203" y="53328"/>
                  </a:moveTo>
                  <a:lnTo>
                    <a:pt x="0" y="311784"/>
                  </a:lnTo>
                  <a:lnTo>
                    <a:pt x="22860" y="342264"/>
                  </a:lnTo>
                  <a:lnTo>
                    <a:pt x="367134" y="83846"/>
                  </a:lnTo>
                  <a:lnTo>
                    <a:pt x="344203" y="53328"/>
                  </a:lnTo>
                  <a:close/>
                </a:path>
                <a:path w="447039" h="342264">
                  <a:moveTo>
                    <a:pt x="426131" y="41909"/>
                  </a:moveTo>
                  <a:lnTo>
                    <a:pt x="359410" y="41909"/>
                  </a:lnTo>
                  <a:lnTo>
                    <a:pt x="382397" y="72389"/>
                  </a:lnTo>
                  <a:lnTo>
                    <a:pt x="367134" y="83846"/>
                  </a:lnTo>
                  <a:lnTo>
                    <a:pt x="390016" y="114300"/>
                  </a:lnTo>
                  <a:lnTo>
                    <a:pt x="426131" y="41909"/>
                  </a:lnTo>
                  <a:close/>
                </a:path>
                <a:path w="447039" h="342264">
                  <a:moveTo>
                    <a:pt x="359410" y="41909"/>
                  </a:moveTo>
                  <a:lnTo>
                    <a:pt x="344203" y="53328"/>
                  </a:lnTo>
                  <a:lnTo>
                    <a:pt x="367134" y="83846"/>
                  </a:lnTo>
                  <a:lnTo>
                    <a:pt x="382397" y="72389"/>
                  </a:lnTo>
                  <a:lnTo>
                    <a:pt x="359410" y="41909"/>
                  </a:lnTo>
                  <a:close/>
                </a:path>
                <a:path w="447039" h="342264">
                  <a:moveTo>
                    <a:pt x="447039" y="0"/>
                  </a:moveTo>
                  <a:lnTo>
                    <a:pt x="321310" y="22859"/>
                  </a:lnTo>
                  <a:lnTo>
                    <a:pt x="344203" y="53328"/>
                  </a:lnTo>
                  <a:lnTo>
                    <a:pt x="359410" y="41909"/>
                  </a:lnTo>
                  <a:lnTo>
                    <a:pt x="426131" y="41909"/>
                  </a:lnTo>
                  <a:lnTo>
                    <a:pt x="447039" y="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61331" y="2575610"/>
              <a:ext cx="1866264" cy="105824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88229" y="2730246"/>
              <a:ext cx="1232916" cy="42672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888229" y="2730246"/>
              <a:ext cx="1233170" cy="426720"/>
            </a:xfrm>
            <a:custGeom>
              <a:avLst/>
              <a:gdLst/>
              <a:ahLst/>
              <a:cxnLst/>
              <a:rect l="l" t="t" r="r" b="b"/>
              <a:pathLst>
                <a:path w="1233170" h="426719">
                  <a:moveTo>
                    <a:pt x="0" y="213360"/>
                  </a:moveTo>
                  <a:lnTo>
                    <a:pt x="106680" y="0"/>
                  </a:lnTo>
                  <a:lnTo>
                    <a:pt x="1126236" y="0"/>
                  </a:lnTo>
                  <a:lnTo>
                    <a:pt x="1232916" y="213360"/>
                  </a:lnTo>
                  <a:lnTo>
                    <a:pt x="1126236" y="426720"/>
                  </a:lnTo>
                  <a:lnTo>
                    <a:pt x="106680" y="426720"/>
                  </a:lnTo>
                  <a:lnTo>
                    <a:pt x="0" y="21336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61331" y="3098291"/>
              <a:ext cx="1866264" cy="105824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88229" y="3252977"/>
              <a:ext cx="1232916" cy="42672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888229" y="3252977"/>
              <a:ext cx="1233170" cy="426720"/>
            </a:xfrm>
            <a:custGeom>
              <a:avLst/>
              <a:gdLst/>
              <a:ahLst/>
              <a:cxnLst/>
              <a:rect l="l" t="t" r="r" b="b"/>
              <a:pathLst>
                <a:path w="1233170" h="426720">
                  <a:moveTo>
                    <a:pt x="0" y="213360"/>
                  </a:moveTo>
                  <a:lnTo>
                    <a:pt x="106680" y="0"/>
                  </a:lnTo>
                  <a:lnTo>
                    <a:pt x="1126236" y="0"/>
                  </a:lnTo>
                  <a:lnTo>
                    <a:pt x="1232916" y="213360"/>
                  </a:lnTo>
                  <a:lnTo>
                    <a:pt x="1126236" y="426720"/>
                  </a:lnTo>
                  <a:lnTo>
                    <a:pt x="106680" y="426720"/>
                  </a:lnTo>
                  <a:lnTo>
                    <a:pt x="0" y="21336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218303" y="2788157"/>
            <a:ext cx="575310" cy="791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0" dirty="0">
                <a:solidFill>
                  <a:srgbClr val="00C3FF"/>
                </a:solidFill>
                <a:latin typeface="Trebuchet MS"/>
                <a:cs typeface="Trebuchet MS"/>
              </a:rPr>
              <a:t>Role</a:t>
            </a:r>
            <a:r>
              <a:rPr sz="1600" b="1" spc="-95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50" dirty="0">
                <a:solidFill>
                  <a:srgbClr val="00C3FF"/>
                </a:solidFill>
                <a:latin typeface="Trebuchet MS"/>
                <a:cs typeface="Trebuchet MS"/>
              </a:rPr>
              <a:t>2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600" b="1" spc="-60" dirty="0">
                <a:solidFill>
                  <a:srgbClr val="00C3FF"/>
                </a:solidFill>
                <a:latin typeface="Trebuchet MS"/>
                <a:cs typeface="Trebuchet MS"/>
              </a:rPr>
              <a:t>Role</a:t>
            </a:r>
            <a:r>
              <a:rPr sz="1600" b="1" spc="-105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50" dirty="0">
                <a:solidFill>
                  <a:srgbClr val="00C3FF"/>
                </a:solidFill>
                <a:latin typeface="Trebuchet MS"/>
                <a:cs typeface="Trebuchet MS"/>
              </a:rPr>
              <a:t>3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438650" y="2244902"/>
            <a:ext cx="3685540" cy="1552575"/>
            <a:chOff x="4438650" y="2244902"/>
            <a:chExt cx="3685540" cy="1552575"/>
          </a:xfrm>
        </p:grpSpPr>
        <p:sp>
          <p:nvSpPr>
            <p:cNvPr id="29" name="object 29"/>
            <p:cNvSpPr/>
            <p:nvPr/>
          </p:nvSpPr>
          <p:spPr>
            <a:xfrm>
              <a:off x="4438650" y="2623565"/>
              <a:ext cx="2112010" cy="855344"/>
            </a:xfrm>
            <a:custGeom>
              <a:avLst/>
              <a:gdLst/>
              <a:ahLst/>
              <a:cxnLst/>
              <a:rect l="l" t="t" r="r" b="b"/>
              <a:pathLst>
                <a:path w="2112009" h="855345">
                  <a:moveTo>
                    <a:pt x="448564" y="848360"/>
                  </a:moveTo>
                  <a:lnTo>
                    <a:pt x="431431" y="827913"/>
                  </a:lnTo>
                  <a:lnTo>
                    <a:pt x="366522" y="750443"/>
                  </a:lnTo>
                  <a:lnTo>
                    <a:pt x="351307" y="785393"/>
                  </a:lnTo>
                  <a:lnTo>
                    <a:pt x="15240" y="639318"/>
                  </a:lnTo>
                  <a:lnTo>
                    <a:pt x="0" y="674370"/>
                  </a:lnTo>
                  <a:lnTo>
                    <a:pt x="336105" y="820343"/>
                  </a:lnTo>
                  <a:lnTo>
                    <a:pt x="320929" y="855218"/>
                  </a:lnTo>
                  <a:lnTo>
                    <a:pt x="448564" y="848360"/>
                  </a:lnTo>
                  <a:close/>
                </a:path>
                <a:path w="2112009" h="855345">
                  <a:moveTo>
                    <a:pt x="2111997" y="0"/>
                  </a:moveTo>
                  <a:lnTo>
                    <a:pt x="1986280" y="22860"/>
                  </a:lnTo>
                  <a:lnTo>
                    <a:pt x="2009165" y="53340"/>
                  </a:lnTo>
                  <a:lnTo>
                    <a:pt x="1664970" y="311785"/>
                  </a:lnTo>
                  <a:lnTo>
                    <a:pt x="1687830" y="342265"/>
                  </a:lnTo>
                  <a:lnTo>
                    <a:pt x="2032101" y="83858"/>
                  </a:lnTo>
                  <a:lnTo>
                    <a:pt x="2054987" y="114300"/>
                  </a:lnTo>
                  <a:lnTo>
                    <a:pt x="2091093" y="41910"/>
                  </a:lnTo>
                  <a:lnTo>
                    <a:pt x="2111997" y="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24016" y="2244902"/>
              <a:ext cx="1867662" cy="105824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50914" y="2399538"/>
              <a:ext cx="1234439" cy="426719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550914" y="2399538"/>
              <a:ext cx="1234440" cy="426720"/>
            </a:xfrm>
            <a:custGeom>
              <a:avLst/>
              <a:gdLst/>
              <a:ahLst/>
              <a:cxnLst/>
              <a:rect l="l" t="t" r="r" b="b"/>
              <a:pathLst>
                <a:path w="1234440" h="426719">
                  <a:moveTo>
                    <a:pt x="0" y="213360"/>
                  </a:moveTo>
                  <a:lnTo>
                    <a:pt x="106679" y="0"/>
                  </a:lnTo>
                  <a:lnTo>
                    <a:pt x="1127759" y="0"/>
                  </a:lnTo>
                  <a:lnTo>
                    <a:pt x="1234439" y="213360"/>
                  </a:lnTo>
                  <a:lnTo>
                    <a:pt x="1127759" y="426719"/>
                  </a:lnTo>
                  <a:lnTo>
                    <a:pt x="106679" y="426719"/>
                  </a:lnTo>
                  <a:lnTo>
                    <a:pt x="0" y="21336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115176" y="2931668"/>
              <a:ext cx="463550" cy="187325"/>
            </a:xfrm>
            <a:custGeom>
              <a:avLst/>
              <a:gdLst/>
              <a:ahLst/>
              <a:cxnLst/>
              <a:rect l="l" t="t" r="r" b="b"/>
              <a:pathLst>
                <a:path w="463550" h="187325">
                  <a:moveTo>
                    <a:pt x="348616" y="150744"/>
                  </a:moveTo>
                  <a:lnTo>
                    <a:pt x="336676" y="186944"/>
                  </a:lnTo>
                  <a:lnTo>
                    <a:pt x="463169" y="168401"/>
                  </a:lnTo>
                  <a:lnTo>
                    <a:pt x="451402" y="156718"/>
                  </a:lnTo>
                  <a:lnTo>
                    <a:pt x="366775" y="156718"/>
                  </a:lnTo>
                  <a:lnTo>
                    <a:pt x="348616" y="150744"/>
                  </a:lnTo>
                  <a:close/>
                </a:path>
                <a:path w="463550" h="187325">
                  <a:moveTo>
                    <a:pt x="360540" y="114590"/>
                  </a:moveTo>
                  <a:lnTo>
                    <a:pt x="348616" y="150744"/>
                  </a:lnTo>
                  <a:lnTo>
                    <a:pt x="366775" y="156718"/>
                  </a:lnTo>
                  <a:lnTo>
                    <a:pt x="378587" y="120523"/>
                  </a:lnTo>
                  <a:lnTo>
                    <a:pt x="360540" y="114590"/>
                  </a:lnTo>
                  <a:close/>
                </a:path>
                <a:path w="463550" h="187325">
                  <a:moveTo>
                    <a:pt x="372490" y="78358"/>
                  </a:moveTo>
                  <a:lnTo>
                    <a:pt x="360540" y="114590"/>
                  </a:lnTo>
                  <a:lnTo>
                    <a:pt x="378587" y="120523"/>
                  </a:lnTo>
                  <a:lnTo>
                    <a:pt x="366775" y="156718"/>
                  </a:lnTo>
                  <a:lnTo>
                    <a:pt x="451402" y="156718"/>
                  </a:lnTo>
                  <a:lnTo>
                    <a:pt x="372490" y="78358"/>
                  </a:lnTo>
                  <a:close/>
                </a:path>
                <a:path w="463550" h="187325">
                  <a:moveTo>
                    <a:pt x="11937" y="0"/>
                  </a:moveTo>
                  <a:lnTo>
                    <a:pt x="0" y="36068"/>
                  </a:lnTo>
                  <a:lnTo>
                    <a:pt x="348616" y="150744"/>
                  </a:lnTo>
                  <a:lnTo>
                    <a:pt x="360540" y="114590"/>
                  </a:lnTo>
                  <a:lnTo>
                    <a:pt x="11937" y="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56020" y="2738678"/>
              <a:ext cx="1867662" cy="105824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82917" y="2893314"/>
              <a:ext cx="1234439" cy="42671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582917" y="2893314"/>
              <a:ext cx="1234440" cy="426720"/>
            </a:xfrm>
            <a:custGeom>
              <a:avLst/>
              <a:gdLst/>
              <a:ahLst/>
              <a:cxnLst/>
              <a:rect l="l" t="t" r="r" b="b"/>
              <a:pathLst>
                <a:path w="1234440" h="426720">
                  <a:moveTo>
                    <a:pt x="0" y="213360"/>
                  </a:moveTo>
                  <a:lnTo>
                    <a:pt x="106679" y="0"/>
                  </a:lnTo>
                  <a:lnTo>
                    <a:pt x="1127759" y="0"/>
                  </a:lnTo>
                  <a:lnTo>
                    <a:pt x="1234439" y="213360"/>
                  </a:lnTo>
                  <a:lnTo>
                    <a:pt x="1127759" y="426719"/>
                  </a:lnTo>
                  <a:lnTo>
                    <a:pt x="106679" y="426719"/>
                  </a:lnTo>
                  <a:lnTo>
                    <a:pt x="0" y="21336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6872731" y="2457703"/>
            <a:ext cx="623570" cy="762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0" dirty="0">
                <a:solidFill>
                  <a:srgbClr val="00C3FF"/>
                </a:solidFill>
                <a:latin typeface="Trebuchet MS"/>
                <a:cs typeface="Trebuchet MS"/>
              </a:rPr>
              <a:t>User</a:t>
            </a:r>
            <a:r>
              <a:rPr sz="1600" b="1" spc="-95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50" dirty="0">
                <a:solidFill>
                  <a:srgbClr val="00C3FF"/>
                </a:solidFill>
                <a:latin typeface="Trebuchet MS"/>
                <a:cs typeface="Trebuchet MS"/>
              </a:rPr>
              <a:t>1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600">
              <a:latin typeface="Trebuchet MS"/>
              <a:cs typeface="Trebuchet MS"/>
            </a:endParaRPr>
          </a:p>
          <a:p>
            <a:pPr marL="44450">
              <a:lnSpc>
                <a:spcPct val="100000"/>
              </a:lnSpc>
              <a:spcBef>
                <a:spcPts val="5"/>
              </a:spcBef>
            </a:pPr>
            <a:r>
              <a:rPr sz="1600" b="1" spc="-60" dirty="0">
                <a:solidFill>
                  <a:srgbClr val="00C3FF"/>
                </a:solidFill>
                <a:latin typeface="Trebuchet MS"/>
                <a:cs typeface="Trebuchet MS"/>
              </a:rPr>
              <a:t>User</a:t>
            </a:r>
            <a:r>
              <a:rPr sz="1600" b="1" spc="-95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50" dirty="0">
                <a:solidFill>
                  <a:srgbClr val="00C3FF"/>
                </a:solidFill>
                <a:latin typeface="Trebuchet MS"/>
                <a:cs typeface="Trebuchet MS"/>
              </a:rPr>
              <a:t>2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274308" y="3384803"/>
            <a:ext cx="1868170" cy="1058545"/>
            <a:chOff x="6274308" y="3384803"/>
            <a:chExt cx="1868170" cy="1058545"/>
          </a:xfrm>
        </p:grpSpPr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4308" y="3384803"/>
              <a:ext cx="1867662" cy="105824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01206" y="3539489"/>
              <a:ext cx="1234440" cy="42671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601206" y="3539489"/>
              <a:ext cx="1234440" cy="426720"/>
            </a:xfrm>
            <a:custGeom>
              <a:avLst/>
              <a:gdLst/>
              <a:ahLst/>
              <a:cxnLst/>
              <a:rect l="l" t="t" r="r" b="b"/>
              <a:pathLst>
                <a:path w="1234440" h="426720">
                  <a:moveTo>
                    <a:pt x="0" y="213360"/>
                  </a:moveTo>
                  <a:lnTo>
                    <a:pt x="106679" y="0"/>
                  </a:lnTo>
                  <a:lnTo>
                    <a:pt x="1127760" y="0"/>
                  </a:lnTo>
                  <a:lnTo>
                    <a:pt x="1234440" y="213360"/>
                  </a:lnTo>
                  <a:lnTo>
                    <a:pt x="1127760" y="426720"/>
                  </a:lnTo>
                  <a:lnTo>
                    <a:pt x="106679" y="426720"/>
                  </a:lnTo>
                  <a:lnTo>
                    <a:pt x="0" y="21336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923658" y="3597909"/>
            <a:ext cx="5911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60" dirty="0">
                <a:solidFill>
                  <a:srgbClr val="00C3FF"/>
                </a:solidFill>
                <a:latin typeface="Trebuchet MS"/>
                <a:cs typeface="Trebuchet MS"/>
              </a:rPr>
              <a:t>User</a:t>
            </a:r>
            <a:r>
              <a:rPr sz="1600" b="1" spc="-95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600" b="1" spc="-50" dirty="0">
                <a:solidFill>
                  <a:srgbClr val="00C3FF"/>
                </a:solidFill>
                <a:latin typeface="Trebuchet MS"/>
                <a:cs typeface="Trebuchet MS"/>
              </a:rPr>
              <a:t>3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6111747" y="3457447"/>
            <a:ext cx="489584" cy="290195"/>
          </a:xfrm>
          <a:custGeom>
            <a:avLst/>
            <a:gdLst/>
            <a:ahLst/>
            <a:cxnLst/>
            <a:rect l="l" t="t" r="r" b="b"/>
            <a:pathLst>
              <a:path w="489584" h="290195">
                <a:moveTo>
                  <a:pt x="380801" y="250081"/>
                </a:moveTo>
                <a:lnTo>
                  <a:pt x="361950" y="283209"/>
                </a:lnTo>
                <a:lnTo>
                  <a:pt x="489457" y="290067"/>
                </a:lnTo>
                <a:lnTo>
                  <a:pt x="468992" y="259460"/>
                </a:lnTo>
                <a:lnTo>
                  <a:pt x="397255" y="259460"/>
                </a:lnTo>
                <a:lnTo>
                  <a:pt x="380801" y="250081"/>
                </a:lnTo>
                <a:close/>
              </a:path>
              <a:path w="489584" h="290195">
                <a:moveTo>
                  <a:pt x="399623" y="217006"/>
                </a:moveTo>
                <a:lnTo>
                  <a:pt x="380801" y="250081"/>
                </a:lnTo>
                <a:lnTo>
                  <a:pt x="397255" y="259460"/>
                </a:lnTo>
                <a:lnTo>
                  <a:pt x="416178" y="226440"/>
                </a:lnTo>
                <a:lnTo>
                  <a:pt x="399623" y="217006"/>
                </a:lnTo>
                <a:close/>
              </a:path>
              <a:path w="489584" h="290195">
                <a:moveTo>
                  <a:pt x="418465" y="183895"/>
                </a:moveTo>
                <a:lnTo>
                  <a:pt x="399623" y="217006"/>
                </a:lnTo>
                <a:lnTo>
                  <a:pt x="416178" y="226440"/>
                </a:lnTo>
                <a:lnTo>
                  <a:pt x="397255" y="259460"/>
                </a:lnTo>
                <a:lnTo>
                  <a:pt x="468992" y="259460"/>
                </a:lnTo>
                <a:lnTo>
                  <a:pt x="418465" y="183895"/>
                </a:lnTo>
                <a:close/>
              </a:path>
              <a:path w="489584" h="290195">
                <a:moveTo>
                  <a:pt x="18796" y="0"/>
                </a:moveTo>
                <a:lnTo>
                  <a:pt x="0" y="33019"/>
                </a:lnTo>
                <a:lnTo>
                  <a:pt x="380801" y="250081"/>
                </a:lnTo>
                <a:lnTo>
                  <a:pt x="399623" y="217006"/>
                </a:lnTo>
                <a:lnTo>
                  <a:pt x="18796" y="0"/>
                </a:lnTo>
                <a:close/>
              </a:path>
            </a:pathLst>
          </a:custGeom>
          <a:solidFill>
            <a:srgbClr val="00C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928873" y="3610102"/>
            <a:ext cx="1838325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ourier New"/>
                <a:cs typeface="Courier New"/>
              </a:rPr>
              <a:t>GRANT</a:t>
            </a:r>
            <a:r>
              <a:rPr sz="1400" spc="-4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i="1" spc="-10" dirty="0">
                <a:solidFill>
                  <a:srgbClr val="66BEFF"/>
                </a:solidFill>
                <a:latin typeface="Courier New"/>
                <a:cs typeface="Courier New"/>
              </a:rPr>
              <a:t>&lt;privilege&gt;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FFFFFF"/>
                </a:solidFill>
                <a:latin typeface="Courier New"/>
                <a:cs typeface="Courier New"/>
              </a:rPr>
              <a:t>ON</a:t>
            </a:r>
            <a:r>
              <a:rPr sz="14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i="1" spc="-10" dirty="0">
                <a:solidFill>
                  <a:srgbClr val="66BEFF"/>
                </a:solidFill>
                <a:latin typeface="Courier New"/>
                <a:cs typeface="Courier New"/>
              </a:rPr>
              <a:t>&lt;obeject&gt;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Courier New"/>
                <a:cs typeface="Courier New"/>
              </a:rPr>
              <a:t>TO</a:t>
            </a:r>
            <a:r>
              <a:rPr sz="14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i="1" spc="-10" dirty="0">
                <a:solidFill>
                  <a:srgbClr val="66BEFF"/>
                </a:solidFill>
                <a:latin typeface="Courier New"/>
                <a:cs typeface="Courier New"/>
              </a:rPr>
              <a:t>&lt;role&gt;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446903" y="1578356"/>
            <a:ext cx="130429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Courier New"/>
                <a:cs typeface="Courier New"/>
              </a:rPr>
              <a:t>GRANT</a:t>
            </a:r>
            <a:r>
              <a:rPr sz="1400" spc="-35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i="1" spc="-10" dirty="0">
                <a:solidFill>
                  <a:srgbClr val="66BEFF"/>
                </a:solidFill>
                <a:latin typeface="Courier New"/>
                <a:cs typeface="Courier New"/>
              </a:rPr>
              <a:t>&lt;role&gt;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FFFFFF"/>
                </a:solidFill>
                <a:latin typeface="Courier New"/>
                <a:cs typeface="Courier New"/>
              </a:rPr>
              <a:t>TO</a:t>
            </a:r>
            <a:r>
              <a:rPr sz="1400" spc="-2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i="1" spc="-10" dirty="0">
                <a:solidFill>
                  <a:srgbClr val="66BEFF"/>
                </a:solidFill>
                <a:latin typeface="Courier New"/>
                <a:cs typeface="Courier New"/>
              </a:rPr>
              <a:t>&lt;user&gt;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95070">
              <a:lnSpc>
                <a:spcPct val="100000"/>
              </a:lnSpc>
              <a:spcBef>
                <a:spcPts val="105"/>
              </a:spcBef>
            </a:pPr>
            <a:r>
              <a:rPr dirty="0"/>
              <a:t>Securable </a:t>
            </a:r>
            <a:r>
              <a:rPr spc="-10" dirty="0"/>
              <a:t>objects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68395" y="1001293"/>
            <a:ext cx="2582545" cy="1105535"/>
            <a:chOff x="3168395" y="1001293"/>
            <a:chExt cx="2582545" cy="11055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68395" y="1001293"/>
              <a:ext cx="2582291" cy="110538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95293" y="1155954"/>
              <a:ext cx="1949195" cy="4739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495293" y="1155954"/>
              <a:ext cx="1949450" cy="474345"/>
            </a:xfrm>
            <a:custGeom>
              <a:avLst/>
              <a:gdLst/>
              <a:ahLst/>
              <a:cxnLst/>
              <a:rect l="l" t="t" r="r" b="b"/>
              <a:pathLst>
                <a:path w="1949450" h="474344">
                  <a:moveTo>
                    <a:pt x="0" y="236982"/>
                  </a:moveTo>
                  <a:lnTo>
                    <a:pt x="118490" y="0"/>
                  </a:lnTo>
                  <a:lnTo>
                    <a:pt x="1830704" y="0"/>
                  </a:lnTo>
                  <a:lnTo>
                    <a:pt x="1949195" y="236982"/>
                  </a:lnTo>
                  <a:lnTo>
                    <a:pt x="1830704" y="473963"/>
                  </a:lnTo>
                  <a:lnTo>
                    <a:pt x="118490" y="473963"/>
                  </a:lnTo>
                  <a:lnTo>
                    <a:pt x="0" y="236982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121658" y="1235710"/>
            <a:ext cx="7346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75" dirty="0">
                <a:solidFill>
                  <a:srgbClr val="00C3FF"/>
                </a:solidFill>
                <a:latin typeface="Trebuchet MS"/>
                <a:cs typeface="Trebuchet MS"/>
              </a:rPr>
              <a:t>Account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07263" y="1836445"/>
            <a:ext cx="2157730" cy="1105535"/>
            <a:chOff x="207263" y="1836445"/>
            <a:chExt cx="2157730" cy="110553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7263" y="1836445"/>
              <a:ext cx="2157222" cy="110538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4161" y="1991106"/>
              <a:ext cx="1524000" cy="47396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34161" y="1991106"/>
              <a:ext cx="1524000" cy="474345"/>
            </a:xfrm>
            <a:custGeom>
              <a:avLst/>
              <a:gdLst/>
              <a:ahLst/>
              <a:cxnLst/>
              <a:rect l="l" t="t" r="r" b="b"/>
              <a:pathLst>
                <a:path w="1524000" h="474344">
                  <a:moveTo>
                    <a:pt x="0" y="236981"/>
                  </a:moveTo>
                  <a:lnTo>
                    <a:pt x="118490" y="0"/>
                  </a:lnTo>
                  <a:lnTo>
                    <a:pt x="1405508" y="0"/>
                  </a:lnTo>
                  <a:lnTo>
                    <a:pt x="1524000" y="236981"/>
                  </a:lnTo>
                  <a:lnTo>
                    <a:pt x="1405508" y="473963"/>
                  </a:lnTo>
                  <a:lnTo>
                    <a:pt x="118490" y="473963"/>
                  </a:lnTo>
                  <a:lnTo>
                    <a:pt x="0" y="23698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084275" y="2077973"/>
            <a:ext cx="4330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0" dirty="0">
                <a:solidFill>
                  <a:srgbClr val="00C3FF"/>
                </a:solidFill>
                <a:latin typeface="Trebuchet MS"/>
                <a:cs typeface="Trebuchet MS"/>
              </a:rPr>
              <a:t>User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792223" y="1837969"/>
            <a:ext cx="2157730" cy="1105535"/>
            <a:chOff x="1792223" y="1837969"/>
            <a:chExt cx="2157730" cy="1105535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92223" y="1837969"/>
              <a:ext cx="2157222" cy="110538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19121" y="1992630"/>
              <a:ext cx="1524000" cy="47396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119121" y="1992630"/>
              <a:ext cx="1524000" cy="474345"/>
            </a:xfrm>
            <a:custGeom>
              <a:avLst/>
              <a:gdLst/>
              <a:ahLst/>
              <a:cxnLst/>
              <a:rect l="l" t="t" r="r" b="b"/>
              <a:pathLst>
                <a:path w="1524000" h="474344">
                  <a:moveTo>
                    <a:pt x="0" y="236981"/>
                  </a:moveTo>
                  <a:lnTo>
                    <a:pt x="118490" y="0"/>
                  </a:lnTo>
                  <a:lnTo>
                    <a:pt x="1405508" y="0"/>
                  </a:lnTo>
                  <a:lnTo>
                    <a:pt x="1524000" y="236981"/>
                  </a:lnTo>
                  <a:lnTo>
                    <a:pt x="1405508" y="473963"/>
                  </a:lnTo>
                  <a:lnTo>
                    <a:pt x="118490" y="473963"/>
                  </a:lnTo>
                  <a:lnTo>
                    <a:pt x="0" y="23698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676525" y="2079497"/>
            <a:ext cx="41655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5" dirty="0">
                <a:solidFill>
                  <a:srgbClr val="00C3FF"/>
                </a:solidFill>
                <a:latin typeface="Trebuchet MS"/>
                <a:cs typeface="Trebuchet MS"/>
              </a:rPr>
              <a:t>Role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369564" y="1836445"/>
            <a:ext cx="2157730" cy="1105535"/>
            <a:chOff x="3369564" y="1836445"/>
            <a:chExt cx="2157730" cy="110553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69564" y="1836445"/>
              <a:ext cx="2157222" cy="110538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96462" y="1991106"/>
              <a:ext cx="1524000" cy="47396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696462" y="1991106"/>
              <a:ext cx="1524000" cy="474345"/>
            </a:xfrm>
            <a:custGeom>
              <a:avLst/>
              <a:gdLst/>
              <a:ahLst/>
              <a:cxnLst/>
              <a:rect l="l" t="t" r="r" b="b"/>
              <a:pathLst>
                <a:path w="1524000" h="474344">
                  <a:moveTo>
                    <a:pt x="0" y="236981"/>
                  </a:moveTo>
                  <a:lnTo>
                    <a:pt x="118490" y="0"/>
                  </a:lnTo>
                  <a:lnTo>
                    <a:pt x="1405509" y="0"/>
                  </a:lnTo>
                  <a:lnTo>
                    <a:pt x="1524000" y="236981"/>
                  </a:lnTo>
                  <a:lnTo>
                    <a:pt x="1405509" y="473963"/>
                  </a:lnTo>
                  <a:lnTo>
                    <a:pt x="118490" y="473963"/>
                  </a:lnTo>
                  <a:lnTo>
                    <a:pt x="0" y="23698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040504" y="2077973"/>
            <a:ext cx="8477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35" dirty="0">
                <a:solidFill>
                  <a:srgbClr val="00C3FF"/>
                </a:solidFill>
                <a:latin typeface="Trebuchet MS"/>
                <a:cs typeface="Trebuchet MS"/>
              </a:rPr>
              <a:t>Database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948428" y="1836445"/>
            <a:ext cx="2157730" cy="1105535"/>
            <a:chOff x="4948428" y="1836445"/>
            <a:chExt cx="2157730" cy="1105535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48428" y="1836445"/>
              <a:ext cx="2157222" cy="110538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75326" y="1991106"/>
              <a:ext cx="1524000" cy="47396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275326" y="1991106"/>
              <a:ext cx="1524000" cy="474345"/>
            </a:xfrm>
            <a:custGeom>
              <a:avLst/>
              <a:gdLst/>
              <a:ahLst/>
              <a:cxnLst/>
              <a:rect l="l" t="t" r="r" b="b"/>
              <a:pathLst>
                <a:path w="1524000" h="474344">
                  <a:moveTo>
                    <a:pt x="0" y="236981"/>
                  </a:moveTo>
                  <a:lnTo>
                    <a:pt x="118490" y="0"/>
                  </a:lnTo>
                  <a:lnTo>
                    <a:pt x="1405508" y="0"/>
                  </a:lnTo>
                  <a:lnTo>
                    <a:pt x="1524000" y="236981"/>
                  </a:lnTo>
                  <a:lnTo>
                    <a:pt x="1405508" y="473963"/>
                  </a:lnTo>
                  <a:lnTo>
                    <a:pt x="118490" y="473963"/>
                  </a:lnTo>
                  <a:lnTo>
                    <a:pt x="0" y="23698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527675" y="2077973"/>
            <a:ext cx="10293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5" dirty="0">
                <a:solidFill>
                  <a:srgbClr val="00C3FF"/>
                </a:solidFill>
                <a:latin typeface="Trebuchet MS"/>
                <a:cs typeface="Trebuchet MS"/>
              </a:rPr>
              <a:t>Warehouse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525768" y="1836445"/>
            <a:ext cx="2157730" cy="1105535"/>
            <a:chOff x="6525768" y="1836445"/>
            <a:chExt cx="2157730" cy="1105535"/>
          </a:xfrm>
        </p:grpSpPr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25768" y="1836445"/>
              <a:ext cx="2157222" cy="110538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852666" y="1991106"/>
              <a:ext cx="1524000" cy="474345"/>
            </a:xfrm>
            <a:custGeom>
              <a:avLst/>
              <a:gdLst/>
              <a:ahLst/>
              <a:cxnLst/>
              <a:rect l="l" t="t" r="r" b="b"/>
              <a:pathLst>
                <a:path w="1524000" h="474344">
                  <a:moveTo>
                    <a:pt x="1405508" y="0"/>
                  </a:moveTo>
                  <a:lnTo>
                    <a:pt x="118490" y="0"/>
                  </a:lnTo>
                  <a:lnTo>
                    <a:pt x="0" y="236981"/>
                  </a:lnTo>
                  <a:lnTo>
                    <a:pt x="118490" y="473963"/>
                  </a:lnTo>
                  <a:lnTo>
                    <a:pt x="1405508" y="473963"/>
                  </a:lnTo>
                  <a:lnTo>
                    <a:pt x="1524000" y="236981"/>
                  </a:lnTo>
                  <a:lnTo>
                    <a:pt x="1405508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852666" y="1991106"/>
              <a:ext cx="1524000" cy="474345"/>
            </a:xfrm>
            <a:custGeom>
              <a:avLst/>
              <a:gdLst/>
              <a:ahLst/>
              <a:cxnLst/>
              <a:rect l="l" t="t" r="r" b="b"/>
              <a:pathLst>
                <a:path w="1524000" h="474344">
                  <a:moveTo>
                    <a:pt x="0" y="236981"/>
                  </a:moveTo>
                  <a:lnTo>
                    <a:pt x="118490" y="0"/>
                  </a:lnTo>
                  <a:lnTo>
                    <a:pt x="1405508" y="0"/>
                  </a:lnTo>
                  <a:lnTo>
                    <a:pt x="1524000" y="236981"/>
                  </a:lnTo>
                  <a:lnTo>
                    <a:pt x="1405508" y="473963"/>
                  </a:lnTo>
                  <a:lnTo>
                    <a:pt x="118490" y="473963"/>
                  </a:lnTo>
                  <a:lnTo>
                    <a:pt x="0" y="23698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170801" y="2054098"/>
            <a:ext cx="891540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4790" marR="5080" indent="-212725">
              <a:lnSpc>
                <a:spcPct val="100000"/>
              </a:lnSpc>
              <a:spcBef>
                <a:spcPts val="100"/>
              </a:spcBef>
            </a:pPr>
            <a:r>
              <a:rPr sz="1100" b="1" spc="-65" dirty="0">
                <a:solidFill>
                  <a:srgbClr val="00607E"/>
                </a:solidFill>
                <a:latin typeface="Trebuchet MS"/>
                <a:cs typeface="Trebuchet MS"/>
              </a:rPr>
              <a:t>Other </a:t>
            </a:r>
            <a:r>
              <a:rPr sz="1100" b="1" spc="-55" dirty="0">
                <a:solidFill>
                  <a:srgbClr val="00607E"/>
                </a:solidFill>
                <a:latin typeface="Trebuchet MS"/>
                <a:cs typeface="Trebuchet MS"/>
              </a:rPr>
              <a:t>Account </a:t>
            </a:r>
            <a:r>
              <a:rPr sz="1100" b="1" spc="-10" dirty="0">
                <a:solidFill>
                  <a:srgbClr val="00607E"/>
                </a:solidFill>
                <a:latin typeface="Trebuchet MS"/>
                <a:cs typeface="Trebuchet MS"/>
              </a:rPr>
              <a:t>objects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369564" y="2570988"/>
            <a:ext cx="2157730" cy="1104265"/>
            <a:chOff x="3369564" y="2570988"/>
            <a:chExt cx="2157730" cy="1104265"/>
          </a:xfrm>
        </p:grpSpPr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69564" y="2570988"/>
              <a:ext cx="2157222" cy="110388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96462" y="2725674"/>
              <a:ext cx="1524000" cy="47243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696462" y="2725674"/>
              <a:ext cx="1524000" cy="472440"/>
            </a:xfrm>
            <a:custGeom>
              <a:avLst/>
              <a:gdLst/>
              <a:ahLst/>
              <a:cxnLst/>
              <a:rect l="l" t="t" r="r" b="b"/>
              <a:pathLst>
                <a:path w="1524000" h="472439">
                  <a:moveTo>
                    <a:pt x="0" y="236219"/>
                  </a:moveTo>
                  <a:lnTo>
                    <a:pt x="118110" y="0"/>
                  </a:lnTo>
                  <a:lnTo>
                    <a:pt x="1405889" y="0"/>
                  </a:lnTo>
                  <a:lnTo>
                    <a:pt x="1524000" y="236219"/>
                  </a:lnTo>
                  <a:lnTo>
                    <a:pt x="1405889" y="472439"/>
                  </a:lnTo>
                  <a:lnTo>
                    <a:pt x="118110" y="472439"/>
                  </a:lnTo>
                  <a:lnTo>
                    <a:pt x="0" y="236219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106036" y="2812160"/>
            <a:ext cx="7156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0" dirty="0">
                <a:solidFill>
                  <a:srgbClr val="00C3FF"/>
                </a:solidFill>
                <a:latin typeface="Trebuchet MS"/>
                <a:cs typeface="Trebuchet MS"/>
              </a:rPr>
              <a:t>Schema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39268" y="1629917"/>
            <a:ext cx="4314825" cy="2865120"/>
            <a:chOff x="239268" y="1629917"/>
            <a:chExt cx="4314825" cy="2865120"/>
          </a:xfrm>
        </p:grpSpPr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39412" y="1629917"/>
              <a:ext cx="114300" cy="2286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39412" y="2457450"/>
              <a:ext cx="114300" cy="2286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268" y="3390900"/>
              <a:ext cx="2157222" cy="1103884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6165" y="3545585"/>
              <a:ext cx="1524000" cy="47243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566165" y="3545585"/>
              <a:ext cx="1524000" cy="472440"/>
            </a:xfrm>
            <a:custGeom>
              <a:avLst/>
              <a:gdLst/>
              <a:ahLst/>
              <a:cxnLst/>
              <a:rect l="l" t="t" r="r" b="b"/>
              <a:pathLst>
                <a:path w="1524000" h="472439">
                  <a:moveTo>
                    <a:pt x="0" y="236219"/>
                  </a:moveTo>
                  <a:lnTo>
                    <a:pt x="118110" y="0"/>
                  </a:lnTo>
                  <a:lnTo>
                    <a:pt x="1405890" y="0"/>
                  </a:lnTo>
                  <a:lnTo>
                    <a:pt x="1524000" y="236219"/>
                  </a:lnTo>
                  <a:lnTo>
                    <a:pt x="1405890" y="472439"/>
                  </a:lnTo>
                  <a:lnTo>
                    <a:pt x="118110" y="472439"/>
                  </a:lnTo>
                  <a:lnTo>
                    <a:pt x="0" y="236219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080922" y="3632453"/>
            <a:ext cx="50419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75" dirty="0">
                <a:solidFill>
                  <a:srgbClr val="00C3FF"/>
                </a:solidFill>
                <a:latin typeface="Trebuchet MS"/>
                <a:cs typeface="Trebuchet MS"/>
              </a:rPr>
              <a:t>Table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822704" y="3392423"/>
            <a:ext cx="2157730" cy="1105535"/>
            <a:chOff x="1822704" y="3392423"/>
            <a:chExt cx="2157730" cy="1105535"/>
          </a:xfrm>
        </p:grpSpPr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22704" y="3392423"/>
              <a:ext cx="2157222" cy="110538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49602" y="3547109"/>
              <a:ext cx="1524000" cy="473964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149602" y="3547109"/>
              <a:ext cx="1524000" cy="474345"/>
            </a:xfrm>
            <a:custGeom>
              <a:avLst/>
              <a:gdLst/>
              <a:ahLst/>
              <a:cxnLst/>
              <a:rect l="l" t="t" r="r" b="b"/>
              <a:pathLst>
                <a:path w="1524000" h="474345">
                  <a:moveTo>
                    <a:pt x="0" y="236981"/>
                  </a:moveTo>
                  <a:lnTo>
                    <a:pt x="118491" y="0"/>
                  </a:lnTo>
                  <a:lnTo>
                    <a:pt x="1405509" y="0"/>
                  </a:lnTo>
                  <a:lnTo>
                    <a:pt x="1524000" y="236981"/>
                  </a:lnTo>
                  <a:lnTo>
                    <a:pt x="1405509" y="473963"/>
                  </a:lnTo>
                  <a:lnTo>
                    <a:pt x="118491" y="473963"/>
                  </a:lnTo>
                  <a:lnTo>
                    <a:pt x="0" y="23698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2686939" y="3633977"/>
            <a:ext cx="4591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5" dirty="0">
                <a:solidFill>
                  <a:srgbClr val="00C3FF"/>
                </a:solidFill>
                <a:latin typeface="Trebuchet MS"/>
                <a:cs typeface="Trebuchet MS"/>
              </a:rPr>
              <a:t>View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401567" y="3390900"/>
            <a:ext cx="2157730" cy="1104265"/>
            <a:chOff x="3401567" y="3390900"/>
            <a:chExt cx="2157730" cy="1104265"/>
          </a:xfrm>
        </p:grpSpPr>
        <p:pic>
          <p:nvPicPr>
            <p:cNvPr id="51" name="object 5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01567" y="3390900"/>
              <a:ext cx="2157222" cy="1103884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28465" y="3545586"/>
              <a:ext cx="1524000" cy="47243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3728465" y="3545586"/>
              <a:ext cx="1524000" cy="472440"/>
            </a:xfrm>
            <a:custGeom>
              <a:avLst/>
              <a:gdLst/>
              <a:ahLst/>
              <a:cxnLst/>
              <a:rect l="l" t="t" r="r" b="b"/>
              <a:pathLst>
                <a:path w="1524000" h="472439">
                  <a:moveTo>
                    <a:pt x="0" y="236219"/>
                  </a:moveTo>
                  <a:lnTo>
                    <a:pt x="118110" y="0"/>
                  </a:lnTo>
                  <a:lnTo>
                    <a:pt x="1405889" y="0"/>
                  </a:lnTo>
                  <a:lnTo>
                    <a:pt x="1524000" y="236219"/>
                  </a:lnTo>
                  <a:lnTo>
                    <a:pt x="1405889" y="472439"/>
                  </a:lnTo>
                  <a:lnTo>
                    <a:pt x="118110" y="472439"/>
                  </a:lnTo>
                  <a:lnTo>
                    <a:pt x="0" y="236219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4233798" y="3632453"/>
            <a:ext cx="5238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Stage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980432" y="3390900"/>
            <a:ext cx="2157730" cy="1104265"/>
            <a:chOff x="4980432" y="3390900"/>
            <a:chExt cx="2157730" cy="1104265"/>
          </a:xfrm>
        </p:grpSpPr>
        <p:pic>
          <p:nvPicPr>
            <p:cNvPr id="56" name="object 5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80432" y="3390900"/>
              <a:ext cx="2157221" cy="1103884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07330" y="3545586"/>
              <a:ext cx="1524000" cy="472439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5307330" y="3545586"/>
              <a:ext cx="1524000" cy="472440"/>
            </a:xfrm>
            <a:custGeom>
              <a:avLst/>
              <a:gdLst/>
              <a:ahLst/>
              <a:cxnLst/>
              <a:rect l="l" t="t" r="r" b="b"/>
              <a:pathLst>
                <a:path w="1524000" h="472439">
                  <a:moveTo>
                    <a:pt x="0" y="236219"/>
                  </a:moveTo>
                  <a:lnTo>
                    <a:pt x="118110" y="0"/>
                  </a:lnTo>
                  <a:lnTo>
                    <a:pt x="1405890" y="0"/>
                  </a:lnTo>
                  <a:lnTo>
                    <a:pt x="1524000" y="236219"/>
                  </a:lnTo>
                  <a:lnTo>
                    <a:pt x="1405890" y="472439"/>
                  </a:lnTo>
                  <a:lnTo>
                    <a:pt x="118110" y="472439"/>
                  </a:lnTo>
                  <a:lnTo>
                    <a:pt x="0" y="236219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5571871" y="3632453"/>
            <a:ext cx="10052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55" dirty="0">
                <a:solidFill>
                  <a:srgbClr val="00C3FF"/>
                </a:solidFill>
                <a:latin typeface="Trebuchet MS"/>
                <a:cs typeface="Trebuchet MS"/>
              </a:rPr>
              <a:t>Integration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557771" y="3390900"/>
            <a:ext cx="2157730" cy="1104265"/>
            <a:chOff x="6557771" y="3390900"/>
            <a:chExt cx="2157730" cy="1104265"/>
          </a:xfrm>
        </p:grpSpPr>
        <p:pic>
          <p:nvPicPr>
            <p:cNvPr id="61" name="object 6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57771" y="3390900"/>
              <a:ext cx="2157222" cy="1103884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6884669" y="3545586"/>
              <a:ext cx="1524000" cy="472440"/>
            </a:xfrm>
            <a:custGeom>
              <a:avLst/>
              <a:gdLst/>
              <a:ahLst/>
              <a:cxnLst/>
              <a:rect l="l" t="t" r="r" b="b"/>
              <a:pathLst>
                <a:path w="1524000" h="472439">
                  <a:moveTo>
                    <a:pt x="1405889" y="0"/>
                  </a:moveTo>
                  <a:lnTo>
                    <a:pt x="118109" y="0"/>
                  </a:lnTo>
                  <a:lnTo>
                    <a:pt x="0" y="236219"/>
                  </a:lnTo>
                  <a:lnTo>
                    <a:pt x="118109" y="472439"/>
                  </a:lnTo>
                  <a:lnTo>
                    <a:pt x="1405889" y="472439"/>
                  </a:lnTo>
                  <a:lnTo>
                    <a:pt x="1524000" y="236219"/>
                  </a:lnTo>
                  <a:lnTo>
                    <a:pt x="1405889" y="0"/>
                  </a:lnTo>
                  <a:close/>
                </a:path>
              </a:pathLst>
            </a:custGeom>
            <a:solidFill>
              <a:srgbClr val="B3B3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6884669" y="3545586"/>
              <a:ext cx="1524000" cy="472440"/>
            </a:xfrm>
            <a:custGeom>
              <a:avLst/>
              <a:gdLst/>
              <a:ahLst/>
              <a:cxnLst/>
              <a:rect l="l" t="t" r="r" b="b"/>
              <a:pathLst>
                <a:path w="1524000" h="472439">
                  <a:moveTo>
                    <a:pt x="0" y="236219"/>
                  </a:moveTo>
                  <a:lnTo>
                    <a:pt x="118109" y="0"/>
                  </a:lnTo>
                  <a:lnTo>
                    <a:pt x="1405889" y="0"/>
                  </a:lnTo>
                  <a:lnTo>
                    <a:pt x="1524000" y="236219"/>
                  </a:lnTo>
                  <a:lnTo>
                    <a:pt x="1405889" y="472439"/>
                  </a:lnTo>
                  <a:lnTo>
                    <a:pt x="118109" y="472439"/>
                  </a:lnTo>
                  <a:lnTo>
                    <a:pt x="0" y="236219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7208901" y="3608578"/>
            <a:ext cx="876300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8440" marR="5080" indent="-205740">
              <a:lnSpc>
                <a:spcPct val="100000"/>
              </a:lnSpc>
              <a:spcBef>
                <a:spcPts val="100"/>
              </a:spcBef>
            </a:pPr>
            <a:r>
              <a:rPr sz="1100" b="1" spc="-70" dirty="0">
                <a:solidFill>
                  <a:srgbClr val="00607E"/>
                </a:solidFill>
                <a:latin typeface="Trebuchet MS"/>
                <a:cs typeface="Trebuchet MS"/>
              </a:rPr>
              <a:t>Other</a:t>
            </a:r>
            <a:r>
              <a:rPr sz="1100" b="1" spc="-45" dirty="0">
                <a:solidFill>
                  <a:srgbClr val="00607E"/>
                </a:solidFill>
                <a:latin typeface="Trebuchet MS"/>
                <a:cs typeface="Trebuchet MS"/>
              </a:rPr>
              <a:t> Schema </a:t>
            </a:r>
            <a:r>
              <a:rPr sz="1100" b="1" spc="-10" dirty="0">
                <a:solidFill>
                  <a:srgbClr val="00607E"/>
                </a:solidFill>
                <a:latin typeface="Trebuchet MS"/>
                <a:cs typeface="Trebuchet MS"/>
              </a:rPr>
              <a:t>objects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65" name="object 6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33315" y="3198114"/>
            <a:ext cx="1143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38910">
              <a:lnSpc>
                <a:spcPct val="100000"/>
              </a:lnSpc>
              <a:spcBef>
                <a:spcPts val="105"/>
              </a:spcBef>
            </a:pPr>
            <a:r>
              <a:rPr dirty="0"/>
              <a:t>Access</a:t>
            </a:r>
            <a:r>
              <a:rPr spc="-55" dirty="0"/>
              <a:t> </a:t>
            </a:r>
            <a:r>
              <a:rPr spc="-10" dirty="0"/>
              <a:t>Control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64994" y="2531109"/>
            <a:ext cx="4618990" cy="836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00C3FF"/>
              </a:buClr>
              <a:buSzPct val="106250"/>
              <a:buFont typeface="Wingdings"/>
              <a:buChar char=""/>
              <a:tabLst>
                <a:tab pos="354965" algn="l"/>
              </a:tabLst>
            </a:pP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Every</a:t>
            </a:r>
            <a:r>
              <a:rPr sz="1600" spc="-1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object</a:t>
            </a:r>
            <a:r>
              <a:rPr sz="1600" spc="-1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owned</a:t>
            </a:r>
            <a:r>
              <a:rPr sz="1600" spc="-1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by</a:t>
            </a:r>
            <a:r>
              <a:rPr sz="1600" spc="-2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a</a:t>
            </a:r>
            <a:r>
              <a:rPr sz="1600" spc="-4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single</a:t>
            </a:r>
            <a:r>
              <a:rPr sz="1600" spc="-4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role</a:t>
            </a:r>
            <a:r>
              <a:rPr sz="1600" spc="-1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(multiple</a:t>
            </a:r>
            <a:r>
              <a:rPr sz="1600" spc="-5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D6D6D6"/>
                </a:solidFill>
                <a:latin typeface="Calibri"/>
                <a:cs typeface="Calibri"/>
              </a:rPr>
              <a:t>users)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75"/>
              </a:spcBef>
              <a:buClr>
                <a:srgbClr val="00C3FF"/>
              </a:buClr>
              <a:buFont typeface="Wingdings"/>
              <a:buChar char=""/>
            </a:pPr>
            <a:endParaRPr sz="1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00C3FF"/>
              </a:buClr>
              <a:buSzPct val="106250"/>
              <a:buFont typeface="Wingdings"/>
              <a:buChar char=""/>
              <a:tabLst>
                <a:tab pos="354965" algn="l"/>
              </a:tabLst>
            </a:pP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Owner</a:t>
            </a:r>
            <a:r>
              <a:rPr sz="1600" spc="-1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(role)</a:t>
            </a:r>
            <a:r>
              <a:rPr sz="1600" spc="-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has</a:t>
            </a:r>
            <a:r>
              <a:rPr sz="1600" spc="-4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all</a:t>
            </a:r>
            <a:r>
              <a:rPr sz="1600" spc="-5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privileges</a:t>
            </a:r>
            <a:r>
              <a:rPr sz="1600" spc="-35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D6D6D6"/>
                </a:solidFill>
                <a:latin typeface="Calibri"/>
                <a:cs typeface="Calibri"/>
              </a:rPr>
              <a:t>per</a:t>
            </a:r>
            <a:r>
              <a:rPr sz="1600" spc="-30" dirty="0">
                <a:solidFill>
                  <a:srgbClr val="D6D6D6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D6D6D6"/>
                </a:solidFill>
                <a:latin typeface="Calibri"/>
                <a:cs typeface="Calibri"/>
              </a:rPr>
              <a:t>default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3220" y="963167"/>
            <a:ext cx="3337559" cy="1377696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62735">
              <a:lnSpc>
                <a:spcPct val="100000"/>
              </a:lnSpc>
              <a:spcBef>
                <a:spcPts val="105"/>
              </a:spcBef>
            </a:pPr>
            <a:r>
              <a:rPr dirty="0"/>
              <a:t>Key</a:t>
            </a:r>
            <a:r>
              <a:rPr spc="-15" dirty="0"/>
              <a:t> </a:t>
            </a:r>
            <a:r>
              <a:rPr spc="-10" dirty="0"/>
              <a:t>concepts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807464" y="1231417"/>
            <a:ext cx="2619375" cy="3342640"/>
            <a:chOff x="1807464" y="1231417"/>
            <a:chExt cx="2619375" cy="33426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7464" y="1231417"/>
              <a:ext cx="2580766" cy="110538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34362" y="1386077"/>
              <a:ext cx="1947672" cy="4739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134362" y="1386077"/>
              <a:ext cx="1948180" cy="474345"/>
            </a:xfrm>
            <a:custGeom>
              <a:avLst/>
              <a:gdLst/>
              <a:ahLst/>
              <a:cxnLst/>
              <a:rect l="l" t="t" r="r" b="b"/>
              <a:pathLst>
                <a:path w="1948179" h="474344">
                  <a:moveTo>
                    <a:pt x="0" y="236982"/>
                  </a:moveTo>
                  <a:lnTo>
                    <a:pt x="118490" y="0"/>
                  </a:lnTo>
                  <a:lnTo>
                    <a:pt x="1829180" y="0"/>
                  </a:lnTo>
                  <a:lnTo>
                    <a:pt x="1947672" y="236982"/>
                  </a:lnTo>
                  <a:lnTo>
                    <a:pt x="1829180" y="473963"/>
                  </a:lnTo>
                  <a:lnTo>
                    <a:pt x="118490" y="473963"/>
                  </a:lnTo>
                  <a:lnTo>
                    <a:pt x="0" y="236982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7464" y="1976653"/>
              <a:ext cx="2580766" cy="110538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34362" y="2131313"/>
              <a:ext cx="1947672" cy="47396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134362" y="2131313"/>
              <a:ext cx="1948180" cy="474345"/>
            </a:xfrm>
            <a:custGeom>
              <a:avLst/>
              <a:gdLst/>
              <a:ahLst/>
              <a:cxnLst/>
              <a:rect l="l" t="t" r="r" b="b"/>
              <a:pathLst>
                <a:path w="1948179" h="474344">
                  <a:moveTo>
                    <a:pt x="0" y="236981"/>
                  </a:moveTo>
                  <a:lnTo>
                    <a:pt x="118490" y="0"/>
                  </a:lnTo>
                  <a:lnTo>
                    <a:pt x="1829180" y="0"/>
                  </a:lnTo>
                  <a:lnTo>
                    <a:pt x="1947672" y="236981"/>
                  </a:lnTo>
                  <a:lnTo>
                    <a:pt x="1829180" y="473963"/>
                  </a:lnTo>
                  <a:lnTo>
                    <a:pt x="118490" y="473963"/>
                  </a:lnTo>
                  <a:lnTo>
                    <a:pt x="0" y="23698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19656" y="2723387"/>
              <a:ext cx="2582291" cy="110388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46554" y="2878074"/>
              <a:ext cx="1949195" cy="47243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146554" y="2878074"/>
              <a:ext cx="1949450" cy="472440"/>
            </a:xfrm>
            <a:custGeom>
              <a:avLst/>
              <a:gdLst/>
              <a:ahLst/>
              <a:cxnLst/>
              <a:rect l="l" t="t" r="r" b="b"/>
              <a:pathLst>
                <a:path w="1949450" h="472439">
                  <a:moveTo>
                    <a:pt x="0" y="236219"/>
                  </a:moveTo>
                  <a:lnTo>
                    <a:pt x="118109" y="0"/>
                  </a:lnTo>
                  <a:lnTo>
                    <a:pt x="1831085" y="0"/>
                  </a:lnTo>
                  <a:lnTo>
                    <a:pt x="1949195" y="236219"/>
                  </a:lnTo>
                  <a:lnTo>
                    <a:pt x="1831085" y="472439"/>
                  </a:lnTo>
                  <a:lnTo>
                    <a:pt x="118109" y="472439"/>
                  </a:lnTo>
                  <a:lnTo>
                    <a:pt x="0" y="236219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33372" y="3468624"/>
              <a:ext cx="2593213" cy="110538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60270" y="3623309"/>
              <a:ext cx="1959864" cy="47396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160270" y="3623309"/>
              <a:ext cx="1960245" cy="474345"/>
            </a:xfrm>
            <a:custGeom>
              <a:avLst/>
              <a:gdLst/>
              <a:ahLst/>
              <a:cxnLst/>
              <a:rect l="l" t="t" r="r" b="b"/>
              <a:pathLst>
                <a:path w="1960245" h="474345">
                  <a:moveTo>
                    <a:pt x="0" y="236981"/>
                  </a:moveTo>
                  <a:lnTo>
                    <a:pt x="118491" y="0"/>
                  </a:lnTo>
                  <a:lnTo>
                    <a:pt x="1841372" y="0"/>
                  </a:lnTo>
                  <a:lnTo>
                    <a:pt x="1959864" y="236981"/>
                  </a:lnTo>
                  <a:lnTo>
                    <a:pt x="1841372" y="473963"/>
                  </a:lnTo>
                  <a:lnTo>
                    <a:pt x="118491" y="473963"/>
                  </a:lnTo>
                  <a:lnTo>
                    <a:pt x="0" y="23698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328417" y="1473454"/>
            <a:ext cx="1710689" cy="2498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25095" algn="ctr">
              <a:lnSpc>
                <a:spcPct val="100000"/>
              </a:lnSpc>
              <a:spcBef>
                <a:spcPts val="95"/>
              </a:spcBef>
            </a:pPr>
            <a:r>
              <a:rPr sz="1600" b="1" spc="-20" dirty="0">
                <a:solidFill>
                  <a:srgbClr val="00C3FF"/>
                </a:solidFill>
                <a:latin typeface="Trebuchet MS"/>
                <a:cs typeface="Trebuchet MS"/>
              </a:rPr>
              <a:t>USER</a:t>
            </a:r>
            <a:endParaRPr sz="1600">
              <a:latin typeface="Trebuchet MS"/>
              <a:cs typeface="Trebuchet MS"/>
            </a:endParaRPr>
          </a:p>
          <a:p>
            <a:pPr marL="338455" marR="438150" indent="-26034" algn="ctr">
              <a:lnSpc>
                <a:spcPct val="305700"/>
              </a:lnSpc>
            </a:pPr>
            <a:r>
              <a:rPr sz="1600" b="1" spc="-20" dirty="0">
                <a:solidFill>
                  <a:srgbClr val="00C3FF"/>
                </a:solidFill>
                <a:latin typeface="Trebuchet MS"/>
                <a:cs typeface="Trebuchet MS"/>
              </a:rPr>
              <a:t>ROLE </a:t>
            </a:r>
            <a:r>
              <a:rPr sz="1600" b="1" spc="-45" dirty="0">
                <a:solidFill>
                  <a:srgbClr val="00C3FF"/>
                </a:solidFill>
                <a:latin typeface="Trebuchet MS"/>
                <a:cs typeface="Trebuchet MS"/>
              </a:rPr>
              <a:t>PRIVILEGE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50" b="1" spc="-45" dirty="0">
                <a:solidFill>
                  <a:srgbClr val="00C3FF"/>
                </a:solidFill>
                <a:latin typeface="Trebuchet MS"/>
                <a:cs typeface="Trebuchet MS"/>
              </a:rPr>
              <a:t>SECURABLE</a:t>
            </a:r>
            <a:r>
              <a:rPr sz="1550" b="1" spc="-60" dirty="0">
                <a:solidFill>
                  <a:srgbClr val="00C3FF"/>
                </a:solidFill>
                <a:latin typeface="Trebuchet MS"/>
                <a:cs typeface="Trebuchet MS"/>
              </a:rPr>
              <a:t> </a:t>
            </a:r>
            <a:r>
              <a:rPr sz="1550" b="1" spc="-105" dirty="0">
                <a:solidFill>
                  <a:srgbClr val="00C3FF"/>
                </a:solidFill>
                <a:latin typeface="Trebuchet MS"/>
                <a:cs typeface="Trebuchet MS"/>
              </a:rPr>
              <a:t>OBJECT</a:t>
            </a:r>
            <a:endParaRPr sz="15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98696" y="1471421"/>
            <a:ext cx="17291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People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or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systems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88282" y="1992223"/>
            <a:ext cx="3215005" cy="2479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9245" marR="5080" indent="-287020">
              <a:lnSpc>
                <a:spcPct val="15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309245" algn="l"/>
              </a:tabLst>
            </a:pP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Entity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which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privileges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are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granted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(role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hierarchy)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Level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access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an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object</a:t>
            </a:r>
            <a:endParaRPr sz="14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844"/>
              </a:spcBef>
            </a:pP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(SELECT,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DROP,</a:t>
            </a:r>
            <a:r>
              <a:rPr sz="14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CREATE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etc.)</a:t>
            </a:r>
            <a:endParaRPr sz="1400">
              <a:latin typeface="Trebuchet MS"/>
              <a:cs typeface="Trebuchet MS"/>
            </a:endParaRPr>
          </a:p>
          <a:p>
            <a:pPr marL="299085" marR="304165" indent="-287020">
              <a:lnSpc>
                <a:spcPct val="150000"/>
              </a:lnSpc>
              <a:spcBef>
                <a:spcPts val="50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Objects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which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privileges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can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be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granted</a:t>
            </a:r>
            <a:endParaRPr sz="14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840"/>
              </a:spcBef>
            </a:pP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(Database,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Table,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Warehouse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etc.)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04925">
              <a:lnSpc>
                <a:spcPct val="100000"/>
              </a:lnSpc>
              <a:spcBef>
                <a:spcPts val="105"/>
              </a:spcBef>
            </a:pPr>
            <a:r>
              <a:rPr dirty="0"/>
              <a:t>Snowflake</a:t>
            </a:r>
            <a:r>
              <a:rPr spc="-10" dirty="0"/>
              <a:t> Roles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79064" y="1199388"/>
            <a:ext cx="2581275" cy="1104265"/>
            <a:chOff x="3179064" y="1199388"/>
            <a:chExt cx="2581275" cy="11042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9064" y="1199388"/>
              <a:ext cx="2580766" cy="11038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05962" y="1354074"/>
              <a:ext cx="1947672" cy="47243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05962" y="1354074"/>
              <a:ext cx="1948180" cy="472440"/>
            </a:xfrm>
            <a:custGeom>
              <a:avLst/>
              <a:gdLst/>
              <a:ahLst/>
              <a:cxnLst/>
              <a:rect l="l" t="t" r="r" b="b"/>
              <a:pathLst>
                <a:path w="1948179" h="472439">
                  <a:moveTo>
                    <a:pt x="0" y="236220"/>
                  </a:moveTo>
                  <a:lnTo>
                    <a:pt x="118110" y="0"/>
                  </a:lnTo>
                  <a:lnTo>
                    <a:pt x="1829562" y="0"/>
                  </a:lnTo>
                  <a:lnTo>
                    <a:pt x="1947672" y="236220"/>
                  </a:lnTo>
                  <a:lnTo>
                    <a:pt x="1829562" y="472439"/>
                  </a:lnTo>
                  <a:lnTo>
                    <a:pt x="118110" y="472439"/>
                  </a:lnTo>
                  <a:lnTo>
                    <a:pt x="0" y="236220"/>
                  </a:lnTo>
                  <a:close/>
                </a:path>
              </a:pathLst>
            </a:custGeom>
            <a:ln w="19049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737609" y="1439925"/>
            <a:ext cx="15024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30" dirty="0">
                <a:solidFill>
                  <a:srgbClr val="00C3FF"/>
                </a:solidFill>
                <a:latin typeface="Trebuchet MS"/>
                <a:cs typeface="Trebuchet MS"/>
              </a:rPr>
              <a:t>ACCOUNTADMIN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807464" y="1944649"/>
            <a:ext cx="2581275" cy="1105535"/>
            <a:chOff x="1807464" y="1944649"/>
            <a:chExt cx="2581275" cy="110553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07464" y="1944649"/>
              <a:ext cx="2580766" cy="110538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4362" y="2099309"/>
              <a:ext cx="1947672" cy="47396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4362" y="2099309"/>
              <a:ext cx="1948180" cy="474345"/>
            </a:xfrm>
            <a:custGeom>
              <a:avLst/>
              <a:gdLst/>
              <a:ahLst/>
              <a:cxnLst/>
              <a:rect l="l" t="t" r="r" b="b"/>
              <a:pathLst>
                <a:path w="1948179" h="474344">
                  <a:moveTo>
                    <a:pt x="0" y="236981"/>
                  </a:moveTo>
                  <a:lnTo>
                    <a:pt x="118490" y="0"/>
                  </a:lnTo>
                  <a:lnTo>
                    <a:pt x="1829180" y="0"/>
                  </a:lnTo>
                  <a:lnTo>
                    <a:pt x="1947672" y="236981"/>
                  </a:lnTo>
                  <a:lnTo>
                    <a:pt x="1829180" y="473963"/>
                  </a:lnTo>
                  <a:lnTo>
                    <a:pt x="118490" y="473963"/>
                  </a:lnTo>
                  <a:lnTo>
                    <a:pt x="0" y="23698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359532" y="2185238"/>
            <a:ext cx="15170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SECURITYADMIN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99432" y="1944649"/>
            <a:ext cx="2582545" cy="1105535"/>
            <a:chOff x="4599432" y="1944649"/>
            <a:chExt cx="2582545" cy="110553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99432" y="1944649"/>
              <a:ext cx="2582291" cy="110538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26330" y="2099309"/>
              <a:ext cx="1949196" cy="47396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926330" y="2099309"/>
              <a:ext cx="1949450" cy="474345"/>
            </a:xfrm>
            <a:custGeom>
              <a:avLst/>
              <a:gdLst/>
              <a:ahLst/>
              <a:cxnLst/>
              <a:rect l="l" t="t" r="r" b="b"/>
              <a:pathLst>
                <a:path w="1949450" h="474344">
                  <a:moveTo>
                    <a:pt x="0" y="236981"/>
                  </a:moveTo>
                  <a:lnTo>
                    <a:pt x="118491" y="0"/>
                  </a:lnTo>
                  <a:lnTo>
                    <a:pt x="1830704" y="0"/>
                  </a:lnTo>
                  <a:lnTo>
                    <a:pt x="1949196" y="236981"/>
                  </a:lnTo>
                  <a:lnTo>
                    <a:pt x="1830704" y="473963"/>
                  </a:lnTo>
                  <a:lnTo>
                    <a:pt x="118491" y="473963"/>
                  </a:lnTo>
                  <a:lnTo>
                    <a:pt x="0" y="23698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419471" y="2185238"/>
            <a:ext cx="98234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SYSADMIN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179064" y="2596921"/>
            <a:ext cx="2581275" cy="1858645"/>
            <a:chOff x="3179064" y="2596921"/>
            <a:chExt cx="2581275" cy="185864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79064" y="2596921"/>
              <a:ext cx="2580766" cy="110538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05962" y="2751581"/>
              <a:ext cx="1947672" cy="47396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505962" y="2751581"/>
              <a:ext cx="1948180" cy="474345"/>
            </a:xfrm>
            <a:custGeom>
              <a:avLst/>
              <a:gdLst/>
              <a:ahLst/>
              <a:cxnLst/>
              <a:rect l="l" t="t" r="r" b="b"/>
              <a:pathLst>
                <a:path w="1948179" h="474344">
                  <a:moveTo>
                    <a:pt x="0" y="236981"/>
                  </a:moveTo>
                  <a:lnTo>
                    <a:pt x="118490" y="0"/>
                  </a:lnTo>
                  <a:lnTo>
                    <a:pt x="1829180" y="0"/>
                  </a:lnTo>
                  <a:lnTo>
                    <a:pt x="1947672" y="236981"/>
                  </a:lnTo>
                  <a:lnTo>
                    <a:pt x="1829180" y="473963"/>
                  </a:lnTo>
                  <a:lnTo>
                    <a:pt x="118490" y="473963"/>
                  </a:lnTo>
                  <a:lnTo>
                    <a:pt x="0" y="23698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79064" y="3349751"/>
              <a:ext cx="2580766" cy="110538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05962" y="3504437"/>
              <a:ext cx="1947672" cy="47396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505962" y="3504437"/>
              <a:ext cx="1948180" cy="474345"/>
            </a:xfrm>
            <a:custGeom>
              <a:avLst/>
              <a:gdLst/>
              <a:ahLst/>
              <a:cxnLst/>
              <a:rect l="l" t="t" r="r" b="b"/>
              <a:pathLst>
                <a:path w="1948179" h="474345">
                  <a:moveTo>
                    <a:pt x="0" y="236981"/>
                  </a:moveTo>
                  <a:lnTo>
                    <a:pt x="118490" y="0"/>
                  </a:lnTo>
                  <a:lnTo>
                    <a:pt x="1829180" y="0"/>
                  </a:lnTo>
                  <a:lnTo>
                    <a:pt x="1947672" y="236981"/>
                  </a:lnTo>
                  <a:lnTo>
                    <a:pt x="1829180" y="473964"/>
                  </a:lnTo>
                  <a:lnTo>
                    <a:pt x="118490" y="473964"/>
                  </a:lnTo>
                  <a:lnTo>
                    <a:pt x="0" y="23698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925061" y="2838450"/>
            <a:ext cx="1129665" cy="1022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USERADMIN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6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PUBLIC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04925">
              <a:lnSpc>
                <a:spcPct val="100000"/>
              </a:lnSpc>
              <a:spcBef>
                <a:spcPts val="105"/>
              </a:spcBef>
            </a:pPr>
            <a:r>
              <a:rPr dirty="0"/>
              <a:t>Snowflake</a:t>
            </a:r>
            <a:r>
              <a:rPr spc="-10" dirty="0"/>
              <a:t> Roles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79064" y="1199388"/>
            <a:ext cx="2581275" cy="1104265"/>
            <a:chOff x="3179064" y="1199388"/>
            <a:chExt cx="2581275" cy="11042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9064" y="1199388"/>
              <a:ext cx="2580766" cy="11038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05962" y="1354074"/>
              <a:ext cx="1947672" cy="47243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05962" y="1354074"/>
              <a:ext cx="1948180" cy="472440"/>
            </a:xfrm>
            <a:custGeom>
              <a:avLst/>
              <a:gdLst/>
              <a:ahLst/>
              <a:cxnLst/>
              <a:rect l="l" t="t" r="r" b="b"/>
              <a:pathLst>
                <a:path w="1948179" h="472439">
                  <a:moveTo>
                    <a:pt x="0" y="236220"/>
                  </a:moveTo>
                  <a:lnTo>
                    <a:pt x="118110" y="0"/>
                  </a:lnTo>
                  <a:lnTo>
                    <a:pt x="1829562" y="0"/>
                  </a:lnTo>
                  <a:lnTo>
                    <a:pt x="1947672" y="236220"/>
                  </a:lnTo>
                  <a:lnTo>
                    <a:pt x="1829562" y="472439"/>
                  </a:lnTo>
                  <a:lnTo>
                    <a:pt x="118110" y="472439"/>
                  </a:lnTo>
                  <a:lnTo>
                    <a:pt x="0" y="236220"/>
                  </a:lnTo>
                  <a:close/>
                </a:path>
              </a:pathLst>
            </a:custGeom>
            <a:ln w="19049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737609" y="1439925"/>
            <a:ext cx="15024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30" dirty="0">
                <a:solidFill>
                  <a:srgbClr val="00C3FF"/>
                </a:solidFill>
                <a:latin typeface="Trebuchet MS"/>
                <a:cs typeface="Trebuchet MS"/>
              </a:rPr>
              <a:t>ACCOUNTADMIN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807464" y="1944649"/>
            <a:ext cx="2581275" cy="1105535"/>
            <a:chOff x="1807464" y="1944649"/>
            <a:chExt cx="2581275" cy="110553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07464" y="1944649"/>
              <a:ext cx="2580766" cy="110538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4362" y="2099309"/>
              <a:ext cx="1947672" cy="47396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4362" y="2099309"/>
              <a:ext cx="1948180" cy="474345"/>
            </a:xfrm>
            <a:custGeom>
              <a:avLst/>
              <a:gdLst/>
              <a:ahLst/>
              <a:cxnLst/>
              <a:rect l="l" t="t" r="r" b="b"/>
              <a:pathLst>
                <a:path w="1948179" h="474344">
                  <a:moveTo>
                    <a:pt x="0" y="236981"/>
                  </a:moveTo>
                  <a:lnTo>
                    <a:pt x="118490" y="0"/>
                  </a:lnTo>
                  <a:lnTo>
                    <a:pt x="1829180" y="0"/>
                  </a:lnTo>
                  <a:lnTo>
                    <a:pt x="1947672" y="236981"/>
                  </a:lnTo>
                  <a:lnTo>
                    <a:pt x="1829180" y="473963"/>
                  </a:lnTo>
                  <a:lnTo>
                    <a:pt x="118490" y="473963"/>
                  </a:lnTo>
                  <a:lnTo>
                    <a:pt x="0" y="23698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359532" y="2185238"/>
            <a:ext cx="15170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SECURITYADMIN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99432" y="1944649"/>
            <a:ext cx="2582545" cy="1105535"/>
            <a:chOff x="4599432" y="1944649"/>
            <a:chExt cx="2582545" cy="110553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99432" y="1944649"/>
              <a:ext cx="2582291" cy="110538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26330" y="2099309"/>
              <a:ext cx="1949196" cy="47396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926330" y="2099309"/>
              <a:ext cx="1949450" cy="474345"/>
            </a:xfrm>
            <a:custGeom>
              <a:avLst/>
              <a:gdLst/>
              <a:ahLst/>
              <a:cxnLst/>
              <a:rect l="l" t="t" r="r" b="b"/>
              <a:pathLst>
                <a:path w="1949450" h="474344">
                  <a:moveTo>
                    <a:pt x="0" y="236981"/>
                  </a:moveTo>
                  <a:lnTo>
                    <a:pt x="118491" y="0"/>
                  </a:lnTo>
                  <a:lnTo>
                    <a:pt x="1830704" y="0"/>
                  </a:lnTo>
                  <a:lnTo>
                    <a:pt x="1949196" y="236981"/>
                  </a:lnTo>
                  <a:lnTo>
                    <a:pt x="1830704" y="473963"/>
                  </a:lnTo>
                  <a:lnTo>
                    <a:pt x="118491" y="473963"/>
                  </a:lnTo>
                  <a:lnTo>
                    <a:pt x="0" y="23698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419471" y="2185238"/>
            <a:ext cx="98234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SYSADMIN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819655" y="1551432"/>
            <a:ext cx="4025265" cy="2149475"/>
            <a:chOff x="1819655" y="1551432"/>
            <a:chExt cx="4025265" cy="2149475"/>
          </a:xfrm>
        </p:grpSpPr>
        <p:sp>
          <p:nvSpPr>
            <p:cNvPr id="19" name="object 19"/>
            <p:cNvSpPr/>
            <p:nvPr/>
          </p:nvSpPr>
          <p:spPr>
            <a:xfrm>
              <a:off x="3113278" y="1551431"/>
              <a:ext cx="2731770" cy="546735"/>
            </a:xfrm>
            <a:custGeom>
              <a:avLst/>
              <a:gdLst/>
              <a:ahLst/>
              <a:cxnLst/>
              <a:rect l="l" t="t" r="r" b="b"/>
              <a:pathLst>
                <a:path w="2731770" h="546735">
                  <a:moveTo>
                    <a:pt x="391668" y="38100"/>
                  </a:moveTo>
                  <a:lnTo>
                    <a:pt x="378968" y="31750"/>
                  </a:lnTo>
                  <a:lnTo>
                    <a:pt x="315468" y="0"/>
                  </a:lnTo>
                  <a:lnTo>
                    <a:pt x="315468" y="31750"/>
                  </a:lnTo>
                  <a:lnTo>
                    <a:pt x="2794" y="31750"/>
                  </a:lnTo>
                  <a:lnTo>
                    <a:pt x="0" y="34544"/>
                  </a:lnTo>
                  <a:lnTo>
                    <a:pt x="0" y="546481"/>
                  </a:lnTo>
                  <a:lnTo>
                    <a:pt x="12700" y="546481"/>
                  </a:lnTo>
                  <a:lnTo>
                    <a:pt x="12700" y="44450"/>
                  </a:lnTo>
                  <a:lnTo>
                    <a:pt x="315468" y="44450"/>
                  </a:lnTo>
                  <a:lnTo>
                    <a:pt x="315468" y="76200"/>
                  </a:lnTo>
                  <a:lnTo>
                    <a:pt x="378968" y="44450"/>
                  </a:lnTo>
                  <a:lnTo>
                    <a:pt x="391668" y="38100"/>
                  </a:lnTo>
                  <a:close/>
                </a:path>
                <a:path w="2731770" h="546735">
                  <a:moveTo>
                    <a:pt x="2731262" y="34544"/>
                  </a:moveTo>
                  <a:lnTo>
                    <a:pt x="2728341" y="31750"/>
                  </a:lnTo>
                  <a:lnTo>
                    <a:pt x="2415794" y="31750"/>
                  </a:lnTo>
                  <a:lnTo>
                    <a:pt x="2415794" y="0"/>
                  </a:lnTo>
                  <a:lnTo>
                    <a:pt x="2339594" y="38100"/>
                  </a:lnTo>
                  <a:lnTo>
                    <a:pt x="2415794" y="76200"/>
                  </a:lnTo>
                  <a:lnTo>
                    <a:pt x="2415794" y="44450"/>
                  </a:lnTo>
                  <a:lnTo>
                    <a:pt x="2718562" y="44450"/>
                  </a:lnTo>
                  <a:lnTo>
                    <a:pt x="2718562" y="546481"/>
                  </a:lnTo>
                  <a:lnTo>
                    <a:pt x="2731262" y="546481"/>
                  </a:lnTo>
                  <a:lnTo>
                    <a:pt x="2731262" y="44450"/>
                  </a:lnTo>
                  <a:lnTo>
                    <a:pt x="2731262" y="38100"/>
                  </a:lnTo>
                  <a:lnTo>
                    <a:pt x="2731262" y="34544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19655" y="2595397"/>
              <a:ext cx="2580767" cy="110538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46553" y="2750058"/>
              <a:ext cx="1947671" cy="47396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146553" y="2750058"/>
              <a:ext cx="1948180" cy="474345"/>
            </a:xfrm>
            <a:custGeom>
              <a:avLst/>
              <a:gdLst/>
              <a:ahLst/>
              <a:cxnLst/>
              <a:rect l="l" t="t" r="r" b="b"/>
              <a:pathLst>
                <a:path w="1948179" h="474344">
                  <a:moveTo>
                    <a:pt x="0" y="236981"/>
                  </a:moveTo>
                  <a:lnTo>
                    <a:pt x="118490" y="0"/>
                  </a:lnTo>
                  <a:lnTo>
                    <a:pt x="1829181" y="0"/>
                  </a:lnTo>
                  <a:lnTo>
                    <a:pt x="1947671" y="236981"/>
                  </a:lnTo>
                  <a:lnTo>
                    <a:pt x="1829181" y="473964"/>
                  </a:lnTo>
                  <a:lnTo>
                    <a:pt x="118490" y="473964"/>
                  </a:lnTo>
                  <a:lnTo>
                    <a:pt x="0" y="23698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565273" y="2837433"/>
            <a:ext cx="11296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USERADMIN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179064" y="3713988"/>
            <a:ext cx="2581275" cy="1104265"/>
            <a:chOff x="3179064" y="3713988"/>
            <a:chExt cx="2581275" cy="1104265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9064" y="3713988"/>
              <a:ext cx="2580766" cy="110388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05962" y="3868674"/>
              <a:ext cx="1947672" cy="47243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505962" y="3868674"/>
              <a:ext cx="1948180" cy="472440"/>
            </a:xfrm>
            <a:custGeom>
              <a:avLst/>
              <a:gdLst/>
              <a:ahLst/>
              <a:cxnLst/>
              <a:rect l="l" t="t" r="r" b="b"/>
              <a:pathLst>
                <a:path w="1948179" h="472439">
                  <a:moveTo>
                    <a:pt x="0" y="236219"/>
                  </a:moveTo>
                  <a:lnTo>
                    <a:pt x="118110" y="0"/>
                  </a:lnTo>
                  <a:lnTo>
                    <a:pt x="1829562" y="0"/>
                  </a:lnTo>
                  <a:lnTo>
                    <a:pt x="1947672" y="236219"/>
                  </a:lnTo>
                  <a:lnTo>
                    <a:pt x="1829562" y="472439"/>
                  </a:lnTo>
                  <a:lnTo>
                    <a:pt x="118110" y="472439"/>
                  </a:lnTo>
                  <a:lnTo>
                    <a:pt x="0" y="236219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156709" y="3955491"/>
            <a:ext cx="6648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0" dirty="0">
                <a:solidFill>
                  <a:srgbClr val="00C3FF"/>
                </a:solidFill>
                <a:latin typeface="Trebuchet MS"/>
                <a:cs typeface="Trebuchet MS"/>
              </a:rPr>
              <a:t>PUBLIC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086100" y="2572511"/>
            <a:ext cx="4082415" cy="1539240"/>
            <a:chOff x="3086100" y="2572511"/>
            <a:chExt cx="4082415" cy="1539240"/>
          </a:xfrm>
        </p:grpSpPr>
        <p:sp>
          <p:nvSpPr>
            <p:cNvPr id="30" name="object 30"/>
            <p:cNvSpPr/>
            <p:nvPr/>
          </p:nvSpPr>
          <p:spPr>
            <a:xfrm>
              <a:off x="3090672" y="3334511"/>
              <a:ext cx="414655" cy="777240"/>
            </a:xfrm>
            <a:custGeom>
              <a:avLst/>
              <a:gdLst/>
              <a:ahLst/>
              <a:cxnLst/>
              <a:rect l="l" t="t" r="r" b="b"/>
              <a:pathLst>
                <a:path w="414654" h="777239">
                  <a:moveTo>
                    <a:pt x="44450" y="63500"/>
                  </a:moveTo>
                  <a:lnTo>
                    <a:pt x="31750" y="63500"/>
                  </a:lnTo>
                  <a:lnTo>
                    <a:pt x="31750" y="773823"/>
                  </a:lnTo>
                  <a:lnTo>
                    <a:pt x="34543" y="776668"/>
                  </a:lnTo>
                  <a:lnTo>
                    <a:pt x="414274" y="776668"/>
                  </a:lnTo>
                  <a:lnTo>
                    <a:pt x="414274" y="770318"/>
                  </a:lnTo>
                  <a:lnTo>
                    <a:pt x="44450" y="770318"/>
                  </a:lnTo>
                  <a:lnTo>
                    <a:pt x="38100" y="763968"/>
                  </a:lnTo>
                  <a:lnTo>
                    <a:pt x="44450" y="763968"/>
                  </a:lnTo>
                  <a:lnTo>
                    <a:pt x="44450" y="63500"/>
                  </a:lnTo>
                  <a:close/>
                </a:path>
                <a:path w="414654" h="777239">
                  <a:moveTo>
                    <a:pt x="44450" y="763968"/>
                  </a:moveTo>
                  <a:lnTo>
                    <a:pt x="38100" y="763968"/>
                  </a:lnTo>
                  <a:lnTo>
                    <a:pt x="44450" y="770318"/>
                  </a:lnTo>
                  <a:lnTo>
                    <a:pt x="44450" y="763968"/>
                  </a:lnTo>
                  <a:close/>
                </a:path>
                <a:path w="414654" h="777239">
                  <a:moveTo>
                    <a:pt x="414274" y="763968"/>
                  </a:moveTo>
                  <a:lnTo>
                    <a:pt x="44450" y="763968"/>
                  </a:lnTo>
                  <a:lnTo>
                    <a:pt x="44450" y="770318"/>
                  </a:lnTo>
                  <a:lnTo>
                    <a:pt x="414274" y="770318"/>
                  </a:lnTo>
                  <a:lnTo>
                    <a:pt x="414274" y="763968"/>
                  </a:lnTo>
                  <a:close/>
                </a:path>
                <a:path w="414654" h="777239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414654" h="777239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86100" y="2572511"/>
              <a:ext cx="76200" cy="1778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60264" y="2724950"/>
              <a:ext cx="2007742" cy="968463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5487161" y="2879597"/>
              <a:ext cx="1374775" cy="337185"/>
            </a:xfrm>
            <a:custGeom>
              <a:avLst/>
              <a:gdLst/>
              <a:ahLst/>
              <a:cxnLst/>
              <a:rect l="l" t="t" r="r" b="b"/>
              <a:pathLst>
                <a:path w="1374775" h="337185">
                  <a:moveTo>
                    <a:pt x="1290446" y="0"/>
                  </a:moveTo>
                  <a:lnTo>
                    <a:pt x="84200" y="0"/>
                  </a:lnTo>
                  <a:lnTo>
                    <a:pt x="0" y="168401"/>
                  </a:lnTo>
                  <a:lnTo>
                    <a:pt x="84200" y="336803"/>
                  </a:lnTo>
                  <a:lnTo>
                    <a:pt x="1290446" y="336803"/>
                  </a:lnTo>
                  <a:lnTo>
                    <a:pt x="1374647" y="168401"/>
                  </a:lnTo>
                  <a:lnTo>
                    <a:pt x="1290446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487161" y="2879597"/>
              <a:ext cx="1374775" cy="337185"/>
            </a:xfrm>
            <a:custGeom>
              <a:avLst/>
              <a:gdLst/>
              <a:ahLst/>
              <a:cxnLst/>
              <a:rect l="l" t="t" r="r" b="b"/>
              <a:pathLst>
                <a:path w="1374775" h="337185">
                  <a:moveTo>
                    <a:pt x="0" y="168401"/>
                  </a:moveTo>
                  <a:lnTo>
                    <a:pt x="84200" y="0"/>
                  </a:lnTo>
                  <a:lnTo>
                    <a:pt x="1290446" y="0"/>
                  </a:lnTo>
                  <a:lnTo>
                    <a:pt x="1374647" y="168401"/>
                  </a:lnTo>
                  <a:lnTo>
                    <a:pt x="1290446" y="336803"/>
                  </a:lnTo>
                  <a:lnTo>
                    <a:pt x="84200" y="336803"/>
                  </a:lnTo>
                  <a:lnTo>
                    <a:pt x="0" y="168401"/>
                  </a:lnTo>
                  <a:close/>
                </a:path>
              </a:pathLst>
            </a:custGeom>
            <a:ln w="19050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685535" y="2940811"/>
            <a:ext cx="959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607E"/>
                </a:solidFill>
                <a:latin typeface="Lucida Sans Unicode"/>
                <a:cs typeface="Lucida Sans Unicode"/>
              </a:rPr>
              <a:t>Custom</a:t>
            </a:r>
            <a:r>
              <a:rPr sz="1200" spc="-75" dirty="0">
                <a:solidFill>
                  <a:srgbClr val="00607E"/>
                </a:solidFill>
                <a:latin typeface="Lucida Sans Unicode"/>
                <a:cs typeface="Lucida Sans Unicode"/>
              </a:rPr>
              <a:t> Role</a:t>
            </a:r>
            <a:r>
              <a:rPr sz="1200" spc="-9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50" dirty="0">
                <a:solidFill>
                  <a:srgbClr val="00607E"/>
                </a:solidFill>
                <a:latin typeface="Lucida Sans Unicode"/>
                <a:cs typeface="Lucida Sans Unicode"/>
              </a:rPr>
              <a:t>1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829300" y="2572511"/>
            <a:ext cx="2814320" cy="1121410"/>
            <a:chOff x="5829300" y="2572511"/>
            <a:chExt cx="2814320" cy="1121410"/>
          </a:xfrm>
        </p:grpSpPr>
        <p:sp>
          <p:nvSpPr>
            <p:cNvPr id="37" name="object 37"/>
            <p:cNvSpPr/>
            <p:nvPr/>
          </p:nvSpPr>
          <p:spPr>
            <a:xfrm>
              <a:off x="5829300" y="2572511"/>
              <a:ext cx="76200" cy="310515"/>
            </a:xfrm>
            <a:custGeom>
              <a:avLst/>
              <a:gdLst/>
              <a:ahLst/>
              <a:cxnLst/>
              <a:rect l="l" t="t" r="r" b="b"/>
              <a:pathLst>
                <a:path w="76200" h="31051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10261"/>
                  </a:lnTo>
                  <a:lnTo>
                    <a:pt x="44450" y="310261"/>
                  </a:lnTo>
                  <a:lnTo>
                    <a:pt x="44450" y="63500"/>
                  </a:lnTo>
                  <a:close/>
                </a:path>
                <a:path w="76200" h="31051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051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37019" y="2724950"/>
              <a:ext cx="2006219" cy="968463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963917" y="2879597"/>
              <a:ext cx="1373505" cy="337185"/>
            </a:xfrm>
            <a:custGeom>
              <a:avLst/>
              <a:gdLst/>
              <a:ahLst/>
              <a:cxnLst/>
              <a:rect l="l" t="t" r="r" b="b"/>
              <a:pathLst>
                <a:path w="1373504" h="337185">
                  <a:moveTo>
                    <a:pt x="1288923" y="0"/>
                  </a:moveTo>
                  <a:lnTo>
                    <a:pt x="84200" y="0"/>
                  </a:lnTo>
                  <a:lnTo>
                    <a:pt x="0" y="168401"/>
                  </a:lnTo>
                  <a:lnTo>
                    <a:pt x="84200" y="336803"/>
                  </a:lnTo>
                  <a:lnTo>
                    <a:pt x="1288923" y="336803"/>
                  </a:lnTo>
                  <a:lnTo>
                    <a:pt x="1373124" y="168401"/>
                  </a:lnTo>
                  <a:lnTo>
                    <a:pt x="1288923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963917" y="2879597"/>
              <a:ext cx="1373505" cy="337185"/>
            </a:xfrm>
            <a:custGeom>
              <a:avLst/>
              <a:gdLst/>
              <a:ahLst/>
              <a:cxnLst/>
              <a:rect l="l" t="t" r="r" b="b"/>
              <a:pathLst>
                <a:path w="1373504" h="337185">
                  <a:moveTo>
                    <a:pt x="0" y="168401"/>
                  </a:moveTo>
                  <a:lnTo>
                    <a:pt x="84200" y="0"/>
                  </a:lnTo>
                  <a:lnTo>
                    <a:pt x="1288923" y="0"/>
                  </a:lnTo>
                  <a:lnTo>
                    <a:pt x="1373124" y="168401"/>
                  </a:lnTo>
                  <a:lnTo>
                    <a:pt x="1288923" y="336803"/>
                  </a:lnTo>
                  <a:lnTo>
                    <a:pt x="84200" y="336803"/>
                  </a:lnTo>
                  <a:lnTo>
                    <a:pt x="0" y="168401"/>
                  </a:lnTo>
                  <a:close/>
                </a:path>
              </a:pathLst>
            </a:custGeom>
            <a:ln w="19050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161656" y="2940811"/>
            <a:ext cx="959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607E"/>
                </a:solidFill>
                <a:latin typeface="Lucida Sans Unicode"/>
                <a:cs typeface="Lucida Sans Unicode"/>
              </a:rPr>
              <a:t>Custom</a:t>
            </a:r>
            <a:r>
              <a:rPr sz="1200" spc="-75" dirty="0">
                <a:solidFill>
                  <a:srgbClr val="00607E"/>
                </a:solidFill>
                <a:latin typeface="Lucida Sans Unicode"/>
                <a:cs typeface="Lucida Sans Unicode"/>
              </a:rPr>
              <a:t> Role</a:t>
            </a:r>
            <a:r>
              <a:rPr sz="1200" spc="-9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50" dirty="0">
                <a:solidFill>
                  <a:srgbClr val="00607E"/>
                </a:solidFill>
                <a:latin typeface="Lucida Sans Unicode"/>
                <a:cs typeface="Lucida Sans Unicode"/>
              </a:rPr>
              <a:t>2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681216" y="2279904"/>
            <a:ext cx="2007870" cy="2047875"/>
            <a:chOff x="6681216" y="2279904"/>
            <a:chExt cx="2007870" cy="2047875"/>
          </a:xfrm>
        </p:grpSpPr>
        <p:sp>
          <p:nvSpPr>
            <p:cNvPr id="43" name="object 43"/>
            <p:cNvSpPr/>
            <p:nvPr/>
          </p:nvSpPr>
          <p:spPr>
            <a:xfrm>
              <a:off x="6897624" y="2279904"/>
              <a:ext cx="749300" cy="598805"/>
            </a:xfrm>
            <a:custGeom>
              <a:avLst/>
              <a:gdLst/>
              <a:ahLst/>
              <a:cxnLst/>
              <a:rect l="l" t="t" r="r" b="b"/>
              <a:pathLst>
                <a:path w="749300" h="598805">
                  <a:moveTo>
                    <a:pt x="736092" y="38100"/>
                  </a:moveTo>
                  <a:lnTo>
                    <a:pt x="736092" y="598677"/>
                  </a:lnTo>
                  <a:lnTo>
                    <a:pt x="748792" y="598677"/>
                  </a:lnTo>
                  <a:lnTo>
                    <a:pt x="748792" y="44450"/>
                  </a:lnTo>
                  <a:lnTo>
                    <a:pt x="742442" y="44450"/>
                  </a:lnTo>
                  <a:lnTo>
                    <a:pt x="736092" y="38100"/>
                  </a:lnTo>
                  <a:close/>
                </a:path>
                <a:path w="749300" h="598805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4450"/>
                  </a:lnTo>
                  <a:lnTo>
                    <a:pt x="63500" y="44450"/>
                  </a:lnTo>
                  <a:lnTo>
                    <a:pt x="63500" y="31750"/>
                  </a:lnTo>
                  <a:lnTo>
                    <a:pt x="76200" y="31750"/>
                  </a:lnTo>
                  <a:lnTo>
                    <a:pt x="76200" y="0"/>
                  </a:lnTo>
                  <a:close/>
                </a:path>
                <a:path w="749300" h="598805">
                  <a:moveTo>
                    <a:pt x="76200" y="31750"/>
                  </a:moveTo>
                  <a:lnTo>
                    <a:pt x="63500" y="31750"/>
                  </a:lnTo>
                  <a:lnTo>
                    <a:pt x="63500" y="44450"/>
                  </a:lnTo>
                  <a:lnTo>
                    <a:pt x="76200" y="44450"/>
                  </a:lnTo>
                  <a:lnTo>
                    <a:pt x="76200" y="31750"/>
                  </a:lnTo>
                  <a:close/>
                </a:path>
                <a:path w="749300" h="598805">
                  <a:moveTo>
                    <a:pt x="745998" y="31750"/>
                  </a:moveTo>
                  <a:lnTo>
                    <a:pt x="76200" y="31750"/>
                  </a:lnTo>
                  <a:lnTo>
                    <a:pt x="76200" y="44450"/>
                  </a:lnTo>
                  <a:lnTo>
                    <a:pt x="736092" y="44450"/>
                  </a:lnTo>
                  <a:lnTo>
                    <a:pt x="736092" y="38100"/>
                  </a:lnTo>
                  <a:lnTo>
                    <a:pt x="748792" y="38100"/>
                  </a:lnTo>
                  <a:lnTo>
                    <a:pt x="748792" y="34543"/>
                  </a:lnTo>
                  <a:lnTo>
                    <a:pt x="745998" y="31750"/>
                  </a:lnTo>
                  <a:close/>
                </a:path>
                <a:path w="749300" h="598805">
                  <a:moveTo>
                    <a:pt x="748792" y="38100"/>
                  </a:moveTo>
                  <a:lnTo>
                    <a:pt x="736092" y="38100"/>
                  </a:lnTo>
                  <a:lnTo>
                    <a:pt x="742442" y="44450"/>
                  </a:lnTo>
                  <a:lnTo>
                    <a:pt x="748792" y="44450"/>
                  </a:lnTo>
                  <a:lnTo>
                    <a:pt x="748792" y="381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681216" y="3357372"/>
              <a:ext cx="2007743" cy="969962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7008114" y="3512058"/>
              <a:ext cx="1374775" cy="338455"/>
            </a:xfrm>
            <a:custGeom>
              <a:avLst/>
              <a:gdLst/>
              <a:ahLst/>
              <a:cxnLst/>
              <a:rect l="l" t="t" r="r" b="b"/>
              <a:pathLst>
                <a:path w="1374775" h="338454">
                  <a:moveTo>
                    <a:pt x="1290065" y="0"/>
                  </a:moveTo>
                  <a:lnTo>
                    <a:pt x="84581" y="0"/>
                  </a:lnTo>
                  <a:lnTo>
                    <a:pt x="0" y="169164"/>
                  </a:lnTo>
                  <a:lnTo>
                    <a:pt x="84581" y="338328"/>
                  </a:lnTo>
                  <a:lnTo>
                    <a:pt x="1290065" y="338328"/>
                  </a:lnTo>
                  <a:lnTo>
                    <a:pt x="1374647" y="169164"/>
                  </a:lnTo>
                  <a:lnTo>
                    <a:pt x="1290065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008114" y="3512058"/>
              <a:ext cx="1374775" cy="338455"/>
            </a:xfrm>
            <a:custGeom>
              <a:avLst/>
              <a:gdLst/>
              <a:ahLst/>
              <a:cxnLst/>
              <a:rect l="l" t="t" r="r" b="b"/>
              <a:pathLst>
                <a:path w="1374775" h="338454">
                  <a:moveTo>
                    <a:pt x="0" y="169164"/>
                  </a:moveTo>
                  <a:lnTo>
                    <a:pt x="84581" y="0"/>
                  </a:lnTo>
                  <a:lnTo>
                    <a:pt x="1290065" y="0"/>
                  </a:lnTo>
                  <a:lnTo>
                    <a:pt x="1374647" y="169164"/>
                  </a:lnTo>
                  <a:lnTo>
                    <a:pt x="1290065" y="338328"/>
                  </a:lnTo>
                  <a:lnTo>
                    <a:pt x="84581" y="338328"/>
                  </a:lnTo>
                  <a:lnTo>
                    <a:pt x="0" y="169164"/>
                  </a:lnTo>
                  <a:close/>
                </a:path>
              </a:pathLst>
            </a:custGeom>
            <a:ln w="19049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581900" y="3204972"/>
              <a:ext cx="76200" cy="310515"/>
            </a:xfrm>
            <a:custGeom>
              <a:avLst/>
              <a:gdLst/>
              <a:ahLst/>
              <a:cxnLst/>
              <a:rect l="l" t="t" r="r" b="b"/>
              <a:pathLst>
                <a:path w="76200" h="31051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10260"/>
                  </a:lnTo>
                  <a:lnTo>
                    <a:pt x="44450" y="310260"/>
                  </a:lnTo>
                  <a:lnTo>
                    <a:pt x="44450" y="63500"/>
                  </a:lnTo>
                  <a:close/>
                </a:path>
                <a:path w="76200" h="31051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051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7215885" y="3562858"/>
            <a:ext cx="959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607E"/>
                </a:solidFill>
                <a:latin typeface="Lucida Sans Unicode"/>
                <a:cs typeface="Lucida Sans Unicode"/>
              </a:rPr>
              <a:t>Custom</a:t>
            </a:r>
            <a:r>
              <a:rPr sz="1200" spc="-75" dirty="0">
                <a:solidFill>
                  <a:srgbClr val="00607E"/>
                </a:solidFill>
                <a:latin typeface="Lucida Sans Unicode"/>
                <a:cs typeface="Lucida Sans Unicode"/>
              </a:rPr>
              <a:t> Role</a:t>
            </a:r>
            <a:r>
              <a:rPr sz="1200" spc="-9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50" dirty="0">
                <a:solidFill>
                  <a:srgbClr val="00607E"/>
                </a:solidFill>
                <a:latin typeface="Lucida Sans Unicode"/>
                <a:cs typeface="Lucida Sans Unicode"/>
              </a:rPr>
              <a:t>3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04925">
              <a:lnSpc>
                <a:spcPct val="100000"/>
              </a:lnSpc>
              <a:spcBef>
                <a:spcPts val="105"/>
              </a:spcBef>
            </a:pPr>
            <a:r>
              <a:rPr dirty="0"/>
              <a:t>Snowflake</a:t>
            </a:r>
            <a:r>
              <a:rPr spc="-10" dirty="0"/>
              <a:t> Roles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1199388"/>
            <a:ext cx="2245995" cy="1104265"/>
            <a:chOff x="0" y="1199388"/>
            <a:chExt cx="2245995" cy="11042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199388"/>
              <a:ext cx="2245613" cy="11038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650" y="1354074"/>
              <a:ext cx="1691639" cy="47243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47650" y="1354074"/>
              <a:ext cx="1691639" cy="472440"/>
            </a:xfrm>
            <a:custGeom>
              <a:avLst/>
              <a:gdLst/>
              <a:ahLst/>
              <a:cxnLst/>
              <a:rect l="l" t="t" r="r" b="b"/>
              <a:pathLst>
                <a:path w="1691639" h="472439">
                  <a:moveTo>
                    <a:pt x="0" y="236220"/>
                  </a:moveTo>
                  <a:lnTo>
                    <a:pt x="118110" y="0"/>
                  </a:lnTo>
                  <a:lnTo>
                    <a:pt x="1573530" y="0"/>
                  </a:lnTo>
                  <a:lnTo>
                    <a:pt x="1691639" y="236220"/>
                  </a:lnTo>
                  <a:lnTo>
                    <a:pt x="1573530" y="472439"/>
                  </a:lnTo>
                  <a:lnTo>
                    <a:pt x="118110" y="472439"/>
                  </a:lnTo>
                  <a:lnTo>
                    <a:pt x="0" y="23622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0868" y="1439925"/>
            <a:ext cx="15024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30" dirty="0">
                <a:solidFill>
                  <a:srgbClr val="00C3FF"/>
                </a:solidFill>
                <a:latin typeface="Trebuchet MS"/>
                <a:cs typeface="Trebuchet MS"/>
              </a:rPr>
              <a:t>ACCOUNTADMIN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673351" y="1199388"/>
            <a:ext cx="2325370" cy="1104265"/>
            <a:chOff x="1673351" y="1199388"/>
            <a:chExt cx="2325370" cy="110426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3351" y="1199388"/>
              <a:ext cx="2324862" cy="110388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0249" y="1354074"/>
              <a:ext cx="1691639" cy="47243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000249" y="1354074"/>
              <a:ext cx="1691639" cy="472440"/>
            </a:xfrm>
            <a:custGeom>
              <a:avLst/>
              <a:gdLst/>
              <a:ahLst/>
              <a:cxnLst/>
              <a:rect l="l" t="t" r="r" b="b"/>
              <a:pathLst>
                <a:path w="1691639" h="472439">
                  <a:moveTo>
                    <a:pt x="0" y="236220"/>
                  </a:moveTo>
                  <a:lnTo>
                    <a:pt x="118110" y="0"/>
                  </a:lnTo>
                  <a:lnTo>
                    <a:pt x="1573529" y="0"/>
                  </a:lnTo>
                  <a:lnTo>
                    <a:pt x="1691639" y="236220"/>
                  </a:lnTo>
                  <a:lnTo>
                    <a:pt x="1573529" y="472439"/>
                  </a:lnTo>
                  <a:lnTo>
                    <a:pt x="118110" y="472439"/>
                  </a:lnTo>
                  <a:lnTo>
                    <a:pt x="0" y="23622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88642" y="1439925"/>
            <a:ext cx="15170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SECURITYADMIN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427476" y="1203985"/>
            <a:ext cx="2090420" cy="1105535"/>
            <a:chOff x="3427476" y="1203985"/>
            <a:chExt cx="2090420" cy="110553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27476" y="1203985"/>
              <a:ext cx="2090039" cy="110538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54374" y="1358646"/>
              <a:ext cx="1456943" cy="47396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754374" y="1358646"/>
              <a:ext cx="1457325" cy="474345"/>
            </a:xfrm>
            <a:custGeom>
              <a:avLst/>
              <a:gdLst/>
              <a:ahLst/>
              <a:cxnLst/>
              <a:rect l="l" t="t" r="r" b="b"/>
              <a:pathLst>
                <a:path w="1457325" h="474344">
                  <a:moveTo>
                    <a:pt x="0" y="236981"/>
                  </a:moveTo>
                  <a:lnTo>
                    <a:pt x="118490" y="0"/>
                  </a:lnTo>
                  <a:lnTo>
                    <a:pt x="1338452" y="0"/>
                  </a:lnTo>
                  <a:lnTo>
                    <a:pt x="1456943" y="236981"/>
                  </a:lnTo>
                  <a:lnTo>
                    <a:pt x="1338452" y="473963"/>
                  </a:lnTo>
                  <a:lnTo>
                    <a:pt x="118490" y="473963"/>
                  </a:lnTo>
                  <a:lnTo>
                    <a:pt x="0" y="23698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013072" y="1444828"/>
            <a:ext cx="98234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SYSADMIN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946903" y="1199388"/>
            <a:ext cx="2325370" cy="1104265"/>
            <a:chOff x="4946903" y="1199388"/>
            <a:chExt cx="2325370" cy="110426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46903" y="1199388"/>
              <a:ext cx="2324861" cy="110388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73801" y="1354074"/>
              <a:ext cx="1691640" cy="47243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273801" y="1354074"/>
              <a:ext cx="1691639" cy="472440"/>
            </a:xfrm>
            <a:custGeom>
              <a:avLst/>
              <a:gdLst/>
              <a:ahLst/>
              <a:cxnLst/>
              <a:rect l="l" t="t" r="r" b="b"/>
              <a:pathLst>
                <a:path w="1691640" h="472439">
                  <a:moveTo>
                    <a:pt x="0" y="236220"/>
                  </a:moveTo>
                  <a:lnTo>
                    <a:pt x="118110" y="0"/>
                  </a:lnTo>
                  <a:lnTo>
                    <a:pt x="1573529" y="0"/>
                  </a:lnTo>
                  <a:lnTo>
                    <a:pt x="1691640" y="236220"/>
                  </a:lnTo>
                  <a:lnTo>
                    <a:pt x="1573529" y="472439"/>
                  </a:lnTo>
                  <a:lnTo>
                    <a:pt x="118110" y="472439"/>
                  </a:lnTo>
                  <a:lnTo>
                    <a:pt x="0" y="236220"/>
                  </a:lnTo>
                  <a:close/>
                </a:path>
              </a:pathLst>
            </a:custGeom>
            <a:ln w="19049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555996" y="1439925"/>
            <a:ext cx="11296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USERADMIN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701028" y="1199388"/>
            <a:ext cx="2090420" cy="1104265"/>
            <a:chOff x="6701028" y="1199388"/>
            <a:chExt cx="2090420" cy="1104265"/>
          </a:xfrm>
        </p:grpSpPr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01028" y="1199388"/>
              <a:ext cx="2090039" cy="110388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027926" y="1354074"/>
              <a:ext cx="1456944" cy="47243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027926" y="1354074"/>
              <a:ext cx="1457325" cy="472440"/>
            </a:xfrm>
            <a:custGeom>
              <a:avLst/>
              <a:gdLst/>
              <a:ahLst/>
              <a:cxnLst/>
              <a:rect l="l" t="t" r="r" b="b"/>
              <a:pathLst>
                <a:path w="1457325" h="472439">
                  <a:moveTo>
                    <a:pt x="0" y="236220"/>
                  </a:moveTo>
                  <a:lnTo>
                    <a:pt x="118109" y="0"/>
                  </a:lnTo>
                  <a:lnTo>
                    <a:pt x="1338833" y="0"/>
                  </a:lnTo>
                  <a:lnTo>
                    <a:pt x="1456944" y="236220"/>
                  </a:lnTo>
                  <a:lnTo>
                    <a:pt x="1338833" y="472439"/>
                  </a:lnTo>
                  <a:lnTo>
                    <a:pt x="118109" y="472439"/>
                  </a:lnTo>
                  <a:lnTo>
                    <a:pt x="0" y="236220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462773" y="1441449"/>
            <a:ext cx="6648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0" dirty="0">
                <a:solidFill>
                  <a:srgbClr val="00C3FF"/>
                </a:solidFill>
                <a:latin typeface="Trebuchet MS"/>
                <a:cs typeface="Trebuchet MS"/>
              </a:rPr>
              <a:t>PUBLIC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5627" y="2188565"/>
            <a:ext cx="1695450" cy="1786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357505" indent="-287020">
              <a:lnSpc>
                <a:spcPct val="15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dirty="0">
                <a:solidFill>
                  <a:srgbClr val="D9D9D9"/>
                </a:solidFill>
                <a:latin typeface="Trebuchet MS"/>
                <a:cs typeface="Trebuchet MS"/>
              </a:rPr>
              <a:t>SYSADMIN</a:t>
            </a: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and </a:t>
            </a:r>
            <a:r>
              <a:rPr sz="1100" b="1" spc="-20" dirty="0">
                <a:solidFill>
                  <a:srgbClr val="D9D9D9"/>
                </a:solidFill>
                <a:latin typeface="Trebuchet MS"/>
                <a:cs typeface="Trebuchet MS"/>
              </a:rPr>
              <a:t>SECURITYADMIN</a:t>
            </a:r>
            <a:endParaRPr sz="11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66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top-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level</a:t>
            </a:r>
            <a:r>
              <a:rPr sz="11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role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in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endParaRPr sz="11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660"/>
              </a:spcBef>
            </a:pP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system</a:t>
            </a:r>
            <a:endParaRPr sz="1100">
              <a:latin typeface="Trebuchet MS"/>
              <a:cs typeface="Trebuchet MS"/>
            </a:endParaRPr>
          </a:p>
          <a:p>
            <a:pPr marL="297815" marR="5080" indent="-285750" algn="just">
              <a:lnSpc>
                <a:spcPct val="15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30" dirty="0">
                <a:solidFill>
                  <a:srgbClr val="D9D9D9"/>
                </a:solidFill>
                <a:latin typeface="Trebuchet MS"/>
                <a:cs typeface="Trebuchet MS"/>
              </a:rPr>
              <a:t>should</a:t>
            </a:r>
            <a:r>
              <a:rPr sz="11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be</a:t>
            </a:r>
            <a:r>
              <a:rPr sz="11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granted</a:t>
            </a:r>
            <a:r>
              <a:rPr sz="11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only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 	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1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a</a:t>
            </a:r>
            <a:r>
              <a:rPr sz="11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limited</a:t>
            </a:r>
            <a:r>
              <a:rPr sz="11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number</a:t>
            </a:r>
            <a:r>
              <a:rPr sz="11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 	users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78482" y="2213688"/>
            <a:ext cx="1552575" cy="1787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81915" indent="-287020">
              <a:lnSpc>
                <a:spcPct val="150100"/>
              </a:lnSpc>
              <a:spcBef>
                <a:spcPts val="9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dirty="0">
                <a:solidFill>
                  <a:srgbClr val="D9D9D9"/>
                </a:solidFill>
                <a:latin typeface="Trebuchet MS"/>
                <a:cs typeface="Trebuchet MS"/>
              </a:rPr>
              <a:t>USERADMIN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role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is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granted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to </a:t>
            </a: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SECURITYADMIN</a:t>
            </a:r>
            <a:endParaRPr sz="1100">
              <a:latin typeface="Trebuchet MS"/>
              <a:cs typeface="Trebuchet MS"/>
            </a:endParaRPr>
          </a:p>
          <a:p>
            <a:pPr marL="299085" marR="142240" indent="-287020">
              <a:lnSpc>
                <a:spcPct val="15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Can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manage</a:t>
            </a: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users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and</a:t>
            </a:r>
            <a:r>
              <a:rPr sz="11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roles</a:t>
            </a:r>
            <a:endParaRPr sz="1100">
              <a:latin typeface="Trebuchet MS"/>
              <a:cs typeface="Trebuchet MS"/>
            </a:endParaRPr>
          </a:p>
          <a:p>
            <a:pPr marL="299085" marR="5080" indent="-287020">
              <a:lnSpc>
                <a:spcPts val="1989"/>
              </a:lnSpc>
              <a:spcBef>
                <a:spcPts val="9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Can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manage</a:t>
            </a: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any </a:t>
            </a:r>
            <a:r>
              <a:rPr sz="1100" b="1" spc="-75" dirty="0">
                <a:solidFill>
                  <a:srgbClr val="D9D9D9"/>
                </a:solidFill>
                <a:latin typeface="Trebuchet MS"/>
                <a:cs typeface="Trebuchet MS"/>
              </a:rPr>
              <a:t>object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grant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0" dirty="0">
                <a:solidFill>
                  <a:srgbClr val="D9D9D9"/>
                </a:solidFill>
                <a:latin typeface="Trebuchet MS"/>
                <a:cs typeface="Trebuchet MS"/>
              </a:rPr>
              <a:t>globally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15258" y="2218029"/>
            <a:ext cx="1497965" cy="1536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13335" indent="-285750" algn="just">
              <a:lnSpc>
                <a:spcPct val="1501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80" dirty="0">
                <a:solidFill>
                  <a:srgbClr val="D9D9D9"/>
                </a:solidFill>
                <a:latin typeface="Trebuchet MS"/>
                <a:cs typeface="Trebuchet MS"/>
              </a:rPr>
              <a:t>Create</a:t>
            </a:r>
            <a:r>
              <a:rPr sz="1100" b="1" spc="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warehouses 	</a:t>
            </a:r>
            <a:r>
              <a:rPr sz="1100" b="1" spc="-65" dirty="0">
                <a:solidFill>
                  <a:srgbClr val="D9D9D9"/>
                </a:solidFill>
                <a:latin typeface="Trebuchet MS"/>
                <a:cs typeface="Trebuchet MS"/>
              </a:rPr>
              <a:t>and</a:t>
            </a:r>
            <a:r>
              <a:rPr sz="1100" b="1" spc="-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0" dirty="0">
                <a:solidFill>
                  <a:srgbClr val="D9D9D9"/>
                </a:solidFill>
                <a:latin typeface="Trebuchet MS"/>
                <a:cs typeface="Trebuchet MS"/>
              </a:rPr>
              <a:t>databases</a:t>
            </a:r>
            <a:r>
              <a:rPr sz="1100" b="1" spc="-1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(and 	</a:t>
            </a:r>
            <a:r>
              <a:rPr sz="1100" b="1" spc="-65" dirty="0">
                <a:solidFill>
                  <a:srgbClr val="D9D9D9"/>
                </a:solidFill>
                <a:latin typeface="Trebuchet MS"/>
                <a:cs typeface="Trebuchet MS"/>
              </a:rPr>
              <a:t>more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objects)</a:t>
            </a:r>
            <a:endParaRPr sz="1100">
              <a:latin typeface="Trebuchet MS"/>
              <a:cs typeface="Trebuchet MS"/>
            </a:endParaRPr>
          </a:p>
          <a:p>
            <a:pPr marL="297815" marR="5080" indent="-285750" algn="just">
              <a:lnSpc>
                <a:spcPct val="15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Recommended</a:t>
            </a:r>
            <a:r>
              <a:rPr sz="1100" b="1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0" dirty="0">
                <a:solidFill>
                  <a:srgbClr val="D9D9D9"/>
                </a:solidFill>
                <a:latin typeface="Trebuchet MS"/>
                <a:cs typeface="Trebuchet MS"/>
              </a:rPr>
              <a:t>that 	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all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custom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roles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are</a:t>
            </a:r>
            <a:endParaRPr sz="11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670"/>
              </a:spcBef>
            </a:pP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assigned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37428" y="2188565"/>
            <a:ext cx="1569085" cy="1284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168910" indent="-287020">
              <a:lnSpc>
                <a:spcPct val="15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Dedicated</a:t>
            </a:r>
            <a:r>
              <a:rPr sz="11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0" dirty="0">
                <a:solidFill>
                  <a:srgbClr val="D9D9D9"/>
                </a:solidFill>
                <a:latin typeface="Trebuchet MS"/>
                <a:cs typeface="Trebuchet MS"/>
              </a:rPr>
              <a:t>user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and</a:t>
            </a:r>
            <a:r>
              <a:rPr sz="11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0" dirty="0">
                <a:solidFill>
                  <a:srgbClr val="D9D9D9"/>
                </a:solidFill>
                <a:latin typeface="Trebuchet MS"/>
                <a:cs typeface="Trebuchet MS"/>
              </a:rPr>
              <a:t>role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management</a:t>
            </a:r>
            <a:r>
              <a:rPr sz="1100" b="1" spc="-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only</a:t>
            </a:r>
            <a:endParaRPr sz="11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66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Can </a:t>
            </a: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create </a:t>
            </a:r>
            <a:r>
              <a:rPr sz="1100" b="1" spc="-30" dirty="0">
                <a:solidFill>
                  <a:srgbClr val="D9D9D9"/>
                </a:solidFill>
                <a:latin typeface="Trebuchet MS"/>
                <a:cs typeface="Trebuchet MS"/>
              </a:rPr>
              <a:t>users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and</a:t>
            </a:r>
            <a:endParaRPr sz="11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670"/>
              </a:spcBef>
            </a:pP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roles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974205" y="2206853"/>
            <a:ext cx="1525905" cy="2037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220979" indent="-287020">
              <a:lnSpc>
                <a:spcPct val="15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Automatically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granted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every </a:t>
            </a:r>
            <a:r>
              <a:rPr sz="1100" b="1" spc="-20" dirty="0">
                <a:solidFill>
                  <a:srgbClr val="D9D9D9"/>
                </a:solidFill>
                <a:latin typeface="Trebuchet MS"/>
                <a:cs typeface="Trebuchet MS"/>
              </a:rPr>
              <a:t>user</a:t>
            </a:r>
            <a:endParaRPr sz="1100">
              <a:latin typeface="Trebuchet MS"/>
              <a:cs typeface="Trebuchet MS"/>
            </a:endParaRPr>
          </a:p>
          <a:p>
            <a:pPr marL="299085" marR="5080" indent="-287020">
              <a:lnSpc>
                <a:spcPct val="1501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Can</a:t>
            </a:r>
            <a:r>
              <a:rPr sz="1100" b="1" spc="-65" dirty="0">
                <a:solidFill>
                  <a:srgbClr val="D9D9D9"/>
                </a:solidFill>
                <a:latin typeface="Trebuchet MS"/>
                <a:cs typeface="Trebuchet MS"/>
              </a:rPr>
              <a:t> create</a:t>
            </a:r>
            <a:r>
              <a:rPr sz="11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own 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objects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like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every 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other role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 (available 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65" dirty="0">
                <a:solidFill>
                  <a:srgbClr val="D9D9D9"/>
                </a:solidFill>
                <a:latin typeface="Trebuchet MS"/>
                <a:cs typeface="Trebuchet MS"/>
              </a:rPr>
              <a:t>every</a:t>
            </a: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0" dirty="0">
                <a:solidFill>
                  <a:srgbClr val="D9D9D9"/>
                </a:solidFill>
                <a:latin typeface="Trebuchet MS"/>
                <a:cs typeface="Trebuchet MS"/>
              </a:rPr>
              <a:t>other </a:t>
            </a: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user/role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2110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ACCOUNTADMIN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79064" y="1199388"/>
            <a:ext cx="2581275" cy="1104265"/>
            <a:chOff x="3179064" y="1199388"/>
            <a:chExt cx="2581275" cy="11042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9064" y="1199388"/>
              <a:ext cx="2580766" cy="110388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05962" y="1354074"/>
              <a:ext cx="1947672" cy="47243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505962" y="1354074"/>
              <a:ext cx="1948180" cy="472440"/>
            </a:xfrm>
            <a:custGeom>
              <a:avLst/>
              <a:gdLst/>
              <a:ahLst/>
              <a:cxnLst/>
              <a:rect l="l" t="t" r="r" b="b"/>
              <a:pathLst>
                <a:path w="1948179" h="472439">
                  <a:moveTo>
                    <a:pt x="0" y="236220"/>
                  </a:moveTo>
                  <a:lnTo>
                    <a:pt x="118110" y="0"/>
                  </a:lnTo>
                  <a:lnTo>
                    <a:pt x="1829562" y="0"/>
                  </a:lnTo>
                  <a:lnTo>
                    <a:pt x="1947672" y="236220"/>
                  </a:lnTo>
                  <a:lnTo>
                    <a:pt x="1829562" y="472439"/>
                  </a:lnTo>
                  <a:lnTo>
                    <a:pt x="118110" y="472439"/>
                  </a:lnTo>
                  <a:lnTo>
                    <a:pt x="0" y="236220"/>
                  </a:lnTo>
                  <a:close/>
                </a:path>
              </a:pathLst>
            </a:custGeom>
            <a:ln w="19049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737609" y="1439925"/>
            <a:ext cx="15024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30" dirty="0">
                <a:solidFill>
                  <a:srgbClr val="00C3FF"/>
                </a:solidFill>
                <a:latin typeface="Trebuchet MS"/>
                <a:cs typeface="Trebuchet MS"/>
              </a:rPr>
              <a:t>ACCOUNTADMIN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807464" y="1944649"/>
            <a:ext cx="2581275" cy="1105535"/>
            <a:chOff x="1807464" y="1944649"/>
            <a:chExt cx="2581275" cy="110553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07464" y="1944649"/>
              <a:ext cx="2580766" cy="110538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34362" y="2099309"/>
              <a:ext cx="1947672" cy="47396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134362" y="2099309"/>
              <a:ext cx="1948180" cy="474345"/>
            </a:xfrm>
            <a:custGeom>
              <a:avLst/>
              <a:gdLst/>
              <a:ahLst/>
              <a:cxnLst/>
              <a:rect l="l" t="t" r="r" b="b"/>
              <a:pathLst>
                <a:path w="1948179" h="474344">
                  <a:moveTo>
                    <a:pt x="0" y="236981"/>
                  </a:moveTo>
                  <a:lnTo>
                    <a:pt x="118490" y="0"/>
                  </a:lnTo>
                  <a:lnTo>
                    <a:pt x="1829180" y="0"/>
                  </a:lnTo>
                  <a:lnTo>
                    <a:pt x="1947672" y="236981"/>
                  </a:lnTo>
                  <a:lnTo>
                    <a:pt x="1829180" y="473963"/>
                  </a:lnTo>
                  <a:lnTo>
                    <a:pt x="118490" y="473963"/>
                  </a:lnTo>
                  <a:lnTo>
                    <a:pt x="0" y="23698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359532" y="2185238"/>
            <a:ext cx="15170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SECURITYADMIN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99432" y="1944649"/>
            <a:ext cx="2582545" cy="1105535"/>
            <a:chOff x="4599432" y="1944649"/>
            <a:chExt cx="2582545" cy="110553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99432" y="1944649"/>
              <a:ext cx="2582291" cy="110538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26330" y="2099309"/>
              <a:ext cx="1949196" cy="47396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926330" y="2099309"/>
              <a:ext cx="1949450" cy="474345"/>
            </a:xfrm>
            <a:custGeom>
              <a:avLst/>
              <a:gdLst/>
              <a:ahLst/>
              <a:cxnLst/>
              <a:rect l="l" t="t" r="r" b="b"/>
              <a:pathLst>
                <a:path w="1949450" h="474344">
                  <a:moveTo>
                    <a:pt x="0" y="236981"/>
                  </a:moveTo>
                  <a:lnTo>
                    <a:pt x="118491" y="0"/>
                  </a:lnTo>
                  <a:lnTo>
                    <a:pt x="1830704" y="0"/>
                  </a:lnTo>
                  <a:lnTo>
                    <a:pt x="1949196" y="236981"/>
                  </a:lnTo>
                  <a:lnTo>
                    <a:pt x="1830704" y="473963"/>
                  </a:lnTo>
                  <a:lnTo>
                    <a:pt x="118491" y="473963"/>
                  </a:lnTo>
                  <a:lnTo>
                    <a:pt x="0" y="23698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5419471" y="2185238"/>
            <a:ext cx="98234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SYSADMIN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819655" y="1551432"/>
            <a:ext cx="4025265" cy="2149475"/>
            <a:chOff x="1819655" y="1551432"/>
            <a:chExt cx="4025265" cy="2149475"/>
          </a:xfrm>
        </p:grpSpPr>
        <p:sp>
          <p:nvSpPr>
            <p:cNvPr id="19" name="object 19"/>
            <p:cNvSpPr/>
            <p:nvPr/>
          </p:nvSpPr>
          <p:spPr>
            <a:xfrm>
              <a:off x="3113278" y="1551431"/>
              <a:ext cx="2731770" cy="546735"/>
            </a:xfrm>
            <a:custGeom>
              <a:avLst/>
              <a:gdLst/>
              <a:ahLst/>
              <a:cxnLst/>
              <a:rect l="l" t="t" r="r" b="b"/>
              <a:pathLst>
                <a:path w="2731770" h="546735">
                  <a:moveTo>
                    <a:pt x="391668" y="38100"/>
                  </a:moveTo>
                  <a:lnTo>
                    <a:pt x="378968" y="31750"/>
                  </a:lnTo>
                  <a:lnTo>
                    <a:pt x="315468" y="0"/>
                  </a:lnTo>
                  <a:lnTo>
                    <a:pt x="315468" y="31750"/>
                  </a:lnTo>
                  <a:lnTo>
                    <a:pt x="2794" y="31750"/>
                  </a:lnTo>
                  <a:lnTo>
                    <a:pt x="0" y="34544"/>
                  </a:lnTo>
                  <a:lnTo>
                    <a:pt x="0" y="546481"/>
                  </a:lnTo>
                  <a:lnTo>
                    <a:pt x="12700" y="546481"/>
                  </a:lnTo>
                  <a:lnTo>
                    <a:pt x="12700" y="44450"/>
                  </a:lnTo>
                  <a:lnTo>
                    <a:pt x="315468" y="44450"/>
                  </a:lnTo>
                  <a:lnTo>
                    <a:pt x="315468" y="76200"/>
                  </a:lnTo>
                  <a:lnTo>
                    <a:pt x="378968" y="44450"/>
                  </a:lnTo>
                  <a:lnTo>
                    <a:pt x="391668" y="38100"/>
                  </a:lnTo>
                  <a:close/>
                </a:path>
                <a:path w="2731770" h="546735">
                  <a:moveTo>
                    <a:pt x="2731262" y="34544"/>
                  </a:moveTo>
                  <a:lnTo>
                    <a:pt x="2728341" y="31750"/>
                  </a:lnTo>
                  <a:lnTo>
                    <a:pt x="2415794" y="31750"/>
                  </a:lnTo>
                  <a:lnTo>
                    <a:pt x="2415794" y="0"/>
                  </a:lnTo>
                  <a:lnTo>
                    <a:pt x="2339594" y="38100"/>
                  </a:lnTo>
                  <a:lnTo>
                    <a:pt x="2415794" y="76200"/>
                  </a:lnTo>
                  <a:lnTo>
                    <a:pt x="2415794" y="44450"/>
                  </a:lnTo>
                  <a:lnTo>
                    <a:pt x="2718562" y="44450"/>
                  </a:lnTo>
                  <a:lnTo>
                    <a:pt x="2718562" y="546481"/>
                  </a:lnTo>
                  <a:lnTo>
                    <a:pt x="2731262" y="546481"/>
                  </a:lnTo>
                  <a:lnTo>
                    <a:pt x="2731262" y="44450"/>
                  </a:lnTo>
                  <a:lnTo>
                    <a:pt x="2731262" y="38100"/>
                  </a:lnTo>
                  <a:lnTo>
                    <a:pt x="2731262" y="34544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19655" y="2595397"/>
              <a:ext cx="2580767" cy="110538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46553" y="2750058"/>
              <a:ext cx="1947671" cy="47396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146553" y="2750058"/>
              <a:ext cx="1948180" cy="474345"/>
            </a:xfrm>
            <a:custGeom>
              <a:avLst/>
              <a:gdLst/>
              <a:ahLst/>
              <a:cxnLst/>
              <a:rect l="l" t="t" r="r" b="b"/>
              <a:pathLst>
                <a:path w="1948179" h="474344">
                  <a:moveTo>
                    <a:pt x="0" y="236981"/>
                  </a:moveTo>
                  <a:lnTo>
                    <a:pt x="118490" y="0"/>
                  </a:lnTo>
                  <a:lnTo>
                    <a:pt x="1829181" y="0"/>
                  </a:lnTo>
                  <a:lnTo>
                    <a:pt x="1947671" y="236981"/>
                  </a:lnTo>
                  <a:lnTo>
                    <a:pt x="1829181" y="473964"/>
                  </a:lnTo>
                  <a:lnTo>
                    <a:pt x="118490" y="473964"/>
                  </a:lnTo>
                  <a:lnTo>
                    <a:pt x="0" y="236981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565273" y="2837433"/>
            <a:ext cx="11296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C3FF"/>
                </a:solidFill>
                <a:latin typeface="Trebuchet MS"/>
                <a:cs typeface="Trebuchet MS"/>
              </a:rPr>
              <a:t>USERADMIN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179064" y="3713988"/>
            <a:ext cx="2581275" cy="1104265"/>
            <a:chOff x="3179064" y="3713988"/>
            <a:chExt cx="2581275" cy="1104265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79064" y="3713988"/>
              <a:ext cx="2580766" cy="110388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05962" y="3868674"/>
              <a:ext cx="1947672" cy="47243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505962" y="3868674"/>
              <a:ext cx="1948180" cy="472440"/>
            </a:xfrm>
            <a:custGeom>
              <a:avLst/>
              <a:gdLst/>
              <a:ahLst/>
              <a:cxnLst/>
              <a:rect l="l" t="t" r="r" b="b"/>
              <a:pathLst>
                <a:path w="1948179" h="472439">
                  <a:moveTo>
                    <a:pt x="0" y="236219"/>
                  </a:moveTo>
                  <a:lnTo>
                    <a:pt x="118110" y="0"/>
                  </a:lnTo>
                  <a:lnTo>
                    <a:pt x="1829562" y="0"/>
                  </a:lnTo>
                  <a:lnTo>
                    <a:pt x="1947672" y="236219"/>
                  </a:lnTo>
                  <a:lnTo>
                    <a:pt x="1829562" y="472439"/>
                  </a:lnTo>
                  <a:lnTo>
                    <a:pt x="118110" y="472439"/>
                  </a:lnTo>
                  <a:lnTo>
                    <a:pt x="0" y="236219"/>
                  </a:lnTo>
                  <a:close/>
                </a:path>
              </a:pathLst>
            </a:custGeom>
            <a:ln w="19050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4156709" y="3955491"/>
            <a:ext cx="6648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40" dirty="0">
                <a:solidFill>
                  <a:srgbClr val="00C3FF"/>
                </a:solidFill>
                <a:latin typeface="Trebuchet MS"/>
                <a:cs typeface="Trebuchet MS"/>
              </a:rPr>
              <a:t>PUBLIC</a:t>
            </a:r>
            <a:endParaRPr sz="160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086100" y="2572511"/>
            <a:ext cx="419100" cy="1539240"/>
            <a:chOff x="3086100" y="2572511"/>
            <a:chExt cx="419100" cy="1539240"/>
          </a:xfrm>
        </p:grpSpPr>
        <p:sp>
          <p:nvSpPr>
            <p:cNvPr id="30" name="object 30"/>
            <p:cNvSpPr/>
            <p:nvPr/>
          </p:nvSpPr>
          <p:spPr>
            <a:xfrm>
              <a:off x="3090672" y="3334511"/>
              <a:ext cx="414655" cy="777240"/>
            </a:xfrm>
            <a:custGeom>
              <a:avLst/>
              <a:gdLst/>
              <a:ahLst/>
              <a:cxnLst/>
              <a:rect l="l" t="t" r="r" b="b"/>
              <a:pathLst>
                <a:path w="414654" h="777239">
                  <a:moveTo>
                    <a:pt x="44450" y="63500"/>
                  </a:moveTo>
                  <a:lnTo>
                    <a:pt x="31750" y="63500"/>
                  </a:lnTo>
                  <a:lnTo>
                    <a:pt x="31750" y="773823"/>
                  </a:lnTo>
                  <a:lnTo>
                    <a:pt x="34543" y="776668"/>
                  </a:lnTo>
                  <a:lnTo>
                    <a:pt x="414274" y="776668"/>
                  </a:lnTo>
                  <a:lnTo>
                    <a:pt x="414274" y="770318"/>
                  </a:lnTo>
                  <a:lnTo>
                    <a:pt x="44450" y="770318"/>
                  </a:lnTo>
                  <a:lnTo>
                    <a:pt x="38100" y="763968"/>
                  </a:lnTo>
                  <a:lnTo>
                    <a:pt x="44450" y="763968"/>
                  </a:lnTo>
                  <a:lnTo>
                    <a:pt x="44450" y="63500"/>
                  </a:lnTo>
                  <a:close/>
                </a:path>
                <a:path w="414654" h="777239">
                  <a:moveTo>
                    <a:pt x="44450" y="763968"/>
                  </a:moveTo>
                  <a:lnTo>
                    <a:pt x="38100" y="763968"/>
                  </a:lnTo>
                  <a:lnTo>
                    <a:pt x="44450" y="770318"/>
                  </a:lnTo>
                  <a:lnTo>
                    <a:pt x="44450" y="763968"/>
                  </a:lnTo>
                  <a:close/>
                </a:path>
                <a:path w="414654" h="777239">
                  <a:moveTo>
                    <a:pt x="414274" y="763968"/>
                  </a:moveTo>
                  <a:lnTo>
                    <a:pt x="44450" y="763968"/>
                  </a:lnTo>
                  <a:lnTo>
                    <a:pt x="44450" y="770318"/>
                  </a:lnTo>
                  <a:lnTo>
                    <a:pt x="414274" y="770318"/>
                  </a:lnTo>
                  <a:lnTo>
                    <a:pt x="414274" y="763968"/>
                  </a:lnTo>
                  <a:close/>
                </a:path>
                <a:path w="414654" h="777239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414654" h="777239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86100" y="2572511"/>
              <a:ext cx="76200" cy="1778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2110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ACCOUNTADMIN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69263" y="1351788"/>
            <a:ext cx="2581275" cy="1104265"/>
            <a:chOff x="969263" y="1351788"/>
            <a:chExt cx="2581275" cy="11042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9263" y="1351788"/>
              <a:ext cx="2580766" cy="11038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96161" y="1506474"/>
              <a:ext cx="1948180" cy="472440"/>
            </a:xfrm>
            <a:custGeom>
              <a:avLst/>
              <a:gdLst/>
              <a:ahLst/>
              <a:cxnLst/>
              <a:rect l="l" t="t" r="r" b="b"/>
              <a:pathLst>
                <a:path w="1948180" h="472439">
                  <a:moveTo>
                    <a:pt x="1829562" y="0"/>
                  </a:moveTo>
                  <a:lnTo>
                    <a:pt x="118109" y="0"/>
                  </a:lnTo>
                  <a:lnTo>
                    <a:pt x="0" y="236220"/>
                  </a:lnTo>
                  <a:lnTo>
                    <a:pt x="118109" y="472439"/>
                  </a:lnTo>
                  <a:lnTo>
                    <a:pt x="1829562" y="472439"/>
                  </a:lnTo>
                  <a:lnTo>
                    <a:pt x="1947671" y="236220"/>
                  </a:lnTo>
                  <a:lnTo>
                    <a:pt x="1829562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296161" y="1506474"/>
              <a:ext cx="1948180" cy="472440"/>
            </a:xfrm>
            <a:custGeom>
              <a:avLst/>
              <a:gdLst/>
              <a:ahLst/>
              <a:cxnLst/>
              <a:rect l="l" t="t" r="r" b="b"/>
              <a:pathLst>
                <a:path w="1948180" h="472439">
                  <a:moveTo>
                    <a:pt x="0" y="236220"/>
                  </a:moveTo>
                  <a:lnTo>
                    <a:pt x="118109" y="0"/>
                  </a:lnTo>
                  <a:lnTo>
                    <a:pt x="1829562" y="0"/>
                  </a:lnTo>
                  <a:lnTo>
                    <a:pt x="1947671" y="236220"/>
                  </a:lnTo>
                  <a:lnTo>
                    <a:pt x="1829562" y="472439"/>
                  </a:lnTo>
                  <a:lnTo>
                    <a:pt x="118109" y="472439"/>
                  </a:lnTo>
                  <a:lnTo>
                    <a:pt x="0" y="236220"/>
                  </a:lnTo>
                  <a:close/>
                </a:path>
              </a:pathLst>
            </a:custGeom>
            <a:ln w="19050">
              <a:solidFill>
                <a:srgbClr val="177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093464" y="728472"/>
            <a:ext cx="4212590" cy="2065655"/>
            <a:chOff x="4093464" y="728472"/>
            <a:chExt cx="4212590" cy="206565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72200" y="728472"/>
              <a:ext cx="2133600" cy="14401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93464" y="1690116"/>
              <a:ext cx="2580766" cy="11038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420362" y="1844802"/>
              <a:ext cx="1948180" cy="472440"/>
            </a:xfrm>
            <a:custGeom>
              <a:avLst/>
              <a:gdLst/>
              <a:ahLst/>
              <a:cxnLst/>
              <a:rect l="l" t="t" r="r" b="b"/>
              <a:pathLst>
                <a:path w="1948179" h="472439">
                  <a:moveTo>
                    <a:pt x="1829562" y="0"/>
                  </a:moveTo>
                  <a:lnTo>
                    <a:pt x="118110" y="0"/>
                  </a:lnTo>
                  <a:lnTo>
                    <a:pt x="0" y="236220"/>
                  </a:lnTo>
                  <a:lnTo>
                    <a:pt x="118110" y="472440"/>
                  </a:lnTo>
                  <a:lnTo>
                    <a:pt x="1829562" y="472440"/>
                  </a:lnTo>
                  <a:lnTo>
                    <a:pt x="1947672" y="236220"/>
                  </a:lnTo>
                  <a:lnTo>
                    <a:pt x="1829562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420362" y="1844802"/>
              <a:ext cx="1948180" cy="472440"/>
            </a:xfrm>
            <a:custGeom>
              <a:avLst/>
              <a:gdLst/>
              <a:ahLst/>
              <a:cxnLst/>
              <a:rect l="l" t="t" r="r" b="b"/>
              <a:pathLst>
                <a:path w="1948179" h="472439">
                  <a:moveTo>
                    <a:pt x="0" y="236220"/>
                  </a:moveTo>
                  <a:lnTo>
                    <a:pt x="118110" y="0"/>
                  </a:lnTo>
                  <a:lnTo>
                    <a:pt x="1829562" y="0"/>
                  </a:lnTo>
                  <a:lnTo>
                    <a:pt x="1947672" y="236220"/>
                  </a:lnTo>
                  <a:lnTo>
                    <a:pt x="1829562" y="472440"/>
                  </a:lnTo>
                  <a:lnTo>
                    <a:pt x="118110" y="472440"/>
                  </a:lnTo>
                  <a:lnTo>
                    <a:pt x="0" y="236220"/>
                  </a:lnTo>
                  <a:close/>
                </a:path>
              </a:pathLst>
            </a:custGeom>
            <a:ln w="19050">
              <a:solidFill>
                <a:srgbClr val="1771C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588135" y="1592021"/>
            <a:ext cx="1890395" cy="692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95"/>
              </a:spcBef>
            </a:pPr>
            <a:r>
              <a:rPr sz="1600" b="1" spc="-55" dirty="0">
                <a:solidFill>
                  <a:srgbClr val="00497E"/>
                </a:solidFill>
                <a:latin typeface="Trebuchet MS"/>
                <a:cs typeface="Trebuchet MS"/>
              </a:rPr>
              <a:t>Top-</a:t>
            </a:r>
            <a:r>
              <a:rPr sz="1600" b="1" spc="-80" dirty="0">
                <a:solidFill>
                  <a:srgbClr val="00497E"/>
                </a:solidFill>
                <a:latin typeface="Trebuchet MS"/>
                <a:cs typeface="Trebuchet MS"/>
              </a:rPr>
              <a:t>Level-</a:t>
            </a:r>
            <a:r>
              <a:rPr sz="1600" b="1" spc="-20" dirty="0">
                <a:solidFill>
                  <a:srgbClr val="00497E"/>
                </a:solidFill>
                <a:latin typeface="Trebuchet MS"/>
                <a:cs typeface="Trebuchet MS"/>
              </a:rPr>
              <a:t>Role</a:t>
            </a:r>
            <a:endParaRPr sz="1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6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Manage</a:t>
            </a: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D9D9D9"/>
                </a:solidFill>
                <a:latin typeface="Trebuchet MS"/>
                <a:cs typeface="Trebuchet MS"/>
              </a:rPr>
              <a:t>&amp;</a:t>
            </a:r>
            <a:r>
              <a:rPr sz="11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view</a:t>
            </a:r>
            <a:r>
              <a:rPr sz="11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all</a:t>
            </a:r>
            <a:r>
              <a:rPr sz="11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objects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129283" y="3290303"/>
            <a:ext cx="3378200" cy="398780"/>
            <a:chOff x="1129283" y="3290303"/>
            <a:chExt cx="3378200" cy="39878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9283" y="3294875"/>
              <a:ext cx="363474" cy="37110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8175" y="3290303"/>
              <a:ext cx="3099054" cy="398538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761991" y="1928240"/>
            <a:ext cx="12655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30" dirty="0">
                <a:solidFill>
                  <a:srgbClr val="00497E"/>
                </a:solidFill>
                <a:latin typeface="Trebuchet MS"/>
                <a:cs typeface="Trebuchet MS"/>
              </a:rPr>
              <a:t>Best</a:t>
            </a:r>
            <a:r>
              <a:rPr sz="1600" b="1" spc="-105" dirty="0">
                <a:solidFill>
                  <a:srgbClr val="00497E"/>
                </a:solidFill>
                <a:latin typeface="Trebuchet MS"/>
                <a:cs typeface="Trebuchet MS"/>
              </a:rPr>
              <a:t> </a:t>
            </a:r>
            <a:r>
              <a:rPr sz="1600" b="1" spc="-50" dirty="0">
                <a:solidFill>
                  <a:srgbClr val="00497E"/>
                </a:solidFill>
                <a:latin typeface="Trebuchet MS"/>
                <a:cs typeface="Trebuchet MS"/>
              </a:rPr>
              <a:t>practises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80052" y="2477516"/>
            <a:ext cx="3472815" cy="954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135" indent="-287020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318135" algn="l"/>
              </a:tabLst>
            </a:pPr>
            <a:r>
              <a:rPr sz="1100" b="1" spc="-65" dirty="0">
                <a:solidFill>
                  <a:srgbClr val="D9D9D9"/>
                </a:solidFill>
                <a:latin typeface="Trebuchet MS"/>
                <a:cs typeface="Trebuchet MS"/>
              </a:rPr>
              <a:t>Very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controlled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assignment</a:t>
            </a:r>
            <a:r>
              <a:rPr sz="1100" b="1" spc="-1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strongly</a:t>
            </a:r>
            <a:r>
              <a:rPr sz="1100" b="1" spc="-3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recommended!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95"/>
              </a:spcBef>
              <a:buClr>
                <a:srgbClr val="99D3FF"/>
              </a:buClr>
              <a:buFont typeface="Wingdings"/>
              <a:buChar char=""/>
            </a:pPr>
            <a:endParaRPr sz="1100">
              <a:latin typeface="Trebuchet MS"/>
              <a:cs typeface="Trebuchet MS"/>
            </a:endParaRPr>
          </a:p>
          <a:p>
            <a:pPr marL="318135" indent="-287020">
              <a:lnSpc>
                <a:spcPct val="100000"/>
              </a:lnSpc>
              <a:spcBef>
                <a:spcPts val="5"/>
              </a:spcBef>
              <a:buClr>
                <a:srgbClr val="99D3FF"/>
              </a:buClr>
              <a:buFont typeface="Wingdings"/>
              <a:buChar char=""/>
              <a:tabLst>
                <a:tab pos="318135" algn="l"/>
              </a:tabLst>
            </a:pPr>
            <a:r>
              <a:rPr sz="1100" b="1" dirty="0">
                <a:solidFill>
                  <a:srgbClr val="D9D9D9"/>
                </a:solidFill>
                <a:latin typeface="Trebuchet MS"/>
                <a:cs typeface="Trebuchet MS"/>
              </a:rPr>
              <a:t>Multi-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factor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authentification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95"/>
              </a:spcBef>
              <a:buClr>
                <a:srgbClr val="99D3FF"/>
              </a:buClr>
              <a:buFont typeface="Wingdings"/>
              <a:buChar char=""/>
            </a:pPr>
            <a:endParaRPr sz="11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At</a:t>
            </a: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least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two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0" dirty="0">
                <a:solidFill>
                  <a:srgbClr val="D9D9D9"/>
                </a:solidFill>
                <a:latin typeface="Trebuchet MS"/>
                <a:cs typeface="Trebuchet MS"/>
              </a:rPr>
              <a:t>users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should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65" dirty="0">
                <a:solidFill>
                  <a:srgbClr val="D9D9D9"/>
                </a:solidFill>
                <a:latin typeface="Trebuchet MS"/>
                <a:cs typeface="Trebuchet MS"/>
              </a:rPr>
              <a:t>be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0" dirty="0">
                <a:solidFill>
                  <a:srgbClr val="D9D9D9"/>
                </a:solidFill>
                <a:latin typeface="Trebuchet MS"/>
                <a:cs typeface="Trebuchet MS"/>
              </a:rPr>
              <a:t>assigned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that</a:t>
            </a: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0" dirty="0">
                <a:solidFill>
                  <a:srgbClr val="D9D9D9"/>
                </a:solidFill>
                <a:latin typeface="Trebuchet MS"/>
                <a:cs typeface="Trebuchet MS"/>
              </a:rPr>
              <a:t>role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80052" y="3557777"/>
            <a:ext cx="3500754" cy="531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509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Avoid</a:t>
            </a:r>
            <a:r>
              <a:rPr sz="11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creating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 objects</a:t>
            </a:r>
            <a:r>
              <a:rPr sz="11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with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that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 role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unless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you 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have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143000" y="3759708"/>
            <a:ext cx="3495675" cy="720725"/>
            <a:chOff x="1143000" y="3759708"/>
            <a:chExt cx="3495675" cy="720725"/>
          </a:xfrm>
        </p:grpSpPr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3000" y="3764280"/>
              <a:ext cx="363474" cy="37110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21891" y="3759708"/>
              <a:ext cx="3216402" cy="39853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21891" y="4081272"/>
              <a:ext cx="796290" cy="398538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196644" y="2409825"/>
            <a:ext cx="3316604" cy="1940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0245" indent="-286385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690245" algn="l"/>
              </a:tabLst>
            </a:pP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All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configurations 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on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55" dirty="0">
                <a:solidFill>
                  <a:srgbClr val="D9D9D9"/>
                </a:solidFill>
                <a:latin typeface="Trebuchet MS"/>
                <a:cs typeface="Trebuchet MS"/>
              </a:rPr>
              <a:t>account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level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95"/>
              </a:spcBef>
              <a:buClr>
                <a:srgbClr val="99D3FF"/>
              </a:buClr>
              <a:buFont typeface="Wingdings"/>
              <a:buChar char=""/>
            </a:pPr>
            <a:endParaRPr sz="1100">
              <a:latin typeface="Trebuchet MS"/>
              <a:cs typeface="Trebuchet MS"/>
            </a:endParaRPr>
          </a:p>
          <a:p>
            <a:pPr marL="69024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690245" algn="l"/>
              </a:tabLst>
            </a:pP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Account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operations</a:t>
            </a:r>
            <a:endParaRPr sz="1100">
              <a:latin typeface="Trebuchet MS"/>
              <a:cs typeface="Trebuchet MS"/>
            </a:endParaRPr>
          </a:p>
          <a:p>
            <a:pPr marL="690245">
              <a:lnSpc>
                <a:spcPct val="100000"/>
              </a:lnSpc>
              <a:spcBef>
                <a:spcPts val="660"/>
              </a:spcBef>
            </a:pP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(create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65" dirty="0">
                <a:solidFill>
                  <a:srgbClr val="D9D9D9"/>
                </a:solidFill>
                <a:latin typeface="Trebuchet MS"/>
                <a:cs typeface="Trebuchet MS"/>
              </a:rPr>
              <a:t>reader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65" dirty="0">
                <a:solidFill>
                  <a:srgbClr val="D9D9D9"/>
                </a:solidFill>
                <a:latin typeface="Trebuchet MS"/>
                <a:cs typeface="Trebuchet MS"/>
              </a:rPr>
              <a:t>account,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billing</a:t>
            </a:r>
            <a:endParaRPr sz="1100">
              <a:latin typeface="Trebuchet MS"/>
              <a:cs typeface="Trebuchet MS"/>
            </a:endParaRPr>
          </a:p>
          <a:p>
            <a:pPr marL="324485" indent="-286385">
              <a:lnSpc>
                <a:spcPct val="100000"/>
              </a:lnSpc>
              <a:spcBef>
                <a:spcPts val="1070"/>
              </a:spcBef>
              <a:buClr>
                <a:srgbClr val="99D3FF"/>
              </a:buClr>
              <a:buFont typeface="Wingdings"/>
              <a:buChar char=""/>
              <a:tabLst>
                <a:tab pos="324485" algn="l"/>
              </a:tabLst>
            </a:pPr>
            <a:r>
              <a:rPr sz="1400" b="1" spc="-30" dirty="0">
                <a:solidFill>
                  <a:srgbClr val="D9D9D9"/>
                </a:solidFill>
                <a:latin typeface="Trebuchet MS"/>
                <a:cs typeface="Trebuchet MS"/>
              </a:rPr>
              <a:t>F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i</a:t>
            </a:r>
            <a:r>
              <a:rPr sz="1400" b="1" spc="-30" dirty="0">
                <a:solidFill>
                  <a:srgbClr val="D9D9D9"/>
                </a:solidFill>
                <a:latin typeface="Trebuchet MS"/>
                <a:cs typeface="Trebuchet MS"/>
              </a:rPr>
              <a:t>rs</a:t>
            </a:r>
            <a:r>
              <a:rPr sz="1400" b="1" spc="45" dirty="0">
                <a:solidFill>
                  <a:srgbClr val="D9D9D9"/>
                </a:solidFill>
                <a:latin typeface="Trebuchet MS"/>
                <a:cs typeface="Trebuchet MS"/>
              </a:rPr>
              <a:t>t</a:t>
            </a:r>
            <a:r>
              <a:rPr sz="1650" b="1" spc="-637" baseline="35353" dirty="0">
                <a:solidFill>
                  <a:srgbClr val="D9D9D9"/>
                </a:solidFill>
                <a:latin typeface="Trebuchet MS"/>
                <a:cs typeface="Trebuchet MS"/>
              </a:rPr>
              <a:t>e</a:t>
            </a:r>
            <a:r>
              <a:rPr sz="1400" b="1" spc="-500" dirty="0">
                <a:solidFill>
                  <a:srgbClr val="D9D9D9"/>
                </a:solidFill>
                <a:latin typeface="Trebuchet MS"/>
                <a:cs typeface="Trebuchet MS"/>
              </a:rPr>
              <a:t>u</a:t>
            </a:r>
            <a:r>
              <a:rPr sz="1650" b="1" spc="-60" baseline="35353" dirty="0">
                <a:solidFill>
                  <a:srgbClr val="D9D9D9"/>
                </a:solidFill>
                <a:latin typeface="Trebuchet MS"/>
                <a:cs typeface="Trebuchet MS"/>
              </a:rPr>
              <a:t>t</a:t>
            </a:r>
            <a:r>
              <a:rPr sz="1650" b="1" spc="-832" baseline="35353" dirty="0">
                <a:solidFill>
                  <a:srgbClr val="D9D9D9"/>
                </a:solidFill>
                <a:latin typeface="Trebuchet MS"/>
                <a:cs typeface="Trebuchet MS"/>
              </a:rPr>
              <a:t>c</a:t>
            </a:r>
            <a:r>
              <a:rPr sz="1400" b="1" spc="-229" dirty="0">
                <a:solidFill>
                  <a:srgbClr val="D9D9D9"/>
                </a:solidFill>
                <a:latin typeface="Trebuchet MS"/>
                <a:cs typeface="Trebuchet MS"/>
              </a:rPr>
              <a:t>s</a:t>
            </a:r>
            <a:r>
              <a:rPr sz="1650" b="1" spc="-209" baseline="35353" dirty="0">
                <a:solidFill>
                  <a:srgbClr val="D9D9D9"/>
                </a:solidFill>
                <a:latin typeface="Trebuchet MS"/>
                <a:cs typeface="Trebuchet MS"/>
              </a:rPr>
              <a:t>.</a:t>
            </a:r>
            <a:r>
              <a:rPr sz="1400" b="1" spc="-755" dirty="0">
                <a:solidFill>
                  <a:srgbClr val="D9D9D9"/>
                </a:solidFill>
                <a:latin typeface="Trebuchet MS"/>
                <a:cs typeface="Trebuchet MS"/>
              </a:rPr>
              <a:t>e</a:t>
            </a:r>
            <a:r>
              <a:rPr sz="1650" b="1" spc="-44" baseline="35353" dirty="0">
                <a:solidFill>
                  <a:srgbClr val="D9D9D9"/>
                </a:solidFill>
                <a:latin typeface="Trebuchet MS"/>
                <a:cs typeface="Trebuchet MS"/>
              </a:rPr>
              <a:t>)</a:t>
            </a:r>
            <a:r>
              <a:rPr sz="1650" b="1" spc="-22" baseline="35353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r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will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have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0" dirty="0">
                <a:solidFill>
                  <a:srgbClr val="D9D9D9"/>
                </a:solidFill>
                <a:latin typeface="Trebuchet MS"/>
                <a:cs typeface="Trebuchet MS"/>
              </a:rPr>
              <a:t>this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role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assigned</a:t>
            </a:r>
            <a:endParaRPr sz="1400">
              <a:latin typeface="Trebuchet MS"/>
              <a:cs typeface="Trebuchet MS"/>
            </a:endParaRPr>
          </a:p>
          <a:p>
            <a:pPr marL="337185" marR="30480" indent="-287020">
              <a:lnSpc>
                <a:spcPct val="150900"/>
              </a:lnSpc>
              <a:spcBef>
                <a:spcPts val="1165"/>
              </a:spcBef>
              <a:buClr>
                <a:srgbClr val="99D3FF"/>
              </a:buClr>
              <a:buFont typeface="Wingdings"/>
              <a:buChar char=""/>
              <a:tabLst>
                <a:tab pos="337185" algn="l"/>
              </a:tabLst>
            </a:pP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Initial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setup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&amp;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5" dirty="0">
                <a:solidFill>
                  <a:srgbClr val="D9D9D9"/>
                </a:solidFill>
                <a:latin typeface="Trebuchet MS"/>
                <a:cs typeface="Trebuchet MS"/>
              </a:rPr>
              <a:t>managing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account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level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objects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2110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ACCOUNTADMIN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0" y="1734311"/>
            <a:ext cx="2923031" cy="1972056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2110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ACCOUNTADMIN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200" y="728472"/>
            <a:ext cx="2133600" cy="144017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424683" y="1543799"/>
            <a:ext cx="1954530" cy="398780"/>
            <a:chOff x="2424683" y="1543799"/>
            <a:chExt cx="1954530" cy="39878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24683" y="1548371"/>
              <a:ext cx="363474" cy="37110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575" y="1543799"/>
              <a:ext cx="1675638" cy="398538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2432304" y="2109203"/>
            <a:ext cx="1689735" cy="398780"/>
            <a:chOff x="2432304" y="2109203"/>
            <a:chExt cx="1689735" cy="39878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32304" y="2112263"/>
              <a:ext cx="363474" cy="37261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11196" y="2109203"/>
              <a:ext cx="1410461" cy="398538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2424683" y="2673083"/>
            <a:ext cx="1724660" cy="398780"/>
            <a:chOff x="2424683" y="2673083"/>
            <a:chExt cx="1724660" cy="39878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24683" y="2676144"/>
              <a:ext cx="363474" cy="37261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03575" y="2673083"/>
              <a:ext cx="1445514" cy="398538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2424683" y="3236963"/>
            <a:ext cx="2787015" cy="398780"/>
            <a:chOff x="2424683" y="3236963"/>
            <a:chExt cx="2787015" cy="398780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24683" y="3241535"/>
              <a:ext cx="363474" cy="37110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03575" y="3236963"/>
              <a:ext cx="649986" cy="398538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15055" y="3236963"/>
              <a:ext cx="311670" cy="39853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188207" y="3236963"/>
              <a:ext cx="2023110" cy="398538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2424683" y="3802379"/>
            <a:ext cx="1938020" cy="398780"/>
            <a:chOff x="2424683" y="3802379"/>
            <a:chExt cx="1938020" cy="398780"/>
          </a:xfrm>
        </p:grpSpPr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424683" y="3805427"/>
              <a:ext cx="363474" cy="37261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703575" y="3802379"/>
              <a:ext cx="1658874" cy="398538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2517394" y="1572895"/>
            <a:ext cx="2581275" cy="24974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Account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admin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5" dirty="0">
                <a:solidFill>
                  <a:srgbClr val="D9D9D9"/>
                </a:solidFill>
                <a:latin typeface="Trebuchet MS"/>
                <a:cs typeface="Trebuchet MS"/>
              </a:rPr>
              <a:t>tab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35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30543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305435" algn="l"/>
              </a:tabLst>
            </a:pP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Billing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&amp;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Usage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40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Reader</a:t>
            </a:r>
            <a:r>
              <a:rPr sz="14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Account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35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dirty="0">
                <a:solidFill>
                  <a:srgbClr val="D9D9D9"/>
                </a:solidFill>
                <a:latin typeface="Trebuchet MS"/>
                <a:cs typeface="Trebuchet MS"/>
              </a:rPr>
              <a:t>Multi-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Factor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Authentification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35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Create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other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users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2110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ACCOUNTADMIN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9800" y="896111"/>
            <a:ext cx="2133600" cy="143865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36975" y="2112365"/>
            <a:ext cx="1552575" cy="1787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81915" indent="-287020">
              <a:lnSpc>
                <a:spcPct val="15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dirty="0">
                <a:solidFill>
                  <a:srgbClr val="D9D9D9"/>
                </a:solidFill>
                <a:latin typeface="Trebuchet MS"/>
                <a:cs typeface="Trebuchet MS"/>
              </a:rPr>
              <a:t>USERADMIN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role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is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granted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to </a:t>
            </a: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SECURITYADMIN</a:t>
            </a:r>
            <a:endParaRPr sz="1100">
              <a:latin typeface="Trebuchet MS"/>
              <a:cs typeface="Trebuchet MS"/>
            </a:endParaRPr>
          </a:p>
          <a:p>
            <a:pPr marL="299085" marR="142240" indent="-287020">
              <a:lnSpc>
                <a:spcPts val="1980"/>
              </a:lnSpc>
              <a:spcBef>
                <a:spcPts val="17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Can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manage</a:t>
            </a: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users </a:t>
            </a:r>
            <a:r>
              <a:rPr sz="1100" b="1" spc="-45" dirty="0">
                <a:solidFill>
                  <a:srgbClr val="D9D9D9"/>
                </a:solidFill>
                <a:latin typeface="Trebuchet MS"/>
                <a:cs typeface="Trebuchet MS"/>
              </a:rPr>
              <a:t>and</a:t>
            </a:r>
            <a:r>
              <a:rPr sz="11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D9D9D9"/>
                </a:solidFill>
                <a:latin typeface="Trebuchet MS"/>
                <a:cs typeface="Trebuchet MS"/>
              </a:rPr>
              <a:t>roles</a:t>
            </a:r>
            <a:endParaRPr sz="11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484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100" b="1" spc="-60" dirty="0">
                <a:solidFill>
                  <a:srgbClr val="D9D9D9"/>
                </a:solidFill>
                <a:latin typeface="Trebuchet MS"/>
                <a:cs typeface="Trebuchet MS"/>
              </a:rPr>
              <a:t>Can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40" dirty="0">
                <a:solidFill>
                  <a:srgbClr val="D9D9D9"/>
                </a:solidFill>
                <a:latin typeface="Trebuchet MS"/>
                <a:cs typeface="Trebuchet MS"/>
              </a:rPr>
              <a:t>manage</a:t>
            </a:r>
            <a:r>
              <a:rPr sz="11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D9D9D9"/>
                </a:solidFill>
                <a:latin typeface="Trebuchet MS"/>
                <a:cs typeface="Trebuchet MS"/>
              </a:rPr>
              <a:t>any</a:t>
            </a:r>
            <a:endParaRPr sz="11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670"/>
              </a:spcBef>
            </a:pPr>
            <a:r>
              <a:rPr sz="1100" b="1" spc="-75" dirty="0">
                <a:solidFill>
                  <a:srgbClr val="D9D9D9"/>
                </a:solidFill>
                <a:latin typeface="Trebuchet MS"/>
                <a:cs typeface="Trebuchet MS"/>
              </a:rPr>
              <a:t>object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35" dirty="0">
                <a:solidFill>
                  <a:srgbClr val="D9D9D9"/>
                </a:solidFill>
                <a:latin typeface="Trebuchet MS"/>
                <a:cs typeface="Trebuchet MS"/>
              </a:rPr>
              <a:t>grant</a:t>
            </a:r>
            <a:r>
              <a:rPr sz="1100" b="1" spc="-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100" b="1" spc="-20" dirty="0">
                <a:solidFill>
                  <a:srgbClr val="D9D9D9"/>
                </a:solidFill>
                <a:latin typeface="Trebuchet MS"/>
                <a:cs typeface="Trebuchet MS"/>
              </a:rPr>
              <a:t>globally</a:t>
            </a:r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5920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SECURITYADMIN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63951" y="1226819"/>
            <a:ext cx="4356735" cy="2531745"/>
            <a:chOff x="2663951" y="1226819"/>
            <a:chExt cx="4356735" cy="25317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3951" y="1226819"/>
              <a:ext cx="3752088" cy="25313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12435" y="2318042"/>
              <a:ext cx="2007742" cy="9684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339333" y="2472689"/>
              <a:ext cx="1374775" cy="337185"/>
            </a:xfrm>
            <a:custGeom>
              <a:avLst/>
              <a:gdLst/>
              <a:ahLst/>
              <a:cxnLst/>
              <a:rect l="l" t="t" r="r" b="b"/>
              <a:pathLst>
                <a:path w="1374775" h="337185">
                  <a:moveTo>
                    <a:pt x="1290446" y="0"/>
                  </a:moveTo>
                  <a:lnTo>
                    <a:pt x="84200" y="0"/>
                  </a:lnTo>
                  <a:lnTo>
                    <a:pt x="0" y="168402"/>
                  </a:lnTo>
                  <a:lnTo>
                    <a:pt x="84200" y="336804"/>
                  </a:lnTo>
                  <a:lnTo>
                    <a:pt x="1290446" y="336804"/>
                  </a:lnTo>
                  <a:lnTo>
                    <a:pt x="1374647" y="168402"/>
                  </a:lnTo>
                  <a:lnTo>
                    <a:pt x="1290446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39333" y="2472689"/>
              <a:ext cx="1374775" cy="337185"/>
            </a:xfrm>
            <a:custGeom>
              <a:avLst/>
              <a:gdLst/>
              <a:ahLst/>
              <a:cxnLst/>
              <a:rect l="l" t="t" r="r" b="b"/>
              <a:pathLst>
                <a:path w="1374775" h="337185">
                  <a:moveTo>
                    <a:pt x="0" y="168402"/>
                  </a:moveTo>
                  <a:lnTo>
                    <a:pt x="84200" y="0"/>
                  </a:lnTo>
                  <a:lnTo>
                    <a:pt x="1290446" y="0"/>
                  </a:lnTo>
                  <a:lnTo>
                    <a:pt x="1374647" y="168402"/>
                  </a:lnTo>
                  <a:lnTo>
                    <a:pt x="1290446" y="336804"/>
                  </a:lnTo>
                  <a:lnTo>
                    <a:pt x="84200" y="336804"/>
                  </a:lnTo>
                  <a:lnTo>
                    <a:pt x="0" y="168402"/>
                  </a:lnTo>
                  <a:close/>
                </a:path>
              </a:pathLst>
            </a:custGeom>
            <a:ln w="19050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449951" y="2533904"/>
            <a:ext cx="11347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solidFill>
                  <a:srgbClr val="00607E"/>
                </a:solidFill>
                <a:latin typeface="Lucida Sans Unicode"/>
                <a:cs typeface="Lucida Sans Unicode"/>
              </a:rPr>
              <a:t>Sales</a:t>
            </a:r>
            <a:r>
              <a:rPr sz="1200" spc="-8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120" dirty="0">
                <a:solidFill>
                  <a:srgbClr val="00607E"/>
                </a:solidFill>
                <a:latin typeface="Lucida Sans Unicode"/>
                <a:cs typeface="Lucida Sans Unicode"/>
              </a:rPr>
              <a:t>Admin</a:t>
            </a:r>
            <a:r>
              <a:rPr sz="1200" spc="-80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45" dirty="0">
                <a:solidFill>
                  <a:srgbClr val="00607E"/>
                </a:solidFill>
                <a:latin typeface="Lucida Sans Unicode"/>
                <a:cs typeface="Lucida Sans Unicode"/>
              </a:rPr>
              <a:t>Role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012435" y="2165604"/>
            <a:ext cx="2007870" cy="1781175"/>
            <a:chOff x="5012435" y="2165604"/>
            <a:chExt cx="2007870" cy="1781175"/>
          </a:xfrm>
        </p:grpSpPr>
        <p:sp>
          <p:nvSpPr>
            <p:cNvPr id="10" name="object 10"/>
            <p:cNvSpPr/>
            <p:nvPr/>
          </p:nvSpPr>
          <p:spPr>
            <a:xfrm>
              <a:off x="5681471" y="2165604"/>
              <a:ext cx="76200" cy="310515"/>
            </a:xfrm>
            <a:custGeom>
              <a:avLst/>
              <a:gdLst/>
              <a:ahLst/>
              <a:cxnLst/>
              <a:rect l="l" t="t" r="r" b="b"/>
              <a:pathLst>
                <a:path w="76200" h="31051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10260"/>
                  </a:lnTo>
                  <a:lnTo>
                    <a:pt x="44450" y="310260"/>
                  </a:lnTo>
                  <a:lnTo>
                    <a:pt x="44450" y="63500"/>
                  </a:lnTo>
                  <a:close/>
                </a:path>
                <a:path w="76200" h="31051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051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12435" y="2976372"/>
              <a:ext cx="2007742" cy="96996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9333" y="3131058"/>
              <a:ext cx="1374775" cy="338455"/>
            </a:xfrm>
            <a:custGeom>
              <a:avLst/>
              <a:gdLst/>
              <a:ahLst/>
              <a:cxnLst/>
              <a:rect l="l" t="t" r="r" b="b"/>
              <a:pathLst>
                <a:path w="1374775" h="338454">
                  <a:moveTo>
                    <a:pt x="1290065" y="0"/>
                  </a:moveTo>
                  <a:lnTo>
                    <a:pt x="84581" y="0"/>
                  </a:lnTo>
                  <a:lnTo>
                    <a:pt x="0" y="169164"/>
                  </a:lnTo>
                  <a:lnTo>
                    <a:pt x="84581" y="338328"/>
                  </a:lnTo>
                  <a:lnTo>
                    <a:pt x="1290065" y="338328"/>
                  </a:lnTo>
                  <a:lnTo>
                    <a:pt x="1374647" y="169164"/>
                  </a:lnTo>
                  <a:lnTo>
                    <a:pt x="1290065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39333" y="3131058"/>
              <a:ext cx="1374775" cy="338455"/>
            </a:xfrm>
            <a:custGeom>
              <a:avLst/>
              <a:gdLst/>
              <a:ahLst/>
              <a:cxnLst/>
              <a:rect l="l" t="t" r="r" b="b"/>
              <a:pathLst>
                <a:path w="1374775" h="338454">
                  <a:moveTo>
                    <a:pt x="0" y="169164"/>
                  </a:moveTo>
                  <a:lnTo>
                    <a:pt x="84581" y="0"/>
                  </a:lnTo>
                  <a:lnTo>
                    <a:pt x="1290065" y="0"/>
                  </a:lnTo>
                  <a:lnTo>
                    <a:pt x="1374647" y="169164"/>
                  </a:lnTo>
                  <a:lnTo>
                    <a:pt x="1290065" y="338328"/>
                  </a:lnTo>
                  <a:lnTo>
                    <a:pt x="84581" y="338328"/>
                  </a:lnTo>
                  <a:lnTo>
                    <a:pt x="0" y="169164"/>
                  </a:lnTo>
                  <a:close/>
                </a:path>
              </a:pathLst>
            </a:custGeom>
            <a:ln w="19050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13119" y="2823972"/>
              <a:ext cx="76200" cy="310515"/>
            </a:xfrm>
            <a:custGeom>
              <a:avLst/>
              <a:gdLst/>
              <a:ahLst/>
              <a:cxnLst/>
              <a:rect l="l" t="t" r="r" b="b"/>
              <a:pathLst>
                <a:path w="76200" h="31051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10260"/>
                  </a:lnTo>
                  <a:lnTo>
                    <a:pt x="44450" y="310260"/>
                  </a:lnTo>
                  <a:lnTo>
                    <a:pt x="44450" y="63500"/>
                  </a:lnTo>
                  <a:close/>
                </a:path>
                <a:path w="76200" h="31051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051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682741" y="3181857"/>
            <a:ext cx="6870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solidFill>
                  <a:srgbClr val="00607E"/>
                </a:solidFill>
                <a:latin typeface="Lucida Sans Unicode"/>
                <a:cs typeface="Lucida Sans Unicode"/>
              </a:rPr>
              <a:t>Sales</a:t>
            </a:r>
            <a:r>
              <a:rPr sz="1200" spc="-8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55" dirty="0">
                <a:solidFill>
                  <a:srgbClr val="00607E"/>
                </a:solidFill>
                <a:latin typeface="Lucida Sans Unicode"/>
                <a:cs typeface="Lucida Sans Unicode"/>
              </a:rPr>
              <a:t>Role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38543" y="2313470"/>
            <a:ext cx="2007870" cy="969010"/>
            <a:chOff x="6638543" y="2313470"/>
            <a:chExt cx="2007870" cy="96901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38543" y="2313470"/>
              <a:ext cx="2007743" cy="96846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965441" y="2468117"/>
              <a:ext cx="1374775" cy="337185"/>
            </a:xfrm>
            <a:custGeom>
              <a:avLst/>
              <a:gdLst/>
              <a:ahLst/>
              <a:cxnLst/>
              <a:rect l="l" t="t" r="r" b="b"/>
              <a:pathLst>
                <a:path w="1374775" h="337185">
                  <a:moveTo>
                    <a:pt x="1290447" y="0"/>
                  </a:moveTo>
                  <a:lnTo>
                    <a:pt x="84200" y="0"/>
                  </a:lnTo>
                  <a:lnTo>
                    <a:pt x="0" y="168401"/>
                  </a:lnTo>
                  <a:lnTo>
                    <a:pt x="84200" y="336804"/>
                  </a:lnTo>
                  <a:lnTo>
                    <a:pt x="1290447" y="336804"/>
                  </a:lnTo>
                  <a:lnTo>
                    <a:pt x="1374648" y="168401"/>
                  </a:lnTo>
                  <a:lnTo>
                    <a:pt x="1290447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965441" y="2468117"/>
              <a:ext cx="1374775" cy="337185"/>
            </a:xfrm>
            <a:custGeom>
              <a:avLst/>
              <a:gdLst/>
              <a:ahLst/>
              <a:cxnLst/>
              <a:rect l="l" t="t" r="r" b="b"/>
              <a:pathLst>
                <a:path w="1374775" h="337185">
                  <a:moveTo>
                    <a:pt x="0" y="168401"/>
                  </a:moveTo>
                  <a:lnTo>
                    <a:pt x="84200" y="0"/>
                  </a:lnTo>
                  <a:lnTo>
                    <a:pt x="1290447" y="0"/>
                  </a:lnTo>
                  <a:lnTo>
                    <a:pt x="1374648" y="168401"/>
                  </a:lnTo>
                  <a:lnTo>
                    <a:pt x="1290447" y="336804"/>
                  </a:lnTo>
                  <a:lnTo>
                    <a:pt x="84200" y="336804"/>
                  </a:lnTo>
                  <a:lnTo>
                    <a:pt x="0" y="168401"/>
                  </a:lnTo>
                  <a:close/>
                </a:path>
              </a:pathLst>
            </a:custGeom>
            <a:ln w="19050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148576" y="2529332"/>
            <a:ext cx="989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solidFill>
                  <a:srgbClr val="00607E"/>
                </a:solidFill>
                <a:latin typeface="Lucida Sans Unicode"/>
                <a:cs typeface="Lucida Sans Unicode"/>
              </a:rPr>
              <a:t>HR</a:t>
            </a:r>
            <a:r>
              <a:rPr sz="1200" spc="-9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120" dirty="0">
                <a:solidFill>
                  <a:srgbClr val="00607E"/>
                </a:solidFill>
                <a:latin typeface="Lucida Sans Unicode"/>
                <a:cs typeface="Lucida Sans Unicode"/>
              </a:rPr>
              <a:t>Admin</a:t>
            </a:r>
            <a:r>
              <a:rPr sz="1200" spc="-9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45" dirty="0">
                <a:solidFill>
                  <a:srgbClr val="00607E"/>
                </a:solidFill>
                <a:latin typeface="Lucida Sans Unicode"/>
                <a:cs typeface="Lucida Sans Unicode"/>
              </a:rPr>
              <a:t>Role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638543" y="2819400"/>
            <a:ext cx="2007870" cy="1122680"/>
            <a:chOff x="6638543" y="2819400"/>
            <a:chExt cx="2007870" cy="112268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38543" y="2971800"/>
              <a:ext cx="2007743" cy="96996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965441" y="3126486"/>
              <a:ext cx="1374775" cy="338455"/>
            </a:xfrm>
            <a:custGeom>
              <a:avLst/>
              <a:gdLst/>
              <a:ahLst/>
              <a:cxnLst/>
              <a:rect l="l" t="t" r="r" b="b"/>
              <a:pathLst>
                <a:path w="1374775" h="338454">
                  <a:moveTo>
                    <a:pt x="1290065" y="0"/>
                  </a:moveTo>
                  <a:lnTo>
                    <a:pt x="84581" y="0"/>
                  </a:lnTo>
                  <a:lnTo>
                    <a:pt x="0" y="169163"/>
                  </a:lnTo>
                  <a:lnTo>
                    <a:pt x="84581" y="338327"/>
                  </a:lnTo>
                  <a:lnTo>
                    <a:pt x="1290065" y="338327"/>
                  </a:lnTo>
                  <a:lnTo>
                    <a:pt x="1374648" y="169163"/>
                  </a:lnTo>
                  <a:lnTo>
                    <a:pt x="1290065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965441" y="3126486"/>
              <a:ext cx="1374775" cy="338455"/>
            </a:xfrm>
            <a:custGeom>
              <a:avLst/>
              <a:gdLst/>
              <a:ahLst/>
              <a:cxnLst/>
              <a:rect l="l" t="t" r="r" b="b"/>
              <a:pathLst>
                <a:path w="1374775" h="338454">
                  <a:moveTo>
                    <a:pt x="0" y="169163"/>
                  </a:moveTo>
                  <a:lnTo>
                    <a:pt x="84581" y="0"/>
                  </a:lnTo>
                  <a:lnTo>
                    <a:pt x="1290065" y="0"/>
                  </a:lnTo>
                  <a:lnTo>
                    <a:pt x="1374648" y="169163"/>
                  </a:lnTo>
                  <a:lnTo>
                    <a:pt x="1290065" y="338327"/>
                  </a:lnTo>
                  <a:lnTo>
                    <a:pt x="84581" y="338327"/>
                  </a:lnTo>
                  <a:lnTo>
                    <a:pt x="0" y="169163"/>
                  </a:lnTo>
                  <a:close/>
                </a:path>
              </a:pathLst>
            </a:custGeom>
            <a:ln w="19050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539227" y="2819400"/>
              <a:ext cx="76200" cy="310515"/>
            </a:xfrm>
            <a:custGeom>
              <a:avLst/>
              <a:gdLst/>
              <a:ahLst/>
              <a:cxnLst/>
              <a:rect l="l" t="t" r="r" b="b"/>
              <a:pathLst>
                <a:path w="76200" h="31051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10261"/>
                  </a:lnTo>
                  <a:lnTo>
                    <a:pt x="44450" y="310261"/>
                  </a:lnTo>
                  <a:lnTo>
                    <a:pt x="44450" y="63500"/>
                  </a:lnTo>
                  <a:close/>
                </a:path>
                <a:path w="76200" h="31051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051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7381113" y="3177285"/>
            <a:ext cx="542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solidFill>
                  <a:srgbClr val="00607E"/>
                </a:solidFill>
                <a:latin typeface="Lucida Sans Unicode"/>
                <a:cs typeface="Lucida Sans Unicode"/>
              </a:rPr>
              <a:t>HR</a:t>
            </a:r>
            <a:r>
              <a:rPr sz="1200" spc="-110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55" dirty="0">
                <a:solidFill>
                  <a:srgbClr val="00607E"/>
                </a:solidFill>
                <a:latin typeface="Lucida Sans Unicode"/>
                <a:cs typeface="Lucida Sans Unicode"/>
              </a:rPr>
              <a:t>Role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5920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SECURITYADMIN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63951" y="1226819"/>
            <a:ext cx="4356735" cy="2531745"/>
            <a:chOff x="2663951" y="1226819"/>
            <a:chExt cx="4356735" cy="25317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3951" y="1226819"/>
              <a:ext cx="3752088" cy="253136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12435" y="2318042"/>
              <a:ext cx="2007742" cy="9684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339333" y="2472689"/>
              <a:ext cx="1374775" cy="337185"/>
            </a:xfrm>
            <a:custGeom>
              <a:avLst/>
              <a:gdLst/>
              <a:ahLst/>
              <a:cxnLst/>
              <a:rect l="l" t="t" r="r" b="b"/>
              <a:pathLst>
                <a:path w="1374775" h="337185">
                  <a:moveTo>
                    <a:pt x="1290446" y="0"/>
                  </a:moveTo>
                  <a:lnTo>
                    <a:pt x="84200" y="0"/>
                  </a:lnTo>
                  <a:lnTo>
                    <a:pt x="0" y="168402"/>
                  </a:lnTo>
                  <a:lnTo>
                    <a:pt x="84200" y="336804"/>
                  </a:lnTo>
                  <a:lnTo>
                    <a:pt x="1290446" y="336804"/>
                  </a:lnTo>
                  <a:lnTo>
                    <a:pt x="1374647" y="168402"/>
                  </a:lnTo>
                  <a:lnTo>
                    <a:pt x="1290446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339333" y="2472689"/>
              <a:ext cx="1374775" cy="337185"/>
            </a:xfrm>
            <a:custGeom>
              <a:avLst/>
              <a:gdLst/>
              <a:ahLst/>
              <a:cxnLst/>
              <a:rect l="l" t="t" r="r" b="b"/>
              <a:pathLst>
                <a:path w="1374775" h="337185">
                  <a:moveTo>
                    <a:pt x="0" y="168402"/>
                  </a:moveTo>
                  <a:lnTo>
                    <a:pt x="84200" y="0"/>
                  </a:lnTo>
                  <a:lnTo>
                    <a:pt x="1290446" y="0"/>
                  </a:lnTo>
                  <a:lnTo>
                    <a:pt x="1374647" y="168402"/>
                  </a:lnTo>
                  <a:lnTo>
                    <a:pt x="1290446" y="336804"/>
                  </a:lnTo>
                  <a:lnTo>
                    <a:pt x="84200" y="336804"/>
                  </a:lnTo>
                  <a:lnTo>
                    <a:pt x="0" y="168402"/>
                  </a:lnTo>
                  <a:close/>
                </a:path>
              </a:pathLst>
            </a:custGeom>
            <a:ln w="19050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538342" y="2533904"/>
            <a:ext cx="959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607E"/>
                </a:solidFill>
                <a:latin typeface="Lucida Sans Unicode"/>
                <a:cs typeface="Lucida Sans Unicode"/>
              </a:rPr>
              <a:t>Custom</a:t>
            </a:r>
            <a:r>
              <a:rPr sz="1200" spc="-75" dirty="0">
                <a:solidFill>
                  <a:srgbClr val="00607E"/>
                </a:solidFill>
                <a:latin typeface="Lucida Sans Unicode"/>
                <a:cs typeface="Lucida Sans Unicode"/>
              </a:rPr>
              <a:t> Role</a:t>
            </a:r>
            <a:r>
              <a:rPr sz="1200" spc="-9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50" dirty="0">
                <a:solidFill>
                  <a:srgbClr val="00607E"/>
                </a:solidFill>
                <a:latin typeface="Lucida Sans Unicode"/>
                <a:cs typeface="Lucida Sans Unicode"/>
              </a:rPr>
              <a:t>1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012435" y="2165604"/>
            <a:ext cx="2007870" cy="1781175"/>
            <a:chOff x="5012435" y="2165604"/>
            <a:chExt cx="2007870" cy="1781175"/>
          </a:xfrm>
        </p:grpSpPr>
        <p:sp>
          <p:nvSpPr>
            <p:cNvPr id="10" name="object 10"/>
            <p:cNvSpPr/>
            <p:nvPr/>
          </p:nvSpPr>
          <p:spPr>
            <a:xfrm>
              <a:off x="5681471" y="2165604"/>
              <a:ext cx="76200" cy="310515"/>
            </a:xfrm>
            <a:custGeom>
              <a:avLst/>
              <a:gdLst/>
              <a:ahLst/>
              <a:cxnLst/>
              <a:rect l="l" t="t" r="r" b="b"/>
              <a:pathLst>
                <a:path w="76200" h="31051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10260"/>
                  </a:lnTo>
                  <a:lnTo>
                    <a:pt x="44450" y="310260"/>
                  </a:lnTo>
                  <a:lnTo>
                    <a:pt x="44450" y="63500"/>
                  </a:lnTo>
                  <a:close/>
                </a:path>
                <a:path w="76200" h="31051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051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12435" y="2976372"/>
              <a:ext cx="2007742" cy="96996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5339333" y="3131058"/>
              <a:ext cx="1374775" cy="338455"/>
            </a:xfrm>
            <a:custGeom>
              <a:avLst/>
              <a:gdLst/>
              <a:ahLst/>
              <a:cxnLst/>
              <a:rect l="l" t="t" r="r" b="b"/>
              <a:pathLst>
                <a:path w="1374775" h="338454">
                  <a:moveTo>
                    <a:pt x="1290065" y="0"/>
                  </a:moveTo>
                  <a:lnTo>
                    <a:pt x="84581" y="0"/>
                  </a:lnTo>
                  <a:lnTo>
                    <a:pt x="0" y="169164"/>
                  </a:lnTo>
                  <a:lnTo>
                    <a:pt x="84581" y="338328"/>
                  </a:lnTo>
                  <a:lnTo>
                    <a:pt x="1290065" y="338328"/>
                  </a:lnTo>
                  <a:lnTo>
                    <a:pt x="1374647" y="169164"/>
                  </a:lnTo>
                  <a:lnTo>
                    <a:pt x="1290065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339333" y="3131058"/>
              <a:ext cx="1374775" cy="338455"/>
            </a:xfrm>
            <a:custGeom>
              <a:avLst/>
              <a:gdLst/>
              <a:ahLst/>
              <a:cxnLst/>
              <a:rect l="l" t="t" r="r" b="b"/>
              <a:pathLst>
                <a:path w="1374775" h="338454">
                  <a:moveTo>
                    <a:pt x="0" y="169164"/>
                  </a:moveTo>
                  <a:lnTo>
                    <a:pt x="84581" y="0"/>
                  </a:lnTo>
                  <a:lnTo>
                    <a:pt x="1290065" y="0"/>
                  </a:lnTo>
                  <a:lnTo>
                    <a:pt x="1374647" y="169164"/>
                  </a:lnTo>
                  <a:lnTo>
                    <a:pt x="1290065" y="338328"/>
                  </a:lnTo>
                  <a:lnTo>
                    <a:pt x="84581" y="338328"/>
                  </a:lnTo>
                  <a:lnTo>
                    <a:pt x="0" y="169164"/>
                  </a:lnTo>
                  <a:close/>
                </a:path>
              </a:pathLst>
            </a:custGeom>
            <a:ln w="19050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913119" y="2823972"/>
              <a:ext cx="76200" cy="310515"/>
            </a:xfrm>
            <a:custGeom>
              <a:avLst/>
              <a:gdLst/>
              <a:ahLst/>
              <a:cxnLst/>
              <a:rect l="l" t="t" r="r" b="b"/>
              <a:pathLst>
                <a:path w="76200" h="31051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10260"/>
                  </a:lnTo>
                  <a:lnTo>
                    <a:pt x="44450" y="310260"/>
                  </a:lnTo>
                  <a:lnTo>
                    <a:pt x="44450" y="63500"/>
                  </a:lnTo>
                  <a:close/>
                </a:path>
                <a:path w="76200" h="31051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051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547105" y="3181857"/>
            <a:ext cx="9594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14" dirty="0">
                <a:solidFill>
                  <a:srgbClr val="00607E"/>
                </a:solidFill>
                <a:latin typeface="Lucida Sans Unicode"/>
                <a:cs typeface="Lucida Sans Unicode"/>
              </a:rPr>
              <a:t>Custom</a:t>
            </a:r>
            <a:r>
              <a:rPr sz="1200" spc="-75" dirty="0">
                <a:solidFill>
                  <a:srgbClr val="00607E"/>
                </a:solidFill>
                <a:latin typeface="Lucida Sans Unicode"/>
                <a:cs typeface="Lucida Sans Unicode"/>
              </a:rPr>
              <a:t> Role</a:t>
            </a:r>
            <a:r>
              <a:rPr sz="1200" spc="-9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50" dirty="0">
                <a:solidFill>
                  <a:srgbClr val="00607E"/>
                </a:solidFill>
                <a:latin typeface="Lucida Sans Unicode"/>
                <a:cs typeface="Lucida Sans Unicode"/>
              </a:rPr>
              <a:t>3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02663" y="2043671"/>
            <a:ext cx="5739130" cy="2657475"/>
            <a:chOff x="1502663" y="2043671"/>
            <a:chExt cx="5739130" cy="26574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02663" y="3447288"/>
              <a:ext cx="5738622" cy="125351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9561" y="3601974"/>
              <a:ext cx="5105399" cy="62179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29561" y="3601974"/>
              <a:ext cx="5105400" cy="622300"/>
            </a:xfrm>
            <a:custGeom>
              <a:avLst/>
              <a:gdLst/>
              <a:ahLst/>
              <a:cxnLst/>
              <a:rect l="l" t="t" r="r" b="b"/>
              <a:pathLst>
                <a:path w="5105400" h="622300">
                  <a:moveTo>
                    <a:pt x="0" y="310895"/>
                  </a:moveTo>
                  <a:lnTo>
                    <a:pt x="155448" y="0"/>
                  </a:lnTo>
                  <a:lnTo>
                    <a:pt x="4949952" y="0"/>
                  </a:lnTo>
                  <a:lnTo>
                    <a:pt x="5105399" y="310895"/>
                  </a:lnTo>
                  <a:lnTo>
                    <a:pt x="4949952" y="621791"/>
                  </a:lnTo>
                  <a:lnTo>
                    <a:pt x="155448" y="621791"/>
                  </a:lnTo>
                  <a:lnTo>
                    <a:pt x="0" y="310895"/>
                  </a:lnTo>
                  <a:close/>
                </a:path>
              </a:pathLst>
            </a:custGeom>
            <a:ln w="19049">
              <a:solidFill>
                <a:srgbClr val="00C3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24683" y="2048243"/>
              <a:ext cx="363474" cy="37110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03575" y="2043671"/>
              <a:ext cx="2617470" cy="39853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3575" y="2365235"/>
              <a:ext cx="1908810" cy="39853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18588" y="2750820"/>
              <a:ext cx="363474" cy="37261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97480" y="2747759"/>
              <a:ext cx="3297174" cy="39853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97480" y="3069323"/>
              <a:ext cx="2475738" cy="39853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59863" y="3634740"/>
              <a:ext cx="4498086" cy="39853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59863" y="3848100"/>
              <a:ext cx="4616958" cy="39853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59863" y="4061460"/>
              <a:ext cx="669798" cy="398538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6339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SYSADMIN</a:t>
            </a:r>
          </a:p>
        </p:txBody>
      </p:sp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172200" y="728472"/>
            <a:ext cx="2133600" cy="1440179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2424683" y="1543799"/>
            <a:ext cx="2434590" cy="398780"/>
            <a:chOff x="2424683" y="1543799"/>
            <a:chExt cx="2434590" cy="398780"/>
          </a:xfrm>
        </p:grpSpPr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424683" y="1548371"/>
              <a:ext cx="363474" cy="37110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703575" y="1543799"/>
              <a:ext cx="2155698" cy="398538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060194" y="1572895"/>
            <a:ext cx="4363720" cy="2757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56285" indent="-286385">
              <a:lnSpc>
                <a:spcPct val="100000"/>
              </a:lnSpc>
              <a:spcBef>
                <a:spcPts val="105"/>
              </a:spcBef>
              <a:buClr>
                <a:srgbClr val="99D3FF"/>
              </a:buClr>
              <a:buFont typeface="Wingdings"/>
              <a:buChar char=""/>
              <a:tabLst>
                <a:tab pos="756285" algn="l"/>
              </a:tabLst>
            </a:pP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Create</a:t>
            </a:r>
            <a:r>
              <a:rPr sz="14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&amp;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manage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objects</a:t>
            </a:r>
            <a:endParaRPr sz="1400">
              <a:latin typeface="Trebuchet MS"/>
              <a:cs typeface="Trebuchet MS"/>
            </a:endParaRPr>
          </a:p>
          <a:p>
            <a:pPr marL="756285" marR="1254760" indent="-287020">
              <a:lnSpc>
                <a:spcPct val="150800"/>
              </a:lnSpc>
              <a:spcBef>
                <a:spcPts val="1395"/>
              </a:spcBef>
              <a:buClr>
                <a:srgbClr val="99D3FF"/>
              </a:buClr>
              <a:buFont typeface="Wingdings"/>
              <a:buChar char=""/>
              <a:tabLst>
                <a:tab pos="756285" algn="l"/>
              </a:tabLst>
            </a:pP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Create</a:t>
            </a:r>
            <a:r>
              <a:rPr sz="14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&amp;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manage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warehouses, databases,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tables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etc.</a:t>
            </a:r>
            <a:endParaRPr sz="1400">
              <a:latin typeface="Trebuchet MS"/>
              <a:cs typeface="Trebuchet MS"/>
            </a:endParaRPr>
          </a:p>
          <a:p>
            <a:pPr marL="749935" indent="-286385">
              <a:lnSpc>
                <a:spcPct val="100000"/>
              </a:lnSpc>
              <a:spcBef>
                <a:spcPts val="1330"/>
              </a:spcBef>
              <a:buClr>
                <a:srgbClr val="99D3FF"/>
              </a:buClr>
              <a:buFont typeface="Wingdings"/>
              <a:buChar char=""/>
              <a:tabLst>
                <a:tab pos="749935" algn="l"/>
              </a:tabLst>
            </a:pP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Custom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roles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should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be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5" dirty="0">
                <a:solidFill>
                  <a:srgbClr val="D9D9D9"/>
                </a:solidFill>
                <a:latin typeface="Trebuchet MS"/>
                <a:cs typeface="Trebuchet MS"/>
              </a:rPr>
              <a:t>assigned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5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endParaRPr sz="1400">
              <a:latin typeface="Trebuchet MS"/>
              <a:cs typeface="Trebuchet MS"/>
            </a:endParaRPr>
          </a:p>
          <a:p>
            <a:pPr marL="749935">
              <a:lnSpc>
                <a:spcPct val="100000"/>
              </a:lnSpc>
              <a:spcBef>
                <a:spcPts val="850"/>
              </a:spcBef>
            </a:pPr>
            <a:r>
              <a:rPr sz="1400" b="1" dirty="0">
                <a:solidFill>
                  <a:srgbClr val="D9D9D9"/>
                </a:solidFill>
                <a:latin typeface="Trebuchet MS"/>
                <a:cs typeface="Trebuchet MS"/>
              </a:rPr>
              <a:t>SYSADMIN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role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D9D9D9"/>
                </a:solidFill>
                <a:latin typeface="Trebuchet MS"/>
                <a:cs typeface="Trebuchet MS"/>
              </a:rPr>
              <a:t>as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 the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parent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4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Then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0" dirty="0">
                <a:solidFill>
                  <a:srgbClr val="D9D9D9"/>
                </a:solidFill>
                <a:latin typeface="Trebuchet MS"/>
                <a:cs typeface="Trebuchet MS"/>
              </a:rPr>
              <a:t>this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role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also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has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ability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grant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privileges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5" dirty="0">
                <a:solidFill>
                  <a:srgbClr val="D9D9D9"/>
                </a:solidFill>
                <a:latin typeface="Trebuchet MS"/>
                <a:cs typeface="Trebuchet MS"/>
              </a:rPr>
              <a:t>on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warehouses,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databases,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and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other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objects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the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custom roles.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6339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SYSADMIN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57400" y="1048511"/>
            <a:ext cx="4356735" cy="2529840"/>
            <a:chOff x="2057400" y="1048511"/>
            <a:chExt cx="4356735" cy="25298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7400" y="1048511"/>
              <a:ext cx="3752088" cy="252984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5883" y="2138108"/>
              <a:ext cx="2007742" cy="96996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32782" y="2292858"/>
              <a:ext cx="1374775" cy="338455"/>
            </a:xfrm>
            <a:custGeom>
              <a:avLst/>
              <a:gdLst/>
              <a:ahLst/>
              <a:cxnLst/>
              <a:rect l="l" t="t" r="r" b="b"/>
              <a:pathLst>
                <a:path w="1374775" h="338455">
                  <a:moveTo>
                    <a:pt x="1290065" y="0"/>
                  </a:moveTo>
                  <a:lnTo>
                    <a:pt x="84581" y="0"/>
                  </a:lnTo>
                  <a:lnTo>
                    <a:pt x="0" y="169164"/>
                  </a:lnTo>
                  <a:lnTo>
                    <a:pt x="84581" y="338328"/>
                  </a:lnTo>
                  <a:lnTo>
                    <a:pt x="1290065" y="338328"/>
                  </a:lnTo>
                  <a:lnTo>
                    <a:pt x="1374647" y="169164"/>
                  </a:lnTo>
                  <a:lnTo>
                    <a:pt x="1290065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32782" y="2292858"/>
              <a:ext cx="1374775" cy="338455"/>
            </a:xfrm>
            <a:custGeom>
              <a:avLst/>
              <a:gdLst/>
              <a:ahLst/>
              <a:cxnLst/>
              <a:rect l="l" t="t" r="r" b="b"/>
              <a:pathLst>
                <a:path w="1374775" h="338455">
                  <a:moveTo>
                    <a:pt x="0" y="169164"/>
                  </a:moveTo>
                  <a:lnTo>
                    <a:pt x="84581" y="0"/>
                  </a:lnTo>
                  <a:lnTo>
                    <a:pt x="1290065" y="0"/>
                  </a:lnTo>
                  <a:lnTo>
                    <a:pt x="1374647" y="169164"/>
                  </a:lnTo>
                  <a:lnTo>
                    <a:pt x="1290065" y="338328"/>
                  </a:lnTo>
                  <a:lnTo>
                    <a:pt x="84581" y="338328"/>
                  </a:lnTo>
                  <a:lnTo>
                    <a:pt x="0" y="169164"/>
                  </a:lnTo>
                  <a:close/>
                </a:path>
              </a:pathLst>
            </a:custGeom>
            <a:ln w="19050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43017" y="2355037"/>
            <a:ext cx="11360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solidFill>
                  <a:srgbClr val="00607E"/>
                </a:solidFill>
                <a:latin typeface="Lucida Sans Unicode"/>
                <a:cs typeface="Lucida Sans Unicode"/>
              </a:rPr>
              <a:t>Sales</a:t>
            </a:r>
            <a:r>
              <a:rPr sz="1200" spc="-100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114" dirty="0">
                <a:solidFill>
                  <a:srgbClr val="00607E"/>
                </a:solidFill>
                <a:latin typeface="Lucida Sans Unicode"/>
                <a:cs typeface="Lucida Sans Unicode"/>
              </a:rPr>
              <a:t>Admin</a:t>
            </a:r>
            <a:r>
              <a:rPr sz="1200" spc="-9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40" dirty="0">
                <a:solidFill>
                  <a:srgbClr val="00607E"/>
                </a:solidFill>
                <a:latin typeface="Lucida Sans Unicode"/>
                <a:cs typeface="Lucida Sans Unicode"/>
              </a:rPr>
              <a:t>Role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405884" y="1985772"/>
            <a:ext cx="3632835" cy="1782445"/>
            <a:chOff x="4405884" y="1985772"/>
            <a:chExt cx="3632835" cy="1782445"/>
          </a:xfrm>
        </p:grpSpPr>
        <p:sp>
          <p:nvSpPr>
            <p:cNvPr id="10" name="object 10"/>
            <p:cNvSpPr/>
            <p:nvPr/>
          </p:nvSpPr>
          <p:spPr>
            <a:xfrm>
              <a:off x="5074920" y="1985772"/>
              <a:ext cx="76200" cy="310515"/>
            </a:xfrm>
            <a:custGeom>
              <a:avLst/>
              <a:gdLst/>
              <a:ahLst/>
              <a:cxnLst/>
              <a:rect l="l" t="t" r="r" b="b"/>
              <a:pathLst>
                <a:path w="76200" h="31051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10260"/>
                  </a:lnTo>
                  <a:lnTo>
                    <a:pt x="44450" y="310260"/>
                  </a:lnTo>
                  <a:lnTo>
                    <a:pt x="44450" y="63500"/>
                  </a:lnTo>
                  <a:close/>
                </a:path>
                <a:path w="76200" h="31051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051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5884" y="2798000"/>
              <a:ext cx="2007742" cy="96996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732782" y="2952750"/>
              <a:ext cx="1374775" cy="338455"/>
            </a:xfrm>
            <a:custGeom>
              <a:avLst/>
              <a:gdLst/>
              <a:ahLst/>
              <a:cxnLst/>
              <a:rect l="l" t="t" r="r" b="b"/>
              <a:pathLst>
                <a:path w="1374775" h="338454">
                  <a:moveTo>
                    <a:pt x="1290065" y="0"/>
                  </a:moveTo>
                  <a:lnTo>
                    <a:pt x="84581" y="0"/>
                  </a:lnTo>
                  <a:lnTo>
                    <a:pt x="0" y="169163"/>
                  </a:lnTo>
                  <a:lnTo>
                    <a:pt x="84581" y="338327"/>
                  </a:lnTo>
                  <a:lnTo>
                    <a:pt x="1290065" y="338327"/>
                  </a:lnTo>
                  <a:lnTo>
                    <a:pt x="1374647" y="169163"/>
                  </a:lnTo>
                  <a:lnTo>
                    <a:pt x="1290065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32782" y="2952750"/>
              <a:ext cx="1374775" cy="338455"/>
            </a:xfrm>
            <a:custGeom>
              <a:avLst/>
              <a:gdLst/>
              <a:ahLst/>
              <a:cxnLst/>
              <a:rect l="l" t="t" r="r" b="b"/>
              <a:pathLst>
                <a:path w="1374775" h="338454">
                  <a:moveTo>
                    <a:pt x="0" y="169163"/>
                  </a:moveTo>
                  <a:lnTo>
                    <a:pt x="84581" y="0"/>
                  </a:lnTo>
                  <a:lnTo>
                    <a:pt x="1290065" y="0"/>
                  </a:lnTo>
                  <a:lnTo>
                    <a:pt x="1374647" y="169163"/>
                  </a:lnTo>
                  <a:lnTo>
                    <a:pt x="1290065" y="338327"/>
                  </a:lnTo>
                  <a:lnTo>
                    <a:pt x="84581" y="338327"/>
                  </a:lnTo>
                  <a:lnTo>
                    <a:pt x="0" y="169163"/>
                  </a:lnTo>
                  <a:close/>
                </a:path>
              </a:pathLst>
            </a:custGeom>
            <a:ln w="19049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06568" y="2645663"/>
              <a:ext cx="76200" cy="310515"/>
            </a:xfrm>
            <a:custGeom>
              <a:avLst/>
              <a:gdLst/>
              <a:ahLst/>
              <a:cxnLst/>
              <a:rect l="l" t="t" r="r" b="b"/>
              <a:pathLst>
                <a:path w="76200" h="31051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10261"/>
                  </a:lnTo>
                  <a:lnTo>
                    <a:pt x="44450" y="310261"/>
                  </a:lnTo>
                  <a:lnTo>
                    <a:pt x="44450" y="63500"/>
                  </a:lnTo>
                  <a:close/>
                </a:path>
                <a:path w="76200" h="31051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051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1992" y="2133536"/>
              <a:ext cx="2006218" cy="96996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358890" y="2288286"/>
              <a:ext cx="1373505" cy="338455"/>
            </a:xfrm>
            <a:custGeom>
              <a:avLst/>
              <a:gdLst/>
              <a:ahLst/>
              <a:cxnLst/>
              <a:rect l="l" t="t" r="r" b="b"/>
              <a:pathLst>
                <a:path w="1373504" h="338455">
                  <a:moveTo>
                    <a:pt x="1288541" y="0"/>
                  </a:moveTo>
                  <a:lnTo>
                    <a:pt x="84582" y="0"/>
                  </a:lnTo>
                  <a:lnTo>
                    <a:pt x="0" y="169163"/>
                  </a:lnTo>
                  <a:lnTo>
                    <a:pt x="84582" y="338327"/>
                  </a:lnTo>
                  <a:lnTo>
                    <a:pt x="1288541" y="338327"/>
                  </a:lnTo>
                  <a:lnTo>
                    <a:pt x="1373124" y="169163"/>
                  </a:lnTo>
                  <a:lnTo>
                    <a:pt x="1288541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358890" y="2288286"/>
              <a:ext cx="1373505" cy="338455"/>
            </a:xfrm>
            <a:custGeom>
              <a:avLst/>
              <a:gdLst/>
              <a:ahLst/>
              <a:cxnLst/>
              <a:rect l="l" t="t" r="r" b="b"/>
              <a:pathLst>
                <a:path w="1373504" h="338455">
                  <a:moveTo>
                    <a:pt x="0" y="169163"/>
                  </a:moveTo>
                  <a:lnTo>
                    <a:pt x="84582" y="0"/>
                  </a:lnTo>
                  <a:lnTo>
                    <a:pt x="1288541" y="0"/>
                  </a:lnTo>
                  <a:lnTo>
                    <a:pt x="1373124" y="169163"/>
                  </a:lnTo>
                  <a:lnTo>
                    <a:pt x="1288541" y="338327"/>
                  </a:lnTo>
                  <a:lnTo>
                    <a:pt x="84582" y="338327"/>
                  </a:lnTo>
                  <a:lnTo>
                    <a:pt x="0" y="169163"/>
                  </a:lnTo>
                  <a:close/>
                </a:path>
              </a:pathLst>
            </a:custGeom>
            <a:ln w="19050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541769" y="2350770"/>
            <a:ext cx="989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solidFill>
                  <a:srgbClr val="00607E"/>
                </a:solidFill>
                <a:latin typeface="Lucida Sans Unicode"/>
                <a:cs typeface="Lucida Sans Unicode"/>
              </a:rPr>
              <a:t>HR</a:t>
            </a:r>
            <a:r>
              <a:rPr sz="1200" spc="-9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120" dirty="0">
                <a:solidFill>
                  <a:srgbClr val="00607E"/>
                </a:solidFill>
                <a:latin typeface="Lucida Sans Unicode"/>
                <a:cs typeface="Lucida Sans Unicode"/>
              </a:rPr>
              <a:t>Admin</a:t>
            </a:r>
            <a:r>
              <a:rPr sz="1200" spc="-9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45" dirty="0">
                <a:solidFill>
                  <a:srgbClr val="00607E"/>
                </a:solidFill>
                <a:latin typeface="Lucida Sans Unicode"/>
                <a:cs typeface="Lucida Sans Unicode"/>
              </a:rPr>
              <a:t>Role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119883" y="2641092"/>
            <a:ext cx="5918835" cy="1887855"/>
            <a:chOff x="2119883" y="2641092"/>
            <a:chExt cx="5918835" cy="188785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1992" y="2793428"/>
              <a:ext cx="2006218" cy="96996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358889" y="2948178"/>
              <a:ext cx="1373505" cy="338455"/>
            </a:xfrm>
            <a:custGeom>
              <a:avLst/>
              <a:gdLst/>
              <a:ahLst/>
              <a:cxnLst/>
              <a:rect l="l" t="t" r="r" b="b"/>
              <a:pathLst>
                <a:path w="1373504" h="338454">
                  <a:moveTo>
                    <a:pt x="1288541" y="0"/>
                  </a:moveTo>
                  <a:lnTo>
                    <a:pt x="84582" y="0"/>
                  </a:lnTo>
                  <a:lnTo>
                    <a:pt x="0" y="169164"/>
                  </a:lnTo>
                  <a:lnTo>
                    <a:pt x="84582" y="338328"/>
                  </a:lnTo>
                  <a:lnTo>
                    <a:pt x="1288541" y="338328"/>
                  </a:lnTo>
                  <a:lnTo>
                    <a:pt x="1373124" y="169164"/>
                  </a:lnTo>
                  <a:lnTo>
                    <a:pt x="1288541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358889" y="2948178"/>
              <a:ext cx="1373505" cy="338455"/>
            </a:xfrm>
            <a:custGeom>
              <a:avLst/>
              <a:gdLst/>
              <a:ahLst/>
              <a:cxnLst/>
              <a:rect l="l" t="t" r="r" b="b"/>
              <a:pathLst>
                <a:path w="1373504" h="338454">
                  <a:moveTo>
                    <a:pt x="0" y="169164"/>
                  </a:moveTo>
                  <a:lnTo>
                    <a:pt x="84582" y="0"/>
                  </a:lnTo>
                  <a:lnTo>
                    <a:pt x="1288541" y="0"/>
                  </a:lnTo>
                  <a:lnTo>
                    <a:pt x="1373124" y="169164"/>
                  </a:lnTo>
                  <a:lnTo>
                    <a:pt x="1288541" y="338328"/>
                  </a:lnTo>
                  <a:lnTo>
                    <a:pt x="84582" y="338328"/>
                  </a:lnTo>
                  <a:lnTo>
                    <a:pt x="0" y="169164"/>
                  </a:lnTo>
                  <a:close/>
                </a:path>
              </a:pathLst>
            </a:custGeom>
            <a:ln w="19050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931151" y="2641092"/>
              <a:ext cx="76200" cy="310515"/>
            </a:xfrm>
            <a:custGeom>
              <a:avLst/>
              <a:gdLst/>
              <a:ahLst/>
              <a:cxnLst/>
              <a:rect l="l" t="t" r="r" b="b"/>
              <a:pathLst>
                <a:path w="76200" h="31051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10260"/>
                  </a:lnTo>
                  <a:lnTo>
                    <a:pt x="44450" y="310260"/>
                  </a:lnTo>
                  <a:lnTo>
                    <a:pt x="44450" y="63500"/>
                  </a:lnTo>
                  <a:close/>
                </a:path>
                <a:path w="76200" h="31051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051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19883" y="3445764"/>
              <a:ext cx="363474" cy="37261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98775" y="3442703"/>
              <a:ext cx="909065" cy="39853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69336" y="3442703"/>
              <a:ext cx="1636014" cy="398538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76016" y="3672822"/>
              <a:ext cx="1422654" cy="3113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01895" y="3442703"/>
              <a:ext cx="2583942" cy="39853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19883" y="3814572"/>
              <a:ext cx="363474" cy="37110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398775" y="3810000"/>
              <a:ext cx="909065" cy="39853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69336" y="3810000"/>
              <a:ext cx="1703069" cy="39853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176016" y="4040118"/>
              <a:ext cx="1489709" cy="3113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68951" y="3810000"/>
              <a:ext cx="2196846" cy="39853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98775" y="4130040"/>
              <a:ext cx="662177" cy="398538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2212594" y="3003295"/>
            <a:ext cx="5104765" cy="1395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5915">
              <a:lnSpc>
                <a:spcPct val="100000"/>
              </a:lnSpc>
              <a:spcBef>
                <a:spcPts val="100"/>
              </a:spcBef>
              <a:tabLst>
                <a:tab pos="4574540" algn="l"/>
              </a:tabLst>
            </a:pPr>
            <a:r>
              <a:rPr sz="1200" spc="-60" dirty="0">
                <a:solidFill>
                  <a:srgbClr val="00607E"/>
                </a:solidFill>
                <a:latin typeface="Lucida Sans Unicode"/>
                <a:cs typeface="Lucida Sans Unicode"/>
              </a:rPr>
              <a:t>Sales</a:t>
            </a:r>
            <a:r>
              <a:rPr sz="1200" spc="-8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20" dirty="0">
                <a:solidFill>
                  <a:srgbClr val="00607E"/>
                </a:solidFill>
                <a:latin typeface="Lucida Sans Unicode"/>
                <a:cs typeface="Lucida Sans Unicode"/>
              </a:rPr>
              <a:t>Role</a:t>
            </a:r>
            <a:r>
              <a:rPr sz="1200" dirty="0">
                <a:solidFill>
                  <a:srgbClr val="00607E"/>
                </a:solidFill>
                <a:latin typeface="Lucida Sans Unicode"/>
                <a:cs typeface="Lucida Sans Unicode"/>
              </a:rPr>
              <a:t>	</a:t>
            </a:r>
            <a:r>
              <a:rPr sz="1800" spc="-97" baseline="2314" dirty="0">
                <a:solidFill>
                  <a:srgbClr val="00607E"/>
                </a:solidFill>
                <a:latin typeface="Lucida Sans Unicode"/>
                <a:cs typeface="Lucida Sans Unicode"/>
              </a:rPr>
              <a:t>HR</a:t>
            </a:r>
            <a:r>
              <a:rPr sz="1800" spc="-165" baseline="2314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800" spc="-75" baseline="2314" dirty="0">
                <a:solidFill>
                  <a:srgbClr val="00607E"/>
                </a:solidFill>
                <a:latin typeface="Lucida Sans Unicode"/>
                <a:cs typeface="Lucida Sans Unicode"/>
              </a:rPr>
              <a:t>Role</a:t>
            </a:r>
            <a:endParaRPr sz="1800" baseline="2314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200">
              <a:latin typeface="Lucida Sans Unicode"/>
              <a:cs typeface="Lucida Sans Unicode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Create</a:t>
            </a:r>
            <a:r>
              <a:rPr sz="14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a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u="sng" spc="-60" dirty="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Trebuchet MS"/>
                <a:cs typeface="Trebuchet MS"/>
              </a:rPr>
              <a:t>virtual</a:t>
            </a:r>
            <a:r>
              <a:rPr sz="1400" b="1" u="sng" spc="-100" dirty="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Trebuchet MS"/>
                <a:cs typeface="Trebuchet MS"/>
              </a:rPr>
              <a:t> </a:t>
            </a:r>
            <a:r>
              <a:rPr sz="1400" b="1" u="sng" spc="-55" dirty="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Trebuchet MS"/>
                <a:cs typeface="Trebuchet MS"/>
              </a:rPr>
              <a:t>warehouse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&amp;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D9D9D9"/>
                </a:solidFill>
                <a:latin typeface="Trebuchet MS"/>
                <a:cs typeface="Trebuchet MS"/>
              </a:rPr>
              <a:t>assign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it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custom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roles</a:t>
            </a: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21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Create</a:t>
            </a:r>
            <a:r>
              <a:rPr sz="1400" b="1" spc="-13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a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u="sng" spc="-45" dirty="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Trebuchet MS"/>
                <a:cs typeface="Trebuchet MS"/>
              </a:rPr>
              <a:t>database</a:t>
            </a:r>
            <a:r>
              <a:rPr sz="1400" b="1" u="sng" spc="-130" dirty="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Trebuchet MS"/>
                <a:cs typeface="Trebuchet MS"/>
              </a:rPr>
              <a:t> </a:t>
            </a:r>
            <a:r>
              <a:rPr sz="1400" b="1" u="sng" spc="-45" dirty="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Trebuchet MS"/>
                <a:cs typeface="Trebuchet MS"/>
              </a:rPr>
              <a:t>and</a:t>
            </a:r>
            <a:r>
              <a:rPr sz="1400" b="1" u="sng" spc="-105" dirty="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Trebuchet MS"/>
                <a:cs typeface="Trebuchet MS"/>
              </a:rPr>
              <a:t> </a:t>
            </a:r>
            <a:r>
              <a:rPr sz="1400" b="1" u="sng" spc="-55" dirty="0">
                <a:solidFill>
                  <a:srgbClr val="D9D9D9"/>
                </a:solidFill>
                <a:uFill>
                  <a:solidFill>
                    <a:srgbClr val="D9D9D9"/>
                  </a:solidFill>
                </a:uFill>
                <a:latin typeface="Trebuchet MS"/>
                <a:cs typeface="Trebuchet MS"/>
              </a:rPr>
              <a:t>table</a:t>
            </a:r>
            <a:r>
              <a:rPr sz="14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&amp;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D9D9D9"/>
                </a:solidFill>
                <a:latin typeface="Trebuchet MS"/>
                <a:cs typeface="Trebuchet MS"/>
              </a:rPr>
              <a:t>assign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it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custom</a:t>
            </a:r>
            <a:endParaRPr sz="1400">
              <a:latin typeface="Trebuchet MS"/>
              <a:cs typeface="Trebuchet MS"/>
            </a:endParaRPr>
          </a:p>
          <a:p>
            <a:pPr marL="299085">
              <a:lnSpc>
                <a:spcPct val="100000"/>
              </a:lnSpc>
              <a:spcBef>
                <a:spcPts val="840"/>
              </a:spcBef>
            </a:pP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roles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64005">
              <a:lnSpc>
                <a:spcPct val="100000"/>
              </a:lnSpc>
              <a:spcBef>
                <a:spcPts val="105"/>
              </a:spcBef>
            </a:pPr>
            <a:r>
              <a:rPr dirty="0"/>
              <a:t>Custom</a:t>
            </a:r>
            <a:r>
              <a:rPr spc="-100" dirty="0"/>
              <a:t> </a:t>
            </a:r>
            <a:r>
              <a:rPr spc="-10" dirty="0"/>
              <a:t>roles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57400" y="1048511"/>
            <a:ext cx="4356735" cy="2529840"/>
            <a:chOff x="2057400" y="1048511"/>
            <a:chExt cx="4356735" cy="25298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7400" y="1048511"/>
              <a:ext cx="3752088" cy="252984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5883" y="2138108"/>
              <a:ext cx="2007742" cy="96996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32782" y="2292858"/>
              <a:ext cx="1374775" cy="338455"/>
            </a:xfrm>
            <a:custGeom>
              <a:avLst/>
              <a:gdLst/>
              <a:ahLst/>
              <a:cxnLst/>
              <a:rect l="l" t="t" r="r" b="b"/>
              <a:pathLst>
                <a:path w="1374775" h="338455">
                  <a:moveTo>
                    <a:pt x="1290065" y="0"/>
                  </a:moveTo>
                  <a:lnTo>
                    <a:pt x="84581" y="0"/>
                  </a:lnTo>
                  <a:lnTo>
                    <a:pt x="0" y="169164"/>
                  </a:lnTo>
                  <a:lnTo>
                    <a:pt x="84581" y="338328"/>
                  </a:lnTo>
                  <a:lnTo>
                    <a:pt x="1290065" y="338328"/>
                  </a:lnTo>
                  <a:lnTo>
                    <a:pt x="1374647" y="169164"/>
                  </a:lnTo>
                  <a:lnTo>
                    <a:pt x="1290065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32782" y="2292858"/>
              <a:ext cx="1374775" cy="338455"/>
            </a:xfrm>
            <a:custGeom>
              <a:avLst/>
              <a:gdLst/>
              <a:ahLst/>
              <a:cxnLst/>
              <a:rect l="l" t="t" r="r" b="b"/>
              <a:pathLst>
                <a:path w="1374775" h="338455">
                  <a:moveTo>
                    <a:pt x="0" y="169164"/>
                  </a:moveTo>
                  <a:lnTo>
                    <a:pt x="84581" y="0"/>
                  </a:lnTo>
                  <a:lnTo>
                    <a:pt x="1290065" y="0"/>
                  </a:lnTo>
                  <a:lnTo>
                    <a:pt x="1374647" y="169164"/>
                  </a:lnTo>
                  <a:lnTo>
                    <a:pt x="1290065" y="338328"/>
                  </a:lnTo>
                  <a:lnTo>
                    <a:pt x="84581" y="338328"/>
                  </a:lnTo>
                  <a:lnTo>
                    <a:pt x="0" y="169164"/>
                  </a:lnTo>
                  <a:close/>
                </a:path>
              </a:pathLst>
            </a:custGeom>
            <a:ln w="19050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43017" y="2355037"/>
            <a:ext cx="11360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solidFill>
                  <a:srgbClr val="00607E"/>
                </a:solidFill>
                <a:latin typeface="Lucida Sans Unicode"/>
                <a:cs typeface="Lucida Sans Unicode"/>
              </a:rPr>
              <a:t>Sales</a:t>
            </a:r>
            <a:r>
              <a:rPr sz="1200" spc="-100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114" dirty="0">
                <a:solidFill>
                  <a:srgbClr val="00607E"/>
                </a:solidFill>
                <a:latin typeface="Lucida Sans Unicode"/>
                <a:cs typeface="Lucida Sans Unicode"/>
              </a:rPr>
              <a:t>Admin</a:t>
            </a:r>
            <a:r>
              <a:rPr sz="1200" spc="-9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40" dirty="0">
                <a:solidFill>
                  <a:srgbClr val="00607E"/>
                </a:solidFill>
                <a:latin typeface="Lucida Sans Unicode"/>
                <a:cs typeface="Lucida Sans Unicode"/>
              </a:rPr>
              <a:t>Role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405884" y="1985772"/>
            <a:ext cx="2007870" cy="1782445"/>
            <a:chOff x="4405884" y="1985772"/>
            <a:chExt cx="2007870" cy="1782445"/>
          </a:xfrm>
        </p:grpSpPr>
        <p:sp>
          <p:nvSpPr>
            <p:cNvPr id="10" name="object 10"/>
            <p:cNvSpPr/>
            <p:nvPr/>
          </p:nvSpPr>
          <p:spPr>
            <a:xfrm>
              <a:off x="5074920" y="1985772"/>
              <a:ext cx="76200" cy="310515"/>
            </a:xfrm>
            <a:custGeom>
              <a:avLst/>
              <a:gdLst/>
              <a:ahLst/>
              <a:cxnLst/>
              <a:rect l="l" t="t" r="r" b="b"/>
              <a:pathLst>
                <a:path w="76200" h="31051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10260"/>
                  </a:lnTo>
                  <a:lnTo>
                    <a:pt x="44450" y="310260"/>
                  </a:lnTo>
                  <a:lnTo>
                    <a:pt x="44450" y="63500"/>
                  </a:lnTo>
                  <a:close/>
                </a:path>
                <a:path w="76200" h="31051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051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5884" y="2798000"/>
              <a:ext cx="2007742" cy="96996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732782" y="2952750"/>
              <a:ext cx="1374775" cy="338455"/>
            </a:xfrm>
            <a:custGeom>
              <a:avLst/>
              <a:gdLst/>
              <a:ahLst/>
              <a:cxnLst/>
              <a:rect l="l" t="t" r="r" b="b"/>
              <a:pathLst>
                <a:path w="1374775" h="338454">
                  <a:moveTo>
                    <a:pt x="1290065" y="0"/>
                  </a:moveTo>
                  <a:lnTo>
                    <a:pt x="84581" y="0"/>
                  </a:lnTo>
                  <a:lnTo>
                    <a:pt x="0" y="169163"/>
                  </a:lnTo>
                  <a:lnTo>
                    <a:pt x="84581" y="338327"/>
                  </a:lnTo>
                  <a:lnTo>
                    <a:pt x="1290065" y="338327"/>
                  </a:lnTo>
                  <a:lnTo>
                    <a:pt x="1374647" y="169163"/>
                  </a:lnTo>
                  <a:lnTo>
                    <a:pt x="1290065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32782" y="2952750"/>
              <a:ext cx="1374775" cy="338455"/>
            </a:xfrm>
            <a:custGeom>
              <a:avLst/>
              <a:gdLst/>
              <a:ahLst/>
              <a:cxnLst/>
              <a:rect l="l" t="t" r="r" b="b"/>
              <a:pathLst>
                <a:path w="1374775" h="338454">
                  <a:moveTo>
                    <a:pt x="0" y="169163"/>
                  </a:moveTo>
                  <a:lnTo>
                    <a:pt x="84581" y="0"/>
                  </a:lnTo>
                  <a:lnTo>
                    <a:pt x="1290065" y="0"/>
                  </a:lnTo>
                  <a:lnTo>
                    <a:pt x="1374647" y="169163"/>
                  </a:lnTo>
                  <a:lnTo>
                    <a:pt x="1290065" y="338327"/>
                  </a:lnTo>
                  <a:lnTo>
                    <a:pt x="84581" y="338327"/>
                  </a:lnTo>
                  <a:lnTo>
                    <a:pt x="0" y="169163"/>
                  </a:lnTo>
                  <a:close/>
                </a:path>
              </a:pathLst>
            </a:custGeom>
            <a:ln w="19049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06568" y="2645663"/>
              <a:ext cx="76200" cy="310515"/>
            </a:xfrm>
            <a:custGeom>
              <a:avLst/>
              <a:gdLst/>
              <a:ahLst/>
              <a:cxnLst/>
              <a:rect l="l" t="t" r="r" b="b"/>
              <a:pathLst>
                <a:path w="76200" h="31051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10261"/>
                  </a:lnTo>
                  <a:lnTo>
                    <a:pt x="44450" y="310261"/>
                  </a:lnTo>
                  <a:lnTo>
                    <a:pt x="44450" y="63500"/>
                  </a:lnTo>
                  <a:close/>
                </a:path>
                <a:path w="76200" h="31051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051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075935" y="3003295"/>
            <a:ext cx="6870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solidFill>
                  <a:srgbClr val="00607E"/>
                </a:solidFill>
                <a:latin typeface="Lucida Sans Unicode"/>
                <a:cs typeface="Lucida Sans Unicode"/>
              </a:rPr>
              <a:t>Sales</a:t>
            </a:r>
            <a:r>
              <a:rPr sz="1200" spc="-8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55" dirty="0">
                <a:solidFill>
                  <a:srgbClr val="00607E"/>
                </a:solidFill>
                <a:latin typeface="Lucida Sans Unicode"/>
                <a:cs typeface="Lucida Sans Unicode"/>
              </a:rPr>
              <a:t>Role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31991" y="2133536"/>
            <a:ext cx="2006600" cy="970280"/>
            <a:chOff x="6031991" y="2133536"/>
            <a:chExt cx="2006600" cy="97028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1991" y="2133536"/>
              <a:ext cx="2006218" cy="96996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358889" y="2288285"/>
              <a:ext cx="1373505" cy="338455"/>
            </a:xfrm>
            <a:custGeom>
              <a:avLst/>
              <a:gdLst/>
              <a:ahLst/>
              <a:cxnLst/>
              <a:rect l="l" t="t" r="r" b="b"/>
              <a:pathLst>
                <a:path w="1373504" h="338455">
                  <a:moveTo>
                    <a:pt x="1288541" y="0"/>
                  </a:moveTo>
                  <a:lnTo>
                    <a:pt x="84582" y="0"/>
                  </a:lnTo>
                  <a:lnTo>
                    <a:pt x="0" y="169163"/>
                  </a:lnTo>
                  <a:lnTo>
                    <a:pt x="84582" y="338327"/>
                  </a:lnTo>
                  <a:lnTo>
                    <a:pt x="1288541" y="338327"/>
                  </a:lnTo>
                  <a:lnTo>
                    <a:pt x="1373124" y="169163"/>
                  </a:lnTo>
                  <a:lnTo>
                    <a:pt x="1288541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58889" y="2288285"/>
              <a:ext cx="1373505" cy="338455"/>
            </a:xfrm>
            <a:custGeom>
              <a:avLst/>
              <a:gdLst/>
              <a:ahLst/>
              <a:cxnLst/>
              <a:rect l="l" t="t" r="r" b="b"/>
              <a:pathLst>
                <a:path w="1373504" h="338455">
                  <a:moveTo>
                    <a:pt x="0" y="169163"/>
                  </a:moveTo>
                  <a:lnTo>
                    <a:pt x="84582" y="0"/>
                  </a:lnTo>
                  <a:lnTo>
                    <a:pt x="1288541" y="0"/>
                  </a:lnTo>
                  <a:lnTo>
                    <a:pt x="1373124" y="169163"/>
                  </a:lnTo>
                  <a:lnTo>
                    <a:pt x="1288541" y="338327"/>
                  </a:lnTo>
                  <a:lnTo>
                    <a:pt x="84582" y="338327"/>
                  </a:lnTo>
                  <a:lnTo>
                    <a:pt x="0" y="169163"/>
                  </a:lnTo>
                  <a:close/>
                </a:path>
              </a:pathLst>
            </a:custGeom>
            <a:ln w="19050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541769" y="2350770"/>
            <a:ext cx="989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solidFill>
                  <a:srgbClr val="00607E"/>
                </a:solidFill>
                <a:latin typeface="Lucida Sans Unicode"/>
                <a:cs typeface="Lucida Sans Unicode"/>
              </a:rPr>
              <a:t>HR</a:t>
            </a:r>
            <a:r>
              <a:rPr sz="1200" spc="-9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120" dirty="0">
                <a:solidFill>
                  <a:srgbClr val="00607E"/>
                </a:solidFill>
                <a:latin typeface="Lucida Sans Unicode"/>
                <a:cs typeface="Lucida Sans Unicode"/>
              </a:rPr>
              <a:t>Admin</a:t>
            </a:r>
            <a:r>
              <a:rPr sz="1200" spc="-9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45" dirty="0">
                <a:solidFill>
                  <a:srgbClr val="00607E"/>
                </a:solidFill>
                <a:latin typeface="Lucida Sans Unicode"/>
                <a:cs typeface="Lucida Sans Unicode"/>
              </a:rPr>
              <a:t>Role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031991" y="2641092"/>
            <a:ext cx="2006600" cy="1122680"/>
            <a:chOff x="6031991" y="2641092"/>
            <a:chExt cx="2006600" cy="112268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1991" y="2793428"/>
              <a:ext cx="2006218" cy="96996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358889" y="2948178"/>
              <a:ext cx="1373505" cy="338455"/>
            </a:xfrm>
            <a:custGeom>
              <a:avLst/>
              <a:gdLst/>
              <a:ahLst/>
              <a:cxnLst/>
              <a:rect l="l" t="t" r="r" b="b"/>
              <a:pathLst>
                <a:path w="1373504" h="338454">
                  <a:moveTo>
                    <a:pt x="1288541" y="0"/>
                  </a:moveTo>
                  <a:lnTo>
                    <a:pt x="84582" y="0"/>
                  </a:lnTo>
                  <a:lnTo>
                    <a:pt x="0" y="169164"/>
                  </a:lnTo>
                  <a:lnTo>
                    <a:pt x="84582" y="338328"/>
                  </a:lnTo>
                  <a:lnTo>
                    <a:pt x="1288541" y="338328"/>
                  </a:lnTo>
                  <a:lnTo>
                    <a:pt x="1373124" y="169164"/>
                  </a:lnTo>
                  <a:lnTo>
                    <a:pt x="1288541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358889" y="2948178"/>
              <a:ext cx="1373505" cy="338455"/>
            </a:xfrm>
            <a:custGeom>
              <a:avLst/>
              <a:gdLst/>
              <a:ahLst/>
              <a:cxnLst/>
              <a:rect l="l" t="t" r="r" b="b"/>
              <a:pathLst>
                <a:path w="1373504" h="338454">
                  <a:moveTo>
                    <a:pt x="0" y="169164"/>
                  </a:moveTo>
                  <a:lnTo>
                    <a:pt x="84582" y="0"/>
                  </a:lnTo>
                  <a:lnTo>
                    <a:pt x="1288541" y="0"/>
                  </a:lnTo>
                  <a:lnTo>
                    <a:pt x="1373124" y="169164"/>
                  </a:lnTo>
                  <a:lnTo>
                    <a:pt x="1288541" y="338328"/>
                  </a:lnTo>
                  <a:lnTo>
                    <a:pt x="84582" y="338328"/>
                  </a:lnTo>
                  <a:lnTo>
                    <a:pt x="0" y="169164"/>
                  </a:lnTo>
                  <a:close/>
                </a:path>
              </a:pathLst>
            </a:custGeom>
            <a:ln w="19050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31151" y="2641092"/>
              <a:ext cx="76200" cy="310515"/>
            </a:xfrm>
            <a:custGeom>
              <a:avLst/>
              <a:gdLst/>
              <a:ahLst/>
              <a:cxnLst/>
              <a:rect l="l" t="t" r="r" b="b"/>
              <a:pathLst>
                <a:path w="76200" h="31051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10260"/>
                  </a:lnTo>
                  <a:lnTo>
                    <a:pt x="44450" y="310260"/>
                  </a:lnTo>
                  <a:lnTo>
                    <a:pt x="44450" y="63500"/>
                  </a:lnTo>
                  <a:close/>
                </a:path>
                <a:path w="76200" h="31051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051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774560" y="2998723"/>
            <a:ext cx="542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solidFill>
                  <a:srgbClr val="00607E"/>
                </a:solidFill>
                <a:latin typeface="Lucida Sans Unicode"/>
                <a:cs typeface="Lucida Sans Unicode"/>
              </a:rPr>
              <a:t>HR</a:t>
            </a:r>
            <a:r>
              <a:rPr sz="1200" spc="-110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55" dirty="0">
                <a:solidFill>
                  <a:srgbClr val="00607E"/>
                </a:solidFill>
                <a:latin typeface="Lucida Sans Unicode"/>
                <a:cs typeface="Lucida Sans Unicode"/>
              </a:rPr>
              <a:t>Role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043683" y="3521964"/>
            <a:ext cx="4705350" cy="1228090"/>
            <a:chOff x="2043683" y="3521964"/>
            <a:chExt cx="4705350" cy="1228090"/>
          </a:xfrm>
        </p:grpSpPr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43683" y="3526536"/>
              <a:ext cx="363474" cy="37110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22575" y="3521964"/>
              <a:ext cx="4426458" cy="398538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43683" y="3941064"/>
              <a:ext cx="363474" cy="37110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22575" y="3936492"/>
              <a:ext cx="4328922" cy="39853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43683" y="4355592"/>
              <a:ext cx="363474" cy="37110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22575" y="4351020"/>
              <a:ext cx="3589782" cy="398538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2136394" y="3551047"/>
            <a:ext cx="4498340" cy="1069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Customize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roles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our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needs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&amp;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create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own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hierarchies</a:t>
            </a: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590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Custom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roles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are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usually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created</a:t>
            </a:r>
            <a:r>
              <a:rPr sz="14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by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SECURITYADMIN</a:t>
            </a: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spcBef>
                <a:spcPts val="158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Should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be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leading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up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D9D9D9"/>
                </a:solidFill>
                <a:latin typeface="Trebuchet MS"/>
                <a:cs typeface="Trebuchet MS"/>
              </a:rPr>
              <a:t>SYSADMIN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role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1734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USERADMIN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57400" y="1048511"/>
            <a:ext cx="4356735" cy="2529840"/>
            <a:chOff x="2057400" y="1048511"/>
            <a:chExt cx="4356735" cy="25298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7400" y="1048511"/>
              <a:ext cx="3752088" cy="252984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5883" y="2138108"/>
              <a:ext cx="2007742" cy="96996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32782" y="2292858"/>
              <a:ext cx="1374775" cy="338455"/>
            </a:xfrm>
            <a:custGeom>
              <a:avLst/>
              <a:gdLst/>
              <a:ahLst/>
              <a:cxnLst/>
              <a:rect l="l" t="t" r="r" b="b"/>
              <a:pathLst>
                <a:path w="1374775" h="338455">
                  <a:moveTo>
                    <a:pt x="1290065" y="0"/>
                  </a:moveTo>
                  <a:lnTo>
                    <a:pt x="84581" y="0"/>
                  </a:lnTo>
                  <a:lnTo>
                    <a:pt x="0" y="169164"/>
                  </a:lnTo>
                  <a:lnTo>
                    <a:pt x="84581" y="338328"/>
                  </a:lnTo>
                  <a:lnTo>
                    <a:pt x="1290065" y="338328"/>
                  </a:lnTo>
                  <a:lnTo>
                    <a:pt x="1374647" y="169164"/>
                  </a:lnTo>
                  <a:lnTo>
                    <a:pt x="1290065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32782" y="2292858"/>
              <a:ext cx="1374775" cy="338455"/>
            </a:xfrm>
            <a:custGeom>
              <a:avLst/>
              <a:gdLst/>
              <a:ahLst/>
              <a:cxnLst/>
              <a:rect l="l" t="t" r="r" b="b"/>
              <a:pathLst>
                <a:path w="1374775" h="338455">
                  <a:moveTo>
                    <a:pt x="0" y="169164"/>
                  </a:moveTo>
                  <a:lnTo>
                    <a:pt x="84581" y="0"/>
                  </a:lnTo>
                  <a:lnTo>
                    <a:pt x="1290065" y="0"/>
                  </a:lnTo>
                  <a:lnTo>
                    <a:pt x="1374647" y="169164"/>
                  </a:lnTo>
                  <a:lnTo>
                    <a:pt x="1290065" y="338328"/>
                  </a:lnTo>
                  <a:lnTo>
                    <a:pt x="84581" y="338328"/>
                  </a:lnTo>
                  <a:lnTo>
                    <a:pt x="0" y="169164"/>
                  </a:lnTo>
                  <a:close/>
                </a:path>
              </a:pathLst>
            </a:custGeom>
            <a:ln w="19050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43017" y="2355037"/>
            <a:ext cx="11360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solidFill>
                  <a:srgbClr val="00607E"/>
                </a:solidFill>
                <a:latin typeface="Lucida Sans Unicode"/>
                <a:cs typeface="Lucida Sans Unicode"/>
              </a:rPr>
              <a:t>Sales</a:t>
            </a:r>
            <a:r>
              <a:rPr sz="1200" spc="-100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114" dirty="0">
                <a:solidFill>
                  <a:srgbClr val="00607E"/>
                </a:solidFill>
                <a:latin typeface="Lucida Sans Unicode"/>
                <a:cs typeface="Lucida Sans Unicode"/>
              </a:rPr>
              <a:t>Admin</a:t>
            </a:r>
            <a:r>
              <a:rPr sz="1200" spc="-9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40" dirty="0">
                <a:solidFill>
                  <a:srgbClr val="00607E"/>
                </a:solidFill>
                <a:latin typeface="Lucida Sans Unicode"/>
                <a:cs typeface="Lucida Sans Unicode"/>
              </a:rPr>
              <a:t>Role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405884" y="1985772"/>
            <a:ext cx="2007870" cy="1782445"/>
            <a:chOff x="4405884" y="1985772"/>
            <a:chExt cx="2007870" cy="1782445"/>
          </a:xfrm>
        </p:grpSpPr>
        <p:sp>
          <p:nvSpPr>
            <p:cNvPr id="10" name="object 10"/>
            <p:cNvSpPr/>
            <p:nvPr/>
          </p:nvSpPr>
          <p:spPr>
            <a:xfrm>
              <a:off x="5074920" y="1985772"/>
              <a:ext cx="76200" cy="310515"/>
            </a:xfrm>
            <a:custGeom>
              <a:avLst/>
              <a:gdLst/>
              <a:ahLst/>
              <a:cxnLst/>
              <a:rect l="l" t="t" r="r" b="b"/>
              <a:pathLst>
                <a:path w="76200" h="31051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10260"/>
                  </a:lnTo>
                  <a:lnTo>
                    <a:pt x="44450" y="310260"/>
                  </a:lnTo>
                  <a:lnTo>
                    <a:pt x="44450" y="63500"/>
                  </a:lnTo>
                  <a:close/>
                </a:path>
                <a:path w="76200" h="31051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051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5884" y="2798000"/>
              <a:ext cx="2007742" cy="96996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732782" y="2952750"/>
              <a:ext cx="1374775" cy="338455"/>
            </a:xfrm>
            <a:custGeom>
              <a:avLst/>
              <a:gdLst/>
              <a:ahLst/>
              <a:cxnLst/>
              <a:rect l="l" t="t" r="r" b="b"/>
              <a:pathLst>
                <a:path w="1374775" h="338454">
                  <a:moveTo>
                    <a:pt x="1290065" y="0"/>
                  </a:moveTo>
                  <a:lnTo>
                    <a:pt x="84581" y="0"/>
                  </a:lnTo>
                  <a:lnTo>
                    <a:pt x="0" y="169163"/>
                  </a:lnTo>
                  <a:lnTo>
                    <a:pt x="84581" y="338327"/>
                  </a:lnTo>
                  <a:lnTo>
                    <a:pt x="1290065" y="338327"/>
                  </a:lnTo>
                  <a:lnTo>
                    <a:pt x="1374647" y="169163"/>
                  </a:lnTo>
                  <a:lnTo>
                    <a:pt x="1290065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32782" y="2952750"/>
              <a:ext cx="1374775" cy="338455"/>
            </a:xfrm>
            <a:custGeom>
              <a:avLst/>
              <a:gdLst/>
              <a:ahLst/>
              <a:cxnLst/>
              <a:rect l="l" t="t" r="r" b="b"/>
              <a:pathLst>
                <a:path w="1374775" h="338454">
                  <a:moveTo>
                    <a:pt x="0" y="169163"/>
                  </a:moveTo>
                  <a:lnTo>
                    <a:pt x="84581" y="0"/>
                  </a:lnTo>
                  <a:lnTo>
                    <a:pt x="1290065" y="0"/>
                  </a:lnTo>
                  <a:lnTo>
                    <a:pt x="1374647" y="169163"/>
                  </a:lnTo>
                  <a:lnTo>
                    <a:pt x="1290065" y="338327"/>
                  </a:lnTo>
                  <a:lnTo>
                    <a:pt x="84581" y="338327"/>
                  </a:lnTo>
                  <a:lnTo>
                    <a:pt x="0" y="169163"/>
                  </a:lnTo>
                  <a:close/>
                </a:path>
              </a:pathLst>
            </a:custGeom>
            <a:ln w="19049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06568" y="2645663"/>
              <a:ext cx="76200" cy="310515"/>
            </a:xfrm>
            <a:custGeom>
              <a:avLst/>
              <a:gdLst/>
              <a:ahLst/>
              <a:cxnLst/>
              <a:rect l="l" t="t" r="r" b="b"/>
              <a:pathLst>
                <a:path w="76200" h="31051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10261"/>
                  </a:lnTo>
                  <a:lnTo>
                    <a:pt x="44450" y="310261"/>
                  </a:lnTo>
                  <a:lnTo>
                    <a:pt x="44450" y="63500"/>
                  </a:lnTo>
                  <a:close/>
                </a:path>
                <a:path w="76200" h="31051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051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075935" y="3003295"/>
            <a:ext cx="6870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solidFill>
                  <a:srgbClr val="00607E"/>
                </a:solidFill>
                <a:latin typeface="Lucida Sans Unicode"/>
                <a:cs typeface="Lucida Sans Unicode"/>
              </a:rPr>
              <a:t>Sales</a:t>
            </a:r>
            <a:r>
              <a:rPr sz="1200" spc="-8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55" dirty="0">
                <a:solidFill>
                  <a:srgbClr val="00607E"/>
                </a:solidFill>
                <a:latin typeface="Lucida Sans Unicode"/>
                <a:cs typeface="Lucida Sans Unicode"/>
              </a:rPr>
              <a:t>Role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31991" y="2133536"/>
            <a:ext cx="2006600" cy="970280"/>
            <a:chOff x="6031991" y="2133536"/>
            <a:chExt cx="2006600" cy="97028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1991" y="2133536"/>
              <a:ext cx="2006218" cy="96996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358889" y="2288285"/>
              <a:ext cx="1373505" cy="338455"/>
            </a:xfrm>
            <a:custGeom>
              <a:avLst/>
              <a:gdLst/>
              <a:ahLst/>
              <a:cxnLst/>
              <a:rect l="l" t="t" r="r" b="b"/>
              <a:pathLst>
                <a:path w="1373504" h="338455">
                  <a:moveTo>
                    <a:pt x="1288541" y="0"/>
                  </a:moveTo>
                  <a:lnTo>
                    <a:pt x="84582" y="0"/>
                  </a:lnTo>
                  <a:lnTo>
                    <a:pt x="0" y="169163"/>
                  </a:lnTo>
                  <a:lnTo>
                    <a:pt x="84582" y="338327"/>
                  </a:lnTo>
                  <a:lnTo>
                    <a:pt x="1288541" y="338327"/>
                  </a:lnTo>
                  <a:lnTo>
                    <a:pt x="1373124" y="169163"/>
                  </a:lnTo>
                  <a:lnTo>
                    <a:pt x="1288541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58889" y="2288285"/>
              <a:ext cx="1373505" cy="338455"/>
            </a:xfrm>
            <a:custGeom>
              <a:avLst/>
              <a:gdLst/>
              <a:ahLst/>
              <a:cxnLst/>
              <a:rect l="l" t="t" r="r" b="b"/>
              <a:pathLst>
                <a:path w="1373504" h="338455">
                  <a:moveTo>
                    <a:pt x="0" y="169163"/>
                  </a:moveTo>
                  <a:lnTo>
                    <a:pt x="84582" y="0"/>
                  </a:lnTo>
                  <a:lnTo>
                    <a:pt x="1288541" y="0"/>
                  </a:lnTo>
                  <a:lnTo>
                    <a:pt x="1373124" y="169163"/>
                  </a:lnTo>
                  <a:lnTo>
                    <a:pt x="1288541" y="338327"/>
                  </a:lnTo>
                  <a:lnTo>
                    <a:pt x="84582" y="338327"/>
                  </a:lnTo>
                  <a:lnTo>
                    <a:pt x="0" y="169163"/>
                  </a:lnTo>
                  <a:close/>
                </a:path>
              </a:pathLst>
            </a:custGeom>
            <a:ln w="19050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541769" y="2350770"/>
            <a:ext cx="989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solidFill>
                  <a:srgbClr val="00607E"/>
                </a:solidFill>
                <a:latin typeface="Lucida Sans Unicode"/>
                <a:cs typeface="Lucida Sans Unicode"/>
              </a:rPr>
              <a:t>HR</a:t>
            </a:r>
            <a:r>
              <a:rPr sz="1200" spc="-9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120" dirty="0">
                <a:solidFill>
                  <a:srgbClr val="00607E"/>
                </a:solidFill>
                <a:latin typeface="Lucida Sans Unicode"/>
                <a:cs typeface="Lucida Sans Unicode"/>
              </a:rPr>
              <a:t>Admin</a:t>
            </a:r>
            <a:r>
              <a:rPr sz="1200" spc="-9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45" dirty="0">
                <a:solidFill>
                  <a:srgbClr val="00607E"/>
                </a:solidFill>
                <a:latin typeface="Lucida Sans Unicode"/>
                <a:cs typeface="Lucida Sans Unicode"/>
              </a:rPr>
              <a:t>Role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031991" y="2641092"/>
            <a:ext cx="2006600" cy="1122680"/>
            <a:chOff x="6031991" y="2641092"/>
            <a:chExt cx="2006600" cy="112268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1991" y="2793428"/>
              <a:ext cx="2006218" cy="96996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358889" y="2948178"/>
              <a:ext cx="1373505" cy="338455"/>
            </a:xfrm>
            <a:custGeom>
              <a:avLst/>
              <a:gdLst/>
              <a:ahLst/>
              <a:cxnLst/>
              <a:rect l="l" t="t" r="r" b="b"/>
              <a:pathLst>
                <a:path w="1373504" h="338454">
                  <a:moveTo>
                    <a:pt x="1288541" y="0"/>
                  </a:moveTo>
                  <a:lnTo>
                    <a:pt x="84582" y="0"/>
                  </a:lnTo>
                  <a:lnTo>
                    <a:pt x="0" y="169164"/>
                  </a:lnTo>
                  <a:lnTo>
                    <a:pt x="84582" y="338328"/>
                  </a:lnTo>
                  <a:lnTo>
                    <a:pt x="1288541" y="338328"/>
                  </a:lnTo>
                  <a:lnTo>
                    <a:pt x="1373124" y="169164"/>
                  </a:lnTo>
                  <a:lnTo>
                    <a:pt x="1288541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358889" y="2948178"/>
              <a:ext cx="1373505" cy="338455"/>
            </a:xfrm>
            <a:custGeom>
              <a:avLst/>
              <a:gdLst/>
              <a:ahLst/>
              <a:cxnLst/>
              <a:rect l="l" t="t" r="r" b="b"/>
              <a:pathLst>
                <a:path w="1373504" h="338454">
                  <a:moveTo>
                    <a:pt x="0" y="169164"/>
                  </a:moveTo>
                  <a:lnTo>
                    <a:pt x="84582" y="0"/>
                  </a:lnTo>
                  <a:lnTo>
                    <a:pt x="1288541" y="0"/>
                  </a:lnTo>
                  <a:lnTo>
                    <a:pt x="1373124" y="169164"/>
                  </a:lnTo>
                  <a:lnTo>
                    <a:pt x="1288541" y="338328"/>
                  </a:lnTo>
                  <a:lnTo>
                    <a:pt x="84582" y="338328"/>
                  </a:lnTo>
                  <a:lnTo>
                    <a:pt x="0" y="169164"/>
                  </a:lnTo>
                  <a:close/>
                </a:path>
              </a:pathLst>
            </a:custGeom>
            <a:ln w="19050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31151" y="2641092"/>
              <a:ext cx="76200" cy="310515"/>
            </a:xfrm>
            <a:custGeom>
              <a:avLst/>
              <a:gdLst/>
              <a:ahLst/>
              <a:cxnLst/>
              <a:rect l="l" t="t" r="r" b="b"/>
              <a:pathLst>
                <a:path w="76200" h="31051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10260"/>
                  </a:lnTo>
                  <a:lnTo>
                    <a:pt x="44450" y="310260"/>
                  </a:lnTo>
                  <a:lnTo>
                    <a:pt x="44450" y="63500"/>
                  </a:lnTo>
                  <a:close/>
                </a:path>
                <a:path w="76200" h="31051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051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774560" y="2998723"/>
            <a:ext cx="542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solidFill>
                  <a:srgbClr val="00607E"/>
                </a:solidFill>
                <a:latin typeface="Lucida Sans Unicode"/>
                <a:cs typeface="Lucida Sans Unicode"/>
              </a:rPr>
              <a:t>HR</a:t>
            </a:r>
            <a:r>
              <a:rPr sz="1200" spc="-110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55" dirty="0">
                <a:solidFill>
                  <a:srgbClr val="00607E"/>
                </a:solidFill>
                <a:latin typeface="Lucida Sans Unicode"/>
                <a:cs typeface="Lucida Sans Unicode"/>
              </a:rPr>
              <a:t>Role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043683" y="3521964"/>
            <a:ext cx="4248150" cy="398780"/>
            <a:chOff x="2043683" y="3521964"/>
            <a:chExt cx="4248150" cy="398780"/>
          </a:xfrm>
        </p:grpSpPr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43683" y="3526536"/>
              <a:ext cx="363474" cy="37110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22575" y="3521964"/>
              <a:ext cx="3969258" cy="398538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2042160" y="3979164"/>
            <a:ext cx="4634230" cy="398780"/>
            <a:chOff x="2042160" y="3979164"/>
            <a:chExt cx="4634230" cy="398780"/>
          </a:xfrm>
        </p:grpSpPr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42160" y="3982212"/>
              <a:ext cx="363474" cy="37261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21052" y="3979164"/>
              <a:ext cx="4354830" cy="398538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2133980" y="3551047"/>
            <a:ext cx="44259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 indent="-286385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300990" algn="l"/>
              </a:tabLst>
            </a:pP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Create</a:t>
            </a:r>
            <a:r>
              <a:rPr sz="14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Users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&amp;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5" dirty="0">
                <a:solidFill>
                  <a:srgbClr val="D9D9D9"/>
                </a:solidFill>
                <a:latin typeface="Trebuchet MS"/>
                <a:cs typeface="Trebuchet MS"/>
              </a:rPr>
              <a:t>Roles</a:t>
            </a:r>
            <a:r>
              <a:rPr sz="14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(User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&amp;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Role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Management)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95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25" dirty="0">
                <a:solidFill>
                  <a:srgbClr val="D9D9D9"/>
                </a:solidFill>
                <a:latin typeface="Trebuchet MS"/>
                <a:cs typeface="Trebuchet MS"/>
              </a:rPr>
              <a:t>Not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for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granting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privileges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(only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one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that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D9D9D9"/>
                </a:solidFill>
                <a:latin typeface="Trebuchet MS"/>
                <a:cs typeface="Trebuchet MS"/>
              </a:rPr>
              <a:t>is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owns)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5803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PUBLIC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057400" y="1048511"/>
            <a:ext cx="4356735" cy="2529840"/>
            <a:chOff x="2057400" y="1048511"/>
            <a:chExt cx="4356735" cy="25298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7400" y="1048511"/>
              <a:ext cx="3752088" cy="252984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5883" y="2138108"/>
              <a:ext cx="2007742" cy="96996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732782" y="2292858"/>
              <a:ext cx="1374775" cy="338455"/>
            </a:xfrm>
            <a:custGeom>
              <a:avLst/>
              <a:gdLst/>
              <a:ahLst/>
              <a:cxnLst/>
              <a:rect l="l" t="t" r="r" b="b"/>
              <a:pathLst>
                <a:path w="1374775" h="338455">
                  <a:moveTo>
                    <a:pt x="1290065" y="0"/>
                  </a:moveTo>
                  <a:lnTo>
                    <a:pt x="84581" y="0"/>
                  </a:lnTo>
                  <a:lnTo>
                    <a:pt x="0" y="169164"/>
                  </a:lnTo>
                  <a:lnTo>
                    <a:pt x="84581" y="338328"/>
                  </a:lnTo>
                  <a:lnTo>
                    <a:pt x="1290065" y="338328"/>
                  </a:lnTo>
                  <a:lnTo>
                    <a:pt x="1374647" y="169164"/>
                  </a:lnTo>
                  <a:lnTo>
                    <a:pt x="1290065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732782" y="2292858"/>
              <a:ext cx="1374775" cy="338455"/>
            </a:xfrm>
            <a:custGeom>
              <a:avLst/>
              <a:gdLst/>
              <a:ahLst/>
              <a:cxnLst/>
              <a:rect l="l" t="t" r="r" b="b"/>
              <a:pathLst>
                <a:path w="1374775" h="338455">
                  <a:moveTo>
                    <a:pt x="0" y="169164"/>
                  </a:moveTo>
                  <a:lnTo>
                    <a:pt x="84581" y="0"/>
                  </a:lnTo>
                  <a:lnTo>
                    <a:pt x="1290065" y="0"/>
                  </a:lnTo>
                  <a:lnTo>
                    <a:pt x="1374647" y="169164"/>
                  </a:lnTo>
                  <a:lnTo>
                    <a:pt x="1290065" y="338328"/>
                  </a:lnTo>
                  <a:lnTo>
                    <a:pt x="84581" y="338328"/>
                  </a:lnTo>
                  <a:lnTo>
                    <a:pt x="0" y="169164"/>
                  </a:lnTo>
                  <a:close/>
                </a:path>
              </a:pathLst>
            </a:custGeom>
            <a:ln w="19050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843017" y="2355037"/>
            <a:ext cx="113601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solidFill>
                  <a:srgbClr val="00607E"/>
                </a:solidFill>
                <a:latin typeface="Lucida Sans Unicode"/>
                <a:cs typeface="Lucida Sans Unicode"/>
              </a:rPr>
              <a:t>Sales</a:t>
            </a:r>
            <a:r>
              <a:rPr sz="1200" spc="-100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114" dirty="0">
                <a:solidFill>
                  <a:srgbClr val="00607E"/>
                </a:solidFill>
                <a:latin typeface="Lucida Sans Unicode"/>
                <a:cs typeface="Lucida Sans Unicode"/>
              </a:rPr>
              <a:t>Admin</a:t>
            </a:r>
            <a:r>
              <a:rPr sz="1200" spc="-9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40" dirty="0">
                <a:solidFill>
                  <a:srgbClr val="00607E"/>
                </a:solidFill>
                <a:latin typeface="Lucida Sans Unicode"/>
                <a:cs typeface="Lucida Sans Unicode"/>
              </a:rPr>
              <a:t>Role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405884" y="1985772"/>
            <a:ext cx="2007870" cy="1782445"/>
            <a:chOff x="4405884" y="1985772"/>
            <a:chExt cx="2007870" cy="1782445"/>
          </a:xfrm>
        </p:grpSpPr>
        <p:sp>
          <p:nvSpPr>
            <p:cNvPr id="10" name="object 10"/>
            <p:cNvSpPr/>
            <p:nvPr/>
          </p:nvSpPr>
          <p:spPr>
            <a:xfrm>
              <a:off x="5074920" y="1985772"/>
              <a:ext cx="76200" cy="310515"/>
            </a:xfrm>
            <a:custGeom>
              <a:avLst/>
              <a:gdLst/>
              <a:ahLst/>
              <a:cxnLst/>
              <a:rect l="l" t="t" r="r" b="b"/>
              <a:pathLst>
                <a:path w="76200" h="31051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10260"/>
                  </a:lnTo>
                  <a:lnTo>
                    <a:pt x="44450" y="310260"/>
                  </a:lnTo>
                  <a:lnTo>
                    <a:pt x="44450" y="63500"/>
                  </a:lnTo>
                  <a:close/>
                </a:path>
                <a:path w="76200" h="31051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051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5884" y="2798000"/>
              <a:ext cx="2007742" cy="969962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732782" y="2952750"/>
              <a:ext cx="1374775" cy="338455"/>
            </a:xfrm>
            <a:custGeom>
              <a:avLst/>
              <a:gdLst/>
              <a:ahLst/>
              <a:cxnLst/>
              <a:rect l="l" t="t" r="r" b="b"/>
              <a:pathLst>
                <a:path w="1374775" h="338454">
                  <a:moveTo>
                    <a:pt x="1290065" y="0"/>
                  </a:moveTo>
                  <a:lnTo>
                    <a:pt x="84581" y="0"/>
                  </a:lnTo>
                  <a:lnTo>
                    <a:pt x="0" y="169163"/>
                  </a:lnTo>
                  <a:lnTo>
                    <a:pt x="84581" y="338327"/>
                  </a:lnTo>
                  <a:lnTo>
                    <a:pt x="1290065" y="338327"/>
                  </a:lnTo>
                  <a:lnTo>
                    <a:pt x="1374647" y="169163"/>
                  </a:lnTo>
                  <a:lnTo>
                    <a:pt x="1290065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732782" y="2952750"/>
              <a:ext cx="1374775" cy="338455"/>
            </a:xfrm>
            <a:custGeom>
              <a:avLst/>
              <a:gdLst/>
              <a:ahLst/>
              <a:cxnLst/>
              <a:rect l="l" t="t" r="r" b="b"/>
              <a:pathLst>
                <a:path w="1374775" h="338454">
                  <a:moveTo>
                    <a:pt x="0" y="169163"/>
                  </a:moveTo>
                  <a:lnTo>
                    <a:pt x="84581" y="0"/>
                  </a:lnTo>
                  <a:lnTo>
                    <a:pt x="1290065" y="0"/>
                  </a:lnTo>
                  <a:lnTo>
                    <a:pt x="1374647" y="169163"/>
                  </a:lnTo>
                  <a:lnTo>
                    <a:pt x="1290065" y="338327"/>
                  </a:lnTo>
                  <a:lnTo>
                    <a:pt x="84581" y="338327"/>
                  </a:lnTo>
                  <a:lnTo>
                    <a:pt x="0" y="169163"/>
                  </a:lnTo>
                  <a:close/>
                </a:path>
              </a:pathLst>
            </a:custGeom>
            <a:ln w="19049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306568" y="2645663"/>
              <a:ext cx="76200" cy="310515"/>
            </a:xfrm>
            <a:custGeom>
              <a:avLst/>
              <a:gdLst/>
              <a:ahLst/>
              <a:cxnLst/>
              <a:rect l="l" t="t" r="r" b="b"/>
              <a:pathLst>
                <a:path w="76200" h="31051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10261"/>
                  </a:lnTo>
                  <a:lnTo>
                    <a:pt x="44450" y="310261"/>
                  </a:lnTo>
                  <a:lnTo>
                    <a:pt x="44450" y="63500"/>
                  </a:lnTo>
                  <a:close/>
                </a:path>
                <a:path w="76200" h="31051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051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075935" y="3003295"/>
            <a:ext cx="6870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0" dirty="0">
                <a:solidFill>
                  <a:srgbClr val="00607E"/>
                </a:solidFill>
                <a:latin typeface="Lucida Sans Unicode"/>
                <a:cs typeface="Lucida Sans Unicode"/>
              </a:rPr>
              <a:t>Sales</a:t>
            </a:r>
            <a:r>
              <a:rPr sz="1200" spc="-8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55" dirty="0">
                <a:solidFill>
                  <a:srgbClr val="00607E"/>
                </a:solidFill>
                <a:latin typeface="Lucida Sans Unicode"/>
                <a:cs typeface="Lucida Sans Unicode"/>
              </a:rPr>
              <a:t>Role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31991" y="2133536"/>
            <a:ext cx="2006600" cy="970280"/>
            <a:chOff x="6031991" y="2133536"/>
            <a:chExt cx="2006600" cy="97028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1991" y="2133536"/>
              <a:ext cx="2006218" cy="96996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358889" y="2288285"/>
              <a:ext cx="1373505" cy="338455"/>
            </a:xfrm>
            <a:custGeom>
              <a:avLst/>
              <a:gdLst/>
              <a:ahLst/>
              <a:cxnLst/>
              <a:rect l="l" t="t" r="r" b="b"/>
              <a:pathLst>
                <a:path w="1373504" h="338455">
                  <a:moveTo>
                    <a:pt x="1288541" y="0"/>
                  </a:moveTo>
                  <a:lnTo>
                    <a:pt x="84582" y="0"/>
                  </a:lnTo>
                  <a:lnTo>
                    <a:pt x="0" y="169163"/>
                  </a:lnTo>
                  <a:lnTo>
                    <a:pt x="84582" y="338327"/>
                  </a:lnTo>
                  <a:lnTo>
                    <a:pt x="1288541" y="338327"/>
                  </a:lnTo>
                  <a:lnTo>
                    <a:pt x="1373124" y="169163"/>
                  </a:lnTo>
                  <a:lnTo>
                    <a:pt x="1288541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58889" y="2288285"/>
              <a:ext cx="1373505" cy="338455"/>
            </a:xfrm>
            <a:custGeom>
              <a:avLst/>
              <a:gdLst/>
              <a:ahLst/>
              <a:cxnLst/>
              <a:rect l="l" t="t" r="r" b="b"/>
              <a:pathLst>
                <a:path w="1373504" h="338455">
                  <a:moveTo>
                    <a:pt x="0" y="169163"/>
                  </a:moveTo>
                  <a:lnTo>
                    <a:pt x="84582" y="0"/>
                  </a:lnTo>
                  <a:lnTo>
                    <a:pt x="1288541" y="0"/>
                  </a:lnTo>
                  <a:lnTo>
                    <a:pt x="1373124" y="169163"/>
                  </a:lnTo>
                  <a:lnTo>
                    <a:pt x="1288541" y="338327"/>
                  </a:lnTo>
                  <a:lnTo>
                    <a:pt x="84582" y="338327"/>
                  </a:lnTo>
                  <a:lnTo>
                    <a:pt x="0" y="169163"/>
                  </a:lnTo>
                  <a:close/>
                </a:path>
              </a:pathLst>
            </a:custGeom>
            <a:ln w="19050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541769" y="2350770"/>
            <a:ext cx="989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solidFill>
                  <a:srgbClr val="00607E"/>
                </a:solidFill>
                <a:latin typeface="Lucida Sans Unicode"/>
                <a:cs typeface="Lucida Sans Unicode"/>
              </a:rPr>
              <a:t>HR</a:t>
            </a:r>
            <a:r>
              <a:rPr sz="1200" spc="-9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120" dirty="0">
                <a:solidFill>
                  <a:srgbClr val="00607E"/>
                </a:solidFill>
                <a:latin typeface="Lucida Sans Unicode"/>
                <a:cs typeface="Lucida Sans Unicode"/>
              </a:rPr>
              <a:t>Admin</a:t>
            </a:r>
            <a:r>
              <a:rPr sz="1200" spc="-95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45" dirty="0">
                <a:solidFill>
                  <a:srgbClr val="00607E"/>
                </a:solidFill>
                <a:latin typeface="Lucida Sans Unicode"/>
                <a:cs typeface="Lucida Sans Unicode"/>
              </a:rPr>
              <a:t>Role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6031991" y="2641092"/>
            <a:ext cx="2006600" cy="1122680"/>
            <a:chOff x="6031991" y="2641092"/>
            <a:chExt cx="2006600" cy="112268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31991" y="2793428"/>
              <a:ext cx="2006218" cy="96996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358889" y="2948178"/>
              <a:ext cx="1373505" cy="338455"/>
            </a:xfrm>
            <a:custGeom>
              <a:avLst/>
              <a:gdLst/>
              <a:ahLst/>
              <a:cxnLst/>
              <a:rect l="l" t="t" r="r" b="b"/>
              <a:pathLst>
                <a:path w="1373504" h="338454">
                  <a:moveTo>
                    <a:pt x="1288541" y="0"/>
                  </a:moveTo>
                  <a:lnTo>
                    <a:pt x="84582" y="0"/>
                  </a:lnTo>
                  <a:lnTo>
                    <a:pt x="0" y="169164"/>
                  </a:lnTo>
                  <a:lnTo>
                    <a:pt x="84582" y="338328"/>
                  </a:lnTo>
                  <a:lnTo>
                    <a:pt x="1288541" y="338328"/>
                  </a:lnTo>
                  <a:lnTo>
                    <a:pt x="1373124" y="169164"/>
                  </a:lnTo>
                  <a:lnTo>
                    <a:pt x="1288541" y="0"/>
                  </a:lnTo>
                  <a:close/>
                </a:path>
              </a:pathLst>
            </a:custGeom>
            <a:solidFill>
              <a:srgbClr val="BCBC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358889" y="2948178"/>
              <a:ext cx="1373505" cy="338455"/>
            </a:xfrm>
            <a:custGeom>
              <a:avLst/>
              <a:gdLst/>
              <a:ahLst/>
              <a:cxnLst/>
              <a:rect l="l" t="t" r="r" b="b"/>
              <a:pathLst>
                <a:path w="1373504" h="338454">
                  <a:moveTo>
                    <a:pt x="0" y="169164"/>
                  </a:moveTo>
                  <a:lnTo>
                    <a:pt x="84582" y="0"/>
                  </a:lnTo>
                  <a:lnTo>
                    <a:pt x="1288541" y="0"/>
                  </a:lnTo>
                  <a:lnTo>
                    <a:pt x="1373124" y="169164"/>
                  </a:lnTo>
                  <a:lnTo>
                    <a:pt x="1288541" y="338328"/>
                  </a:lnTo>
                  <a:lnTo>
                    <a:pt x="84582" y="338328"/>
                  </a:lnTo>
                  <a:lnTo>
                    <a:pt x="0" y="169164"/>
                  </a:lnTo>
                  <a:close/>
                </a:path>
              </a:pathLst>
            </a:custGeom>
            <a:ln w="19050">
              <a:solidFill>
                <a:srgbClr val="0049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31151" y="2641092"/>
              <a:ext cx="76200" cy="310515"/>
            </a:xfrm>
            <a:custGeom>
              <a:avLst/>
              <a:gdLst/>
              <a:ahLst/>
              <a:cxnLst/>
              <a:rect l="l" t="t" r="r" b="b"/>
              <a:pathLst>
                <a:path w="76200" h="310514">
                  <a:moveTo>
                    <a:pt x="44450" y="63500"/>
                  </a:moveTo>
                  <a:lnTo>
                    <a:pt x="31750" y="63500"/>
                  </a:lnTo>
                  <a:lnTo>
                    <a:pt x="31750" y="310260"/>
                  </a:lnTo>
                  <a:lnTo>
                    <a:pt x="44450" y="310260"/>
                  </a:lnTo>
                  <a:lnTo>
                    <a:pt x="44450" y="63500"/>
                  </a:lnTo>
                  <a:close/>
                </a:path>
                <a:path w="76200" h="310514">
                  <a:moveTo>
                    <a:pt x="38100" y="0"/>
                  </a:moveTo>
                  <a:lnTo>
                    <a:pt x="0" y="76200"/>
                  </a:lnTo>
                  <a:lnTo>
                    <a:pt x="31750" y="76200"/>
                  </a:lnTo>
                  <a:lnTo>
                    <a:pt x="3175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310514">
                  <a:moveTo>
                    <a:pt x="69850" y="63500"/>
                  </a:moveTo>
                  <a:lnTo>
                    <a:pt x="44450" y="63500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00C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774560" y="2998723"/>
            <a:ext cx="542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65" dirty="0">
                <a:solidFill>
                  <a:srgbClr val="00607E"/>
                </a:solidFill>
                <a:latin typeface="Lucida Sans Unicode"/>
                <a:cs typeface="Lucida Sans Unicode"/>
              </a:rPr>
              <a:t>HR</a:t>
            </a:r>
            <a:r>
              <a:rPr sz="1200" spc="-110" dirty="0">
                <a:solidFill>
                  <a:srgbClr val="00607E"/>
                </a:solidFill>
                <a:latin typeface="Lucida Sans Unicode"/>
                <a:cs typeface="Lucida Sans Unicode"/>
              </a:rPr>
              <a:t> </a:t>
            </a:r>
            <a:r>
              <a:rPr sz="1200" spc="-55" dirty="0">
                <a:solidFill>
                  <a:srgbClr val="00607E"/>
                </a:solidFill>
                <a:latin typeface="Lucida Sans Unicode"/>
                <a:cs typeface="Lucida Sans Unicode"/>
              </a:rPr>
              <a:t>Role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043683" y="3521964"/>
            <a:ext cx="4248150" cy="398780"/>
            <a:chOff x="2043683" y="3521964"/>
            <a:chExt cx="4248150" cy="398780"/>
          </a:xfrm>
        </p:grpSpPr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43683" y="3526536"/>
              <a:ext cx="363474" cy="37110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22575" y="3521964"/>
              <a:ext cx="3969258" cy="398538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2042160" y="3979164"/>
            <a:ext cx="4634230" cy="398780"/>
            <a:chOff x="2042160" y="3979164"/>
            <a:chExt cx="4634230" cy="398780"/>
          </a:xfrm>
        </p:grpSpPr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042160" y="3982212"/>
              <a:ext cx="363474" cy="37261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21052" y="3979164"/>
              <a:ext cx="4354830" cy="398538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2133980" y="3551047"/>
            <a:ext cx="44259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0990" indent="-286385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300990" algn="l"/>
              </a:tabLst>
            </a:pP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Create</a:t>
            </a:r>
            <a:r>
              <a:rPr sz="14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Users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&amp;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5" dirty="0">
                <a:solidFill>
                  <a:srgbClr val="D9D9D9"/>
                </a:solidFill>
                <a:latin typeface="Trebuchet MS"/>
                <a:cs typeface="Trebuchet MS"/>
              </a:rPr>
              <a:t>Roles</a:t>
            </a:r>
            <a:r>
              <a:rPr sz="14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(User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&amp;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Role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Management)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95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25" dirty="0">
                <a:solidFill>
                  <a:srgbClr val="D9D9D9"/>
                </a:solidFill>
                <a:latin typeface="Trebuchet MS"/>
                <a:cs typeface="Trebuchet MS"/>
              </a:rPr>
              <a:t>Not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for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granting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privileges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(only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the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one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that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D9D9D9"/>
                </a:solidFill>
                <a:latin typeface="Trebuchet MS"/>
                <a:cs typeface="Trebuchet MS"/>
              </a:rPr>
              <a:t>is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owns)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58035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PUBLIC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28672" y="1124711"/>
            <a:ext cx="4490085" cy="2216785"/>
            <a:chOff x="2328672" y="1124711"/>
            <a:chExt cx="4490085" cy="22167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9400" y="1124711"/>
              <a:ext cx="3998976" cy="18288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8672" y="2945891"/>
              <a:ext cx="363474" cy="37261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07563" y="2942831"/>
              <a:ext cx="3480054" cy="398538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2328672" y="3400031"/>
            <a:ext cx="4194810" cy="398780"/>
            <a:chOff x="2328672" y="3400031"/>
            <a:chExt cx="4194810" cy="39878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8672" y="3403091"/>
              <a:ext cx="363474" cy="37261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07563" y="3400031"/>
              <a:ext cx="3915917" cy="398538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2328672" y="3857244"/>
            <a:ext cx="1770380" cy="398780"/>
            <a:chOff x="2328672" y="3857244"/>
            <a:chExt cx="1770380" cy="39878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8672" y="3860292"/>
              <a:ext cx="363474" cy="37261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07563" y="3857244"/>
              <a:ext cx="1491234" cy="398538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2328672" y="4302252"/>
            <a:ext cx="3933190" cy="398780"/>
            <a:chOff x="2328672" y="4302252"/>
            <a:chExt cx="3933190" cy="398780"/>
          </a:xfrm>
        </p:grpSpPr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28672" y="4305300"/>
              <a:ext cx="363474" cy="37261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07563" y="4302252"/>
              <a:ext cx="3653790" cy="398538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2421382" y="2970987"/>
            <a:ext cx="3995420" cy="15995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Least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privileged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role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(bottom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0" dirty="0">
                <a:solidFill>
                  <a:srgbClr val="D9D9D9"/>
                </a:solidFill>
                <a:latin typeface="Trebuchet MS"/>
                <a:cs typeface="Trebuchet MS"/>
              </a:rPr>
              <a:t>of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hierarchy)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95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Every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user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D9D9D9"/>
                </a:solidFill>
                <a:latin typeface="Trebuchet MS"/>
                <a:cs typeface="Trebuchet MS"/>
              </a:rPr>
              <a:t>is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automatically</a:t>
            </a:r>
            <a:r>
              <a:rPr sz="14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assigned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5" dirty="0">
                <a:solidFill>
                  <a:srgbClr val="D9D9D9"/>
                </a:solidFill>
                <a:latin typeface="Trebuchet MS"/>
                <a:cs typeface="Trebuchet MS"/>
              </a:rPr>
              <a:t>this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role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95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Can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own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objects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95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These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objects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are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5" dirty="0">
                <a:solidFill>
                  <a:srgbClr val="D9D9D9"/>
                </a:solidFill>
                <a:latin typeface="Trebuchet MS"/>
                <a:cs typeface="Trebuchet MS"/>
              </a:rPr>
              <a:t>then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available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to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everyone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7742" y="2339086"/>
            <a:ext cx="41306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Snowflake</a:t>
            </a:r>
            <a:r>
              <a:rPr spc="-25" dirty="0"/>
              <a:t> </a:t>
            </a:r>
            <a:r>
              <a:rPr dirty="0"/>
              <a:t>&amp;</a:t>
            </a:r>
            <a:r>
              <a:rPr spc="-15" dirty="0"/>
              <a:t> </a:t>
            </a:r>
            <a:r>
              <a:rPr dirty="0"/>
              <a:t>Other</a:t>
            </a:r>
            <a:r>
              <a:rPr spc="-10" dirty="0"/>
              <a:t> Tools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51632" y="1299972"/>
            <a:ext cx="3575685" cy="3843654"/>
            <a:chOff x="3151632" y="1299972"/>
            <a:chExt cx="3575685" cy="3843654"/>
          </a:xfrm>
        </p:grpSpPr>
        <p:sp>
          <p:nvSpPr>
            <p:cNvPr id="3" name="object 3"/>
            <p:cNvSpPr/>
            <p:nvPr/>
          </p:nvSpPr>
          <p:spPr>
            <a:xfrm>
              <a:off x="4495800" y="1299972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285241" y="42290"/>
                  </a:moveTo>
                  <a:lnTo>
                    <a:pt x="73405" y="42290"/>
                  </a:lnTo>
                  <a:lnTo>
                    <a:pt x="61438" y="44771"/>
                  </a:lnTo>
                  <a:lnTo>
                    <a:pt x="51577" y="51562"/>
                  </a:lnTo>
                  <a:lnTo>
                    <a:pt x="44884" y="61686"/>
                  </a:lnTo>
                  <a:lnTo>
                    <a:pt x="42417" y="74167"/>
                  </a:lnTo>
                  <a:lnTo>
                    <a:pt x="42417" y="84581"/>
                  </a:lnTo>
                  <a:lnTo>
                    <a:pt x="4699" y="84581"/>
                  </a:lnTo>
                  <a:lnTo>
                    <a:pt x="0" y="89280"/>
                  </a:lnTo>
                  <a:lnTo>
                    <a:pt x="0" y="100456"/>
                  </a:lnTo>
                  <a:lnTo>
                    <a:pt x="4699" y="105155"/>
                  </a:lnTo>
                  <a:lnTo>
                    <a:pt x="42417" y="105155"/>
                  </a:lnTo>
                  <a:lnTo>
                    <a:pt x="42417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7"/>
                  </a:lnTo>
                  <a:lnTo>
                    <a:pt x="4699" y="148336"/>
                  </a:lnTo>
                  <a:lnTo>
                    <a:pt x="42417" y="148336"/>
                  </a:lnTo>
                  <a:lnTo>
                    <a:pt x="42417" y="169037"/>
                  </a:lnTo>
                  <a:lnTo>
                    <a:pt x="4699" y="169037"/>
                  </a:lnTo>
                  <a:lnTo>
                    <a:pt x="0" y="173736"/>
                  </a:lnTo>
                  <a:lnTo>
                    <a:pt x="0" y="185927"/>
                  </a:lnTo>
                  <a:lnTo>
                    <a:pt x="4699" y="190626"/>
                  </a:lnTo>
                  <a:lnTo>
                    <a:pt x="42417" y="190626"/>
                  </a:lnTo>
                  <a:lnTo>
                    <a:pt x="42417" y="211327"/>
                  </a:lnTo>
                  <a:lnTo>
                    <a:pt x="4699" y="211327"/>
                  </a:lnTo>
                  <a:lnTo>
                    <a:pt x="0" y="216026"/>
                  </a:lnTo>
                  <a:lnTo>
                    <a:pt x="0" y="228218"/>
                  </a:lnTo>
                  <a:lnTo>
                    <a:pt x="4699" y="232917"/>
                  </a:lnTo>
                  <a:lnTo>
                    <a:pt x="42417" y="232917"/>
                  </a:lnTo>
                  <a:lnTo>
                    <a:pt x="42417" y="253491"/>
                  </a:lnTo>
                  <a:lnTo>
                    <a:pt x="4699" y="253491"/>
                  </a:lnTo>
                  <a:lnTo>
                    <a:pt x="0" y="258190"/>
                  </a:lnTo>
                  <a:lnTo>
                    <a:pt x="0" y="270382"/>
                  </a:lnTo>
                  <a:lnTo>
                    <a:pt x="4699" y="275081"/>
                  </a:lnTo>
                  <a:lnTo>
                    <a:pt x="42417" y="275081"/>
                  </a:lnTo>
                  <a:lnTo>
                    <a:pt x="42417" y="285495"/>
                  </a:lnTo>
                  <a:lnTo>
                    <a:pt x="44884" y="297977"/>
                  </a:lnTo>
                  <a:lnTo>
                    <a:pt x="51577" y="308101"/>
                  </a:lnTo>
                  <a:lnTo>
                    <a:pt x="61438" y="314892"/>
                  </a:lnTo>
                  <a:lnTo>
                    <a:pt x="73405" y="317373"/>
                  </a:lnTo>
                  <a:lnTo>
                    <a:pt x="84709" y="317373"/>
                  </a:lnTo>
                  <a:lnTo>
                    <a:pt x="84709" y="354964"/>
                  </a:lnTo>
                  <a:lnTo>
                    <a:pt x="89408" y="359663"/>
                  </a:lnTo>
                  <a:lnTo>
                    <a:pt x="100711" y="359663"/>
                  </a:lnTo>
                  <a:lnTo>
                    <a:pt x="105410" y="354964"/>
                  </a:lnTo>
                  <a:lnTo>
                    <a:pt x="105410" y="314578"/>
                  </a:lnTo>
                  <a:lnTo>
                    <a:pt x="285241" y="314578"/>
                  </a:lnTo>
                  <a:lnTo>
                    <a:pt x="297797" y="312098"/>
                  </a:lnTo>
                  <a:lnTo>
                    <a:pt x="307959" y="305307"/>
                  </a:lnTo>
                  <a:lnTo>
                    <a:pt x="314763" y="295183"/>
                  </a:lnTo>
                  <a:lnTo>
                    <a:pt x="314821" y="294893"/>
                  </a:lnTo>
                  <a:lnTo>
                    <a:pt x="69723" y="294893"/>
                  </a:lnTo>
                  <a:lnTo>
                    <a:pt x="65912" y="290194"/>
                  </a:lnTo>
                  <a:lnTo>
                    <a:pt x="65912" y="69468"/>
                  </a:lnTo>
                  <a:lnTo>
                    <a:pt x="69723" y="64769"/>
                  </a:lnTo>
                  <a:lnTo>
                    <a:pt x="315376" y="64769"/>
                  </a:lnTo>
                  <a:lnTo>
                    <a:pt x="314763" y="61686"/>
                  </a:lnTo>
                  <a:lnTo>
                    <a:pt x="307959" y="51562"/>
                  </a:lnTo>
                  <a:lnTo>
                    <a:pt x="297797" y="44771"/>
                  </a:lnTo>
                  <a:lnTo>
                    <a:pt x="285241" y="42290"/>
                  </a:lnTo>
                  <a:close/>
                </a:path>
                <a:path w="360045" h="360044">
                  <a:moveTo>
                    <a:pt x="147827" y="314578"/>
                  </a:moveTo>
                  <a:lnTo>
                    <a:pt x="127126" y="314578"/>
                  </a:lnTo>
                  <a:lnTo>
                    <a:pt x="127126" y="352170"/>
                  </a:lnTo>
                  <a:lnTo>
                    <a:pt x="131825" y="356869"/>
                  </a:lnTo>
                  <a:lnTo>
                    <a:pt x="143128" y="356869"/>
                  </a:lnTo>
                  <a:lnTo>
                    <a:pt x="147827" y="352170"/>
                  </a:lnTo>
                  <a:lnTo>
                    <a:pt x="147827" y="314578"/>
                  </a:lnTo>
                  <a:close/>
                </a:path>
                <a:path w="360045" h="360044">
                  <a:moveTo>
                    <a:pt x="190246" y="314578"/>
                  </a:moveTo>
                  <a:lnTo>
                    <a:pt x="169417" y="314578"/>
                  </a:lnTo>
                  <a:lnTo>
                    <a:pt x="169417" y="352170"/>
                  </a:lnTo>
                  <a:lnTo>
                    <a:pt x="174244" y="356869"/>
                  </a:lnTo>
                  <a:lnTo>
                    <a:pt x="185420" y="356869"/>
                  </a:lnTo>
                  <a:lnTo>
                    <a:pt x="190246" y="352170"/>
                  </a:lnTo>
                  <a:lnTo>
                    <a:pt x="190246" y="314578"/>
                  </a:lnTo>
                  <a:close/>
                </a:path>
                <a:path w="360045" h="360044">
                  <a:moveTo>
                    <a:pt x="232537" y="314578"/>
                  </a:moveTo>
                  <a:lnTo>
                    <a:pt x="211836" y="314578"/>
                  </a:lnTo>
                  <a:lnTo>
                    <a:pt x="211836" y="352170"/>
                  </a:lnTo>
                  <a:lnTo>
                    <a:pt x="216535" y="356869"/>
                  </a:lnTo>
                  <a:lnTo>
                    <a:pt x="227837" y="356869"/>
                  </a:lnTo>
                  <a:lnTo>
                    <a:pt x="232537" y="352170"/>
                  </a:lnTo>
                  <a:lnTo>
                    <a:pt x="232537" y="314578"/>
                  </a:lnTo>
                  <a:close/>
                </a:path>
                <a:path w="360045" h="360044">
                  <a:moveTo>
                    <a:pt x="274954" y="314578"/>
                  </a:moveTo>
                  <a:lnTo>
                    <a:pt x="254253" y="314578"/>
                  </a:lnTo>
                  <a:lnTo>
                    <a:pt x="254253" y="352170"/>
                  </a:lnTo>
                  <a:lnTo>
                    <a:pt x="258952" y="356869"/>
                  </a:lnTo>
                  <a:lnTo>
                    <a:pt x="270255" y="356869"/>
                  </a:lnTo>
                  <a:lnTo>
                    <a:pt x="274954" y="352170"/>
                  </a:lnTo>
                  <a:lnTo>
                    <a:pt x="274954" y="314578"/>
                  </a:lnTo>
                  <a:close/>
                </a:path>
                <a:path w="360045" h="360044">
                  <a:moveTo>
                    <a:pt x="315376" y="64769"/>
                  </a:moveTo>
                  <a:lnTo>
                    <a:pt x="290957" y="64769"/>
                  </a:lnTo>
                  <a:lnTo>
                    <a:pt x="295655" y="69468"/>
                  </a:lnTo>
                  <a:lnTo>
                    <a:pt x="295655" y="290194"/>
                  </a:lnTo>
                  <a:lnTo>
                    <a:pt x="290957" y="294893"/>
                  </a:lnTo>
                  <a:lnTo>
                    <a:pt x="314821" y="294893"/>
                  </a:lnTo>
                  <a:lnTo>
                    <a:pt x="317246" y="282701"/>
                  </a:lnTo>
                  <a:lnTo>
                    <a:pt x="317246" y="272288"/>
                  </a:lnTo>
                  <a:lnTo>
                    <a:pt x="354964" y="272288"/>
                  </a:lnTo>
                  <a:lnTo>
                    <a:pt x="359663" y="267588"/>
                  </a:lnTo>
                  <a:lnTo>
                    <a:pt x="359663" y="256412"/>
                  </a:lnTo>
                  <a:lnTo>
                    <a:pt x="354964" y="251713"/>
                  </a:lnTo>
                  <a:lnTo>
                    <a:pt x="317246" y="251713"/>
                  </a:lnTo>
                  <a:lnTo>
                    <a:pt x="317246" y="230124"/>
                  </a:lnTo>
                  <a:lnTo>
                    <a:pt x="354964" y="230124"/>
                  </a:lnTo>
                  <a:lnTo>
                    <a:pt x="359663" y="225425"/>
                  </a:lnTo>
                  <a:lnTo>
                    <a:pt x="359663" y="213232"/>
                  </a:lnTo>
                  <a:lnTo>
                    <a:pt x="354964" y="208533"/>
                  </a:lnTo>
                  <a:lnTo>
                    <a:pt x="317246" y="208533"/>
                  </a:lnTo>
                  <a:lnTo>
                    <a:pt x="317246" y="187832"/>
                  </a:lnTo>
                  <a:lnTo>
                    <a:pt x="354964" y="187832"/>
                  </a:lnTo>
                  <a:lnTo>
                    <a:pt x="359663" y="183133"/>
                  </a:lnTo>
                  <a:lnTo>
                    <a:pt x="359663" y="170941"/>
                  </a:lnTo>
                  <a:lnTo>
                    <a:pt x="354964" y="166242"/>
                  </a:lnTo>
                  <a:lnTo>
                    <a:pt x="317246" y="166242"/>
                  </a:lnTo>
                  <a:lnTo>
                    <a:pt x="317246" y="145541"/>
                  </a:lnTo>
                  <a:lnTo>
                    <a:pt x="357759" y="145541"/>
                  </a:lnTo>
                  <a:lnTo>
                    <a:pt x="359663" y="143637"/>
                  </a:lnTo>
                  <a:lnTo>
                    <a:pt x="359663" y="131444"/>
                  </a:lnTo>
                  <a:lnTo>
                    <a:pt x="354964" y="126745"/>
                  </a:lnTo>
                  <a:lnTo>
                    <a:pt x="317246" y="126745"/>
                  </a:lnTo>
                  <a:lnTo>
                    <a:pt x="317246" y="105155"/>
                  </a:lnTo>
                  <a:lnTo>
                    <a:pt x="354964" y="105155"/>
                  </a:lnTo>
                  <a:lnTo>
                    <a:pt x="359663" y="100456"/>
                  </a:lnTo>
                  <a:lnTo>
                    <a:pt x="359663" y="89280"/>
                  </a:lnTo>
                  <a:lnTo>
                    <a:pt x="354964" y="84581"/>
                  </a:lnTo>
                  <a:lnTo>
                    <a:pt x="317246" y="84581"/>
                  </a:lnTo>
                  <a:lnTo>
                    <a:pt x="317246" y="74167"/>
                  </a:lnTo>
                  <a:lnTo>
                    <a:pt x="315376" y="64769"/>
                  </a:lnTo>
                  <a:close/>
                </a:path>
                <a:path w="360045" h="360044">
                  <a:moveTo>
                    <a:pt x="357759" y="145541"/>
                  </a:moveTo>
                  <a:lnTo>
                    <a:pt x="349250" y="145541"/>
                  </a:lnTo>
                  <a:lnTo>
                    <a:pt x="349250" y="148336"/>
                  </a:lnTo>
                  <a:lnTo>
                    <a:pt x="354964" y="148336"/>
                  </a:lnTo>
                  <a:lnTo>
                    <a:pt x="357759" y="145541"/>
                  </a:lnTo>
                  <a:close/>
                </a:path>
                <a:path w="360045" h="360044">
                  <a:moveTo>
                    <a:pt x="100711" y="0"/>
                  </a:moveTo>
                  <a:lnTo>
                    <a:pt x="89408" y="0"/>
                  </a:lnTo>
                  <a:lnTo>
                    <a:pt x="84709" y="4699"/>
                  </a:lnTo>
                  <a:lnTo>
                    <a:pt x="84709" y="42290"/>
                  </a:lnTo>
                  <a:lnTo>
                    <a:pt x="105410" y="42290"/>
                  </a:lnTo>
                  <a:lnTo>
                    <a:pt x="105410" y="4699"/>
                  </a:lnTo>
                  <a:lnTo>
                    <a:pt x="100711" y="0"/>
                  </a:lnTo>
                  <a:close/>
                </a:path>
                <a:path w="360045" h="360044">
                  <a:moveTo>
                    <a:pt x="143128" y="0"/>
                  </a:moveTo>
                  <a:lnTo>
                    <a:pt x="131825" y="0"/>
                  </a:lnTo>
                  <a:lnTo>
                    <a:pt x="127126" y="4699"/>
                  </a:lnTo>
                  <a:lnTo>
                    <a:pt x="127126" y="42290"/>
                  </a:lnTo>
                  <a:lnTo>
                    <a:pt x="147827" y="42290"/>
                  </a:lnTo>
                  <a:lnTo>
                    <a:pt x="147827" y="4699"/>
                  </a:lnTo>
                  <a:lnTo>
                    <a:pt x="143128" y="0"/>
                  </a:lnTo>
                  <a:close/>
                </a:path>
                <a:path w="360045" h="360044">
                  <a:moveTo>
                    <a:pt x="185420" y="0"/>
                  </a:moveTo>
                  <a:lnTo>
                    <a:pt x="174244" y="0"/>
                  </a:lnTo>
                  <a:lnTo>
                    <a:pt x="169417" y="4699"/>
                  </a:lnTo>
                  <a:lnTo>
                    <a:pt x="169417" y="42290"/>
                  </a:lnTo>
                  <a:lnTo>
                    <a:pt x="190246" y="42290"/>
                  </a:lnTo>
                  <a:lnTo>
                    <a:pt x="190246" y="4699"/>
                  </a:lnTo>
                  <a:lnTo>
                    <a:pt x="185420" y="0"/>
                  </a:lnTo>
                  <a:close/>
                </a:path>
                <a:path w="360045" h="360044">
                  <a:moveTo>
                    <a:pt x="227837" y="0"/>
                  </a:moveTo>
                  <a:lnTo>
                    <a:pt x="216535" y="0"/>
                  </a:lnTo>
                  <a:lnTo>
                    <a:pt x="211836" y="4699"/>
                  </a:lnTo>
                  <a:lnTo>
                    <a:pt x="211836" y="42290"/>
                  </a:lnTo>
                  <a:lnTo>
                    <a:pt x="232537" y="42290"/>
                  </a:lnTo>
                  <a:lnTo>
                    <a:pt x="232537" y="4699"/>
                  </a:lnTo>
                  <a:lnTo>
                    <a:pt x="227837" y="0"/>
                  </a:lnTo>
                  <a:close/>
                </a:path>
                <a:path w="360045" h="360044">
                  <a:moveTo>
                    <a:pt x="270255" y="0"/>
                  </a:moveTo>
                  <a:lnTo>
                    <a:pt x="258952" y="0"/>
                  </a:lnTo>
                  <a:lnTo>
                    <a:pt x="254253" y="4699"/>
                  </a:lnTo>
                  <a:lnTo>
                    <a:pt x="254253" y="42290"/>
                  </a:lnTo>
                  <a:lnTo>
                    <a:pt x="274954" y="42290"/>
                  </a:lnTo>
                  <a:lnTo>
                    <a:pt x="274954" y="4699"/>
                  </a:lnTo>
                  <a:lnTo>
                    <a:pt x="270255" y="0"/>
                  </a:lnTo>
                  <a:close/>
                </a:path>
              </a:pathLst>
            </a:custGeom>
            <a:solidFill>
              <a:srgbClr val="99D3FF">
                <a:alpha val="7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82668" y="1383792"/>
              <a:ext cx="188976" cy="18897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51632" y="1505712"/>
              <a:ext cx="3047999" cy="363778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019800" y="1962912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285241" y="42290"/>
                  </a:moveTo>
                  <a:lnTo>
                    <a:pt x="73405" y="42290"/>
                  </a:lnTo>
                  <a:lnTo>
                    <a:pt x="61438" y="44771"/>
                  </a:lnTo>
                  <a:lnTo>
                    <a:pt x="51577" y="51562"/>
                  </a:lnTo>
                  <a:lnTo>
                    <a:pt x="44884" y="61686"/>
                  </a:lnTo>
                  <a:lnTo>
                    <a:pt x="42417" y="74168"/>
                  </a:lnTo>
                  <a:lnTo>
                    <a:pt x="42417" y="84581"/>
                  </a:lnTo>
                  <a:lnTo>
                    <a:pt x="4699" y="84581"/>
                  </a:lnTo>
                  <a:lnTo>
                    <a:pt x="0" y="89281"/>
                  </a:lnTo>
                  <a:lnTo>
                    <a:pt x="0" y="100456"/>
                  </a:lnTo>
                  <a:lnTo>
                    <a:pt x="4699" y="105156"/>
                  </a:lnTo>
                  <a:lnTo>
                    <a:pt x="42417" y="105156"/>
                  </a:lnTo>
                  <a:lnTo>
                    <a:pt x="42417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7"/>
                  </a:lnTo>
                  <a:lnTo>
                    <a:pt x="4699" y="148336"/>
                  </a:lnTo>
                  <a:lnTo>
                    <a:pt x="42417" y="148336"/>
                  </a:lnTo>
                  <a:lnTo>
                    <a:pt x="42417" y="169037"/>
                  </a:lnTo>
                  <a:lnTo>
                    <a:pt x="4699" y="169037"/>
                  </a:lnTo>
                  <a:lnTo>
                    <a:pt x="0" y="173736"/>
                  </a:lnTo>
                  <a:lnTo>
                    <a:pt x="0" y="185927"/>
                  </a:lnTo>
                  <a:lnTo>
                    <a:pt x="4699" y="190626"/>
                  </a:lnTo>
                  <a:lnTo>
                    <a:pt x="42417" y="190626"/>
                  </a:lnTo>
                  <a:lnTo>
                    <a:pt x="42417" y="211327"/>
                  </a:lnTo>
                  <a:lnTo>
                    <a:pt x="4699" y="211327"/>
                  </a:lnTo>
                  <a:lnTo>
                    <a:pt x="0" y="216026"/>
                  </a:lnTo>
                  <a:lnTo>
                    <a:pt x="0" y="228219"/>
                  </a:lnTo>
                  <a:lnTo>
                    <a:pt x="4699" y="232918"/>
                  </a:lnTo>
                  <a:lnTo>
                    <a:pt x="42417" y="232918"/>
                  </a:lnTo>
                  <a:lnTo>
                    <a:pt x="42417" y="253492"/>
                  </a:lnTo>
                  <a:lnTo>
                    <a:pt x="4699" y="253492"/>
                  </a:lnTo>
                  <a:lnTo>
                    <a:pt x="0" y="258190"/>
                  </a:lnTo>
                  <a:lnTo>
                    <a:pt x="0" y="270382"/>
                  </a:lnTo>
                  <a:lnTo>
                    <a:pt x="4699" y="275081"/>
                  </a:lnTo>
                  <a:lnTo>
                    <a:pt x="42417" y="275081"/>
                  </a:lnTo>
                  <a:lnTo>
                    <a:pt x="42417" y="285495"/>
                  </a:lnTo>
                  <a:lnTo>
                    <a:pt x="44884" y="297977"/>
                  </a:lnTo>
                  <a:lnTo>
                    <a:pt x="51577" y="308101"/>
                  </a:lnTo>
                  <a:lnTo>
                    <a:pt x="61438" y="314892"/>
                  </a:lnTo>
                  <a:lnTo>
                    <a:pt x="73405" y="317373"/>
                  </a:lnTo>
                  <a:lnTo>
                    <a:pt x="84709" y="317373"/>
                  </a:lnTo>
                  <a:lnTo>
                    <a:pt x="84709" y="354964"/>
                  </a:lnTo>
                  <a:lnTo>
                    <a:pt x="89408" y="359663"/>
                  </a:lnTo>
                  <a:lnTo>
                    <a:pt x="100711" y="359663"/>
                  </a:lnTo>
                  <a:lnTo>
                    <a:pt x="105410" y="354964"/>
                  </a:lnTo>
                  <a:lnTo>
                    <a:pt x="105410" y="314579"/>
                  </a:lnTo>
                  <a:lnTo>
                    <a:pt x="285241" y="314579"/>
                  </a:lnTo>
                  <a:lnTo>
                    <a:pt x="297797" y="312098"/>
                  </a:lnTo>
                  <a:lnTo>
                    <a:pt x="307959" y="305307"/>
                  </a:lnTo>
                  <a:lnTo>
                    <a:pt x="314763" y="295183"/>
                  </a:lnTo>
                  <a:lnTo>
                    <a:pt x="314821" y="294894"/>
                  </a:lnTo>
                  <a:lnTo>
                    <a:pt x="69723" y="294894"/>
                  </a:lnTo>
                  <a:lnTo>
                    <a:pt x="65912" y="290194"/>
                  </a:lnTo>
                  <a:lnTo>
                    <a:pt x="65912" y="69468"/>
                  </a:lnTo>
                  <a:lnTo>
                    <a:pt x="69723" y="64769"/>
                  </a:lnTo>
                  <a:lnTo>
                    <a:pt x="315376" y="64769"/>
                  </a:lnTo>
                  <a:lnTo>
                    <a:pt x="314763" y="61686"/>
                  </a:lnTo>
                  <a:lnTo>
                    <a:pt x="307959" y="51562"/>
                  </a:lnTo>
                  <a:lnTo>
                    <a:pt x="297797" y="44771"/>
                  </a:lnTo>
                  <a:lnTo>
                    <a:pt x="285241" y="42290"/>
                  </a:lnTo>
                  <a:close/>
                </a:path>
                <a:path w="360045" h="360044">
                  <a:moveTo>
                    <a:pt x="147827" y="314579"/>
                  </a:moveTo>
                  <a:lnTo>
                    <a:pt x="127126" y="314579"/>
                  </a:lnTo>
                  <a:lnTo>
                    <a:pt x="127126" y="352170"/>
                  </a:lnTo>
                  <a:lnTo>
                    <a:pt x="131825" y="356869"/>
                  </a:lnTo>
                  <a:lnTo>
                    <a:pt x="143128" y="356869"/>
                  </a:lnTo>
                  <a:lnTo>
                    <a:pt x="147827" y="352170"/>
                  </a:lnTo>
                  <a:lnTo>
                    <a:pt x="147827" y="314579"/>
                  </a:lnTo>
                  <a:close/>
                </a:path>
                <a:path w="360045" h="360044">
                  <a:moveTo>
                    <a:pt x="190246" y="314579"/>
                  </a:moveTo>
                  <a:lnTo>
                    <a:pt x="169417" y="314579"/>
                  </a:lnTo>
                  <a:lnTo>
                    <a:pt x="169417" y="352170"/>
                  </a:lnTo>
                  <a:lnTo>
                    <a:pt x="174244" y="356869"/>
                  </a:lnTo>
                  <a:lnTo>
                    <a:pt x="185420" y="356869"/>
                  </a:lnTo>
                  <a:lnTo>
                    <a:pt x="190246" y="352170"/>
                  </a:lnTo>
                  <a:lnTo>
                    <a:pt x="190246" y="314579"/>
                  </a:lnTo>
                  <a:close/>
                </a:path>
                <a:path w="360045" h="360044">
                  <a:moveTo>
                    <a:pt x="232537" y="314579"/>
                  </a:moveTo>
                  <a:lnTo>
                    <a:pt x="211836" y="314579"/>
                  </a:lnTo>
                  <a:lnTo>
                    <a:pt x="211836" y="352170"/>
                  </a:lnTo>
                  <a:lnTo>
                    <a:pt x="216535" y="356869"/>
                  </a:lnTo>
                  <a:lnTo>
                    <a:pt x="227837" y="356869"/>
                  </a:lnTo>
                  <a:lnTo>
                    <a:pt x="232537" y="352170"/>
                  </a:lnTo>
                  <a:lnTo>
                    <a:pt x="232537" y="314579"/>
                  </a:lnTo>
                  <a:close/>
                </a:path>
                <a:path w="360045" h="360044">
                  <a:moveTo>
                    <a:pt x="274954" y="314579"/>
                  </a:moveTo>
                  <a:lnTo>
                    <a:pt x="254253" y="314579"/>
                  </a:lnTo>
                  <a:lnTo>
                    <a:pt x="254253" y="352170"/>
                  </a:lnTo>
                  <a:lnTo>
                    <a:pt x="258952" y="356869"/>
                  </a:lnTo>
                  <a:lnTo>
                    <a:pt x="270255" y="356869"/>
                  </a:lnTo>
                  <a:lnTo>
                    <a:pt x="274954" y="352170"/>
                  </a:lnTo>
                  <a:lnTo>
                    <a:pt x="274954" y="314579"/>
                  </a:lnTo>
                  <a:close/>
                </a:path>
                <a:path w="360045" h="360044">
                  <a:moveTo>
                    <a:pt x="315376" y="64769"/>
                  </a:moveTo>
                  <a:lnTo>
                    <a:pt x="290957" y="64769"/>
                  </a:lnTo>
                  <a:lnTo>
                    <a:pt x="295655" y="69468"/>
                  </a:lnTo>
                  <a:lnTo>
                    <a:pt x="295655" y="290194"/>
                  </a:lnTo>
                  <a:lnTo>
                    <a:pt x="290957" y="294894"/>
                  </a:lnTo>
                  <a:lnTo>
                    <a:pt x="314821" y="294894"/>
                  </a:lnTo>
                  <a:lnTo>
                    <a:pt x="317246" y="282701"/>
                  </a:lnTo>
                  <a:lnTo>
                    <a:pt x="317246" y="272288"/>
                  </a:lnTo>
                  <a:lnTo>
                    <a:pt x="354964" y="272288"/>
                  </a:lnTo>
                  <a:lnTo>
                    <a:pt x="359663" y="267588"/>
                  </a:lnTo>
                  <a:lnTo>
                    <a:pt x="359663" y="256412"/>
                  </a:lnTo>
                  <a:lnTo>
                    <a:pt x="354964" y="251713"/>
                  </a:lnTo>
                  <a:lnTo>
                    <a:pt x="317246" y="251713"/>
                  </a:lnTo>
                  <a:lnTo>
                    <a:pt x="317246" y="230124"/>
                  </a:lnTo>
                  <a:lnTo>
                    <a:pt x="354964" y="230124"/>
                  </a:lnTo>
                  <a:lnTo>
                    <a:pt x="359663" y="225425"/>
                  </a:lnTo>
                  <a:lnTo>
                    <a:pt x="359663" y="213232"/>
                  </a:lnTo>
                  <a:lnTo>
                    <a:pt x="354964" y="208533"/>
                  </a:lnTo>
                  <a:lnTo>
                    <a:pt x="317246" y="208533"/>
                  </a:lnTo>
                  <a:lnTo>
                    <a:pt x="317246" y="187832"/>
                  </a:lnTo>
                  <a:lnTo>
                    <a:pt x="354964" y="187832"/>
                  </a:lnTo>
                  <a:lnTo>
                    <a:pt x="359663" y="183133"/>
                  </a:lnTo>
                  <a:lnTo>
                    <a:pt x="359663" y="170942"/>
                  </a:lnTo>
                  <a:lnTo>
                    <a:pt x="354964" y="166243"/>
                  </a:lnTo>
                  <a:lnTo>
                    <a:pt x="317246" y="166243"/>
                  </a:lnTo>
                  <a:lnTo>
                    <a:pt x="317246" y="145542"/>
                  </a:lnTo>
                  <a:lnTo>
                    <a:pt x="357758" y="145542"/>
                  </a:lnTo>
                  <a:lnTo>
                    <a:pt x="359663" y="143637"/>
                  </a:lnTo>
                  <a:lnTo>
                    <a:pt x="359663" y="131444"/>
                  </a:lnTo>
                  <a:lnTo>
                    <a:pt x="354964" y="126745"/>
                  </a:lnTo>
                  <a:lnTo>
                    <a:pt x="317246" y="126745"/>
                  </a:lnTo>
                  <a:lnTo>
                    <a:pt x="317246" y="105156"/>
                  </a:lnTo>
                  <a:lnTo>
                    <a:pt x="354964" y="105156"/>
                  </a:lnTo>
                  <a:lnTo>
                    <a:pt x="359663" y="100456"/>
                  </a:lnTo>
                  <a:lnTo>
                    <a:pt x="359663" y="89281"/>
                  </a:lnTo>
                  <a:lnTo>
                    <a:pt x="354964" y="84581"/>
                  </a:lnTo>
                  <a:lnTo>
                    <a:pt x="317246" y="84581"/>
                  </a:lnTo>
                  <a:lnTo>
                    <a:pt x="317246" y="74168"/>
                  </a:lnTo>
                  <a:lnTo>
                    <a:pt x="315376" y="64769"/>
                  </a:lnTo>
                  <a:close/>
                </a:path>
                <a:path w="360045" h="360044">
                  <a:moveTo>
                    <a:pt x="357758" y="145542"/>
                  </a:moveTo>
                  <a:lnTo>
                    <a:pt x="349250" y="145542"/>
                  </a:lnTo>
                  <a:lnTo>
                    <a:pt x="349250" y="148336"/>
                  </a:lnTo>
                  <a:lnTo>
                    <a:pt x="354964" y="148336"/>
                  </a:lnTo>
                  <a:lnTo>
                    <a:pt x="357758" y="145542"/>
                  </a:lnTo>
                  <a:close/>
                </a:path>
                <a:path w="360045" h="360044">
                  <a:moveTo>
                    <a:pt x="100711" y="0"/>
                  </a:moveTo>
                  <a:lnTo>
                    <a:pt x="89408" y="0"/>
                  </a:lnTo>
                  <a:lnTo>
                    <a:pt x="84709" y="4699"/>
                  </a:lnTo>
                  <a:lnTo>
                    <a:pt x="84709" y="42290"/>
                  </a:lnTo>
                  <a:lnTo>
                    <a:pt x="105410" y="42290"/>
                  </a:lnTo>
                  <a:lnTo>
                    <a:pt x="105410" y="4699"/>
                  </a:lnTo>
                  <a:lnTo>
                    <a:pt x="100711" y="0"/>
                  </a:lnTo>
                  <a:close/>
                </a:path>
                <a:path w="360045" h="360044">
                  <a:moveTo>
                    <a:pt x="143128" y="0"/>
                  </a:moveTo>
                  <a:lnTo>
                    <a:pt x="131825" y="0"/>
                  </a:lnTo>
                  <a:lnTo>
                    <a:pt x="127126" y="4699"/>
                  </a:lnTo>
                  <a:lnTo>
                    <a:pt x="127126" y="42290"/>
                  </a:lnTo>
                  <a:lnTo>
                    <a:pt x="147827" y="42290"/>
                  </a:lnTo>
                  <a:lnTo>
                    <a:pt x="147827" y="4699"/>
                  </a:lnTo>
                  <a:lnTo>
                    <a:pt x="143128" y="0"/>
                  </a:lnTo>
                  <a:close/>
                </a:path>
                <a:path w="360045" h="360044">
                  <a:moveTo>
                    <a:pt x="185420" y="0"/>
                  </a:moveTo>
                  <a:lnTo>
                    <a:pt x="174244" y="0"/>
                  </a:lnTo>
                  <a:lnTo>
                    <a:pt x="169417" y="4699"/>
                  </a:lnTo>
                  <a:lnTo>
                    <a:pt x="169417" y="42290"/>
                  </a:lnTo>
                  <a:lnTo>
                    <a:pt x="190246" y="42290"/>
                  </a:lnTo>
                  <a:lnTo>
                    <a:pt x="190246" y="4699"/>
                  </a:lnTo>
                  <a:lnTo>
                    <a:pt x="185420" y="0"/>
                  </a:lnTo>
                  <a:close/>
                </a:path>
                <a:path w="360045" h="360044">
                  <a:moveTo>
                    <a:pt x="227837" y="0"/>
                  </a:moveTo>
                  <a:lnTo>
                    <a:pt x="216535" y="0"/>
                  </a:lnTo>
                  <a:lnTo>
                    <a:pt x="211836" y="4699"/>
                  </a:lnTo>
                  <a:lnTo>
                    <a:pt x="211836" y="42290"/>
                  </a:lnTo>
                  <a:lnTo>
                    <a:pt x="232537" y="42290"/>
                  </a:lnTo>
                  <a:lnTo>
                    <a:pt x="232537" y="4699"/>
                  </a:lnTo>
                  <a:lnTo>
                    <a:pt x="227837" y="0"/>
                  </a:lnTo>
                  <a:close/>
                </a:path>
                <a:path w="360045" h="360044">
                  <a:moveTo>
                    <a:pt x="270255" y="0"/>
                  </a:moveTo>
                  <a:lnTo>
                    <a:pt x="258952" y="0"/>
                  </a:lnTo>
                  <a:lnTo>
                    <a:pt x="254253" y="4699"/>
                  </a:lnTo>
                  <a:lnTo>
                    <a:pt x="254253" y="42290"/>
                  </a:lnTo>
                  <a:lnTo>
                    <a:pt x="274954" y="42290"/>
                  </a:lnTo>
                  <a:lnTo>
                    <a:pt x="274954" y="4699"/>
                  </a:lnTo>
                  <a:lnTo>
                    <a:pt x="270255" y="0"/>
                  </a:lnTo>
                  <a:close/>
                </a:path>
              </a:pathLst>
            </a:custGeom>
            <a:solidFill>
              <a:srgbClr val="99D3FF">
                <a:alpha val="7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06667" y="2046731"/>
              <a:ext cx="188976" cy="18897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67272" y="1961388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285242" y="42291"/>
                  </a:moveTo>
                  <a:lnTo>
                    <a:pt x="73405" y="42291"/>
                  </a:lnTo>
                  <a:lnTo>
                    <a:pt x="61438" y="44771"/>
                  </a:lnTo>
                  <a:lnTo>
                    <a:pt x="51577" y="51562"/>
                  </a:lnTo>
                  <a:lnTo>
                    <a:pt x="44884" y="61686"/>
                  </a:lnTo>
                  <a:lnTo>
                    <a:pt x="42417" y="74168"/>
                  </a:lnTo>
                  <a:lnTo>
                    <a:pt x="42417" y="84581"/>
                  </a:lnTo>
                  <a:lnTo>
                    <a:pt x="4699" y="84581"/>
                  </a:lnTo>
                  <a:lnTo>
                    <a:pt x="0" y="89281"/>
                  </a:lnTo>
                  <a:lnTo>
                    <a:pt x="0" y="100456"/>
                  </a:lnTo>
                  <a:lnTo>
                    <a:pt x="4699" y="105156"/>
                  </a:lnTo>
                  <a:lnTo>
                    <a:pt x="42417" y="105156"/>
                  </a:lnTo>
                  <a:lnTo>
                    <a:pt x="42417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7"/>
                  </a:lnTo>
                  <a:lnTo>
                    <a:pt x="4699" y="148336"/>
                  </a:lnTo>
                  <a:lnTo>
                    <a:pt x="42417" y="148336"/>
                  </a:lnTo>
                  <a:lnTo>
                    <a:pt x="42417" y="169037"/>
                  </a:lnTo>
                  <a:lnTo>
                    <a:pt x="4699" y="169037"/>
                  </a:lnTo>
                  <a:lnTo>
                    <a:pt x="0" y="173736"/>
                  </a:lnTo>
                  <a:lnTo>
                    <a:pt x="0" y="185928"/>
                  </a:lnTo>
                  <a:lnTo>
                    <a:pt x="4699" y="190626"/>
                  </a:lnTo>
                  <a:lnTo>
                    <a:pt x="42417" y="190626"/>
                  </a:lnTo>
                  <a:lnTo>
                    <a:pt x="42417" y="211328"/>
                  </a:lnTo>
                  <a:lnTo>
                    <a:pt x="4699" y="211328"/>
                  </a:lnTo>
                  <a:lnTo>
                    <a:pt x="0" y="216026"/>
                  </a:lnTo>
                  <a:lnTo>
                    <a:pt x="0" y="228219"/>
                  </a:lnTo>
                  <a:lnTo>
                    <a:pt x="4699" y="232918"/>
                  </a:lnTo>
                  <a:lnTo>
                    <a:pt x="42417" y="232918"/>
                  </a:lnTo>
                  <a:lnTo>
                    <a:pt x="42417" y="253492"/>
                  </a:lnTo>
                  <a:lnTo>
                    <a:pt x="4699" y="253492"/>
                  </a:lnTo>
                  <a:lnTo>
                    <a:pt x="0" y="258191"/>
                  </a:lnTo>
                  <a:lnTo>
                    <a:pt x="0" y="270382"/>
                  </a:lnTo>
                  <a:lnTo>
                    <a:pt x="4699" y="275081"/>
                  </a:lnTo>
                  <a:lnTo>
                    <a:pt x="42417" y="275081"/>
                  </a:lnTo>
                  <a:lnTo>
                    <a:pt x="42417" y="285495"/>
                  </a:lnTo>
                  <a:lnTo>
                    <a:pt x="44884" y="297977"/>
                  </a:lnTo>
                  <a:lnTo>
                    <a:pt x="51577" y="308101"/>
                  </a:lnTo>
                  <a:lnTo>
                    <a:pt x="61438" y="314892"/>
                  </a:lnTo>
                  <a:lnTo>
                    <a:pt x="73405" y="317373"/>
                  </a:lnTo>
                  <a:lnTo>
                    <a:pt x="84708" y="317373"/>
                  </a:lnTo>
                  <a:lnTo>
                    <a:pt x="84708" y="354964"/>
                  </a:lnTo>
                  <a:lnTo>
                    <a:pt x="89407" y="359663"/>
                  </a:lnTo>
                  <a:lnTo>
                    <a:pt x="100711" y="359663"/>
                  </a:lnTo>
                  <a:lnTo>
                    <a:pt x="105410" y="354964"/>
                  </a:lnTo>
                  <a:lnTo>
                    <a:pt x="105410" y="314579"/>
                  </a:lnTo>
                  <a:lnTo>
                    <a:pt x="285242" y="314579"/>
                  </a:lnTo>
                  <a:lnTo>
                    <a:pt x="297797" y="312098"/>
                  </a:lnTo>
                  <a:lnTo>
                    <a:pt x="307959" y="305307"/>
                  </a:lnTo>
                  <a:lnTo>
                    <a:pt x="314763" y="295183"/>
                  </a:lnTo>
                  <a:lnTo>
                    <a:pt x="314821" y="294894"/>
                  </a:lnTo>
                  <a:lnTo>
                    <a:pt x="69723" y="294894"/>
                  </a:lnTo>
                  <a:lnTo>
                    <a:pt x="65912" y="290194"/>
                  </a:lnTo>
                  <a:lnTo>
                    <a:pt x="65912" y="69468"/>
                  </a:lnTo>
                  <a:lnTo>
                    <a:pt x="69723" y="64769"/>
                  </a:lnTo>
                  <a:lnTo>
                    <a:pt x="315376" y="64769"/>
                  </a:lnTo>
                  <a:lnTo>
                    <a:pt x="314763" y="61686"/>
                  </a:lnTo>
                  <a:lnTo>
                    <a:pt x="307959" y="51562"/>
                  </a:lnTo>
                  <a:lnTo>
                    <a:pt x="297797" y="44771"/>
                  </a:lnTo>
                  <a:lnTo>
                    <a:pt x="285242" y="42291"/>
                  </a:lnTo>
                  <a:close/>
                </a:path>
                <a:path w="360045" h="360044">
                  <a:moveTo>
                    <a:pt x="147827" y="314579"/>
                  </a:moveTo>
                  <a:lnTo>
                    <a:pt x="127126" y="314579"/>
                  </a:lnTo>
                  <a:lnTo>
                    <a:pt x="127126" y="352170"/>
                  </a:lnTo>
                  <a:lnTo>
                    <a:pt x="131825" y="356869"/>
                  </a:lnTo>
                  <a:lnTo>
                    <a:pt x="143128" y="356869"/>
                  </a:lnTo>
                  <a:lnTo>
                    <a:pt x="147827" y="352170"/>
                  </a:lnTo>
                  <a:lnTo>
                    <a:pt x="147827" y="314579"/>
                  </a:lnTo>
                  <a:close/>
                </a:path>
                <a:path w="360045" h="360044">
                  <a:moveTo>
                    <a:pt x="190246" y="314579"/>
                  </a:moveTo>
                  <a:lnTo>
                    <a:pt x="169418" y="314579"/>
                  </a:lnTo>
                  <a:lnTo>
                    <a:pt x="169418" y="352170"/>
                  </a:lnTo>
                  <a:lnTo>
                    <a:pt x="174244" y="356869"/>
                  </a:lnTo>
                  <a:lnTo>
                    <a:pt x="185420" y="356869"/>
                  </a:lnTo>
                  <a:lnTo>
                    <a:pt x="190246" y="352170"/>
                  </a:lnTo>
                  <a:lnTo>
                    <a:pt x="190246" y="314579"/>
                  </a:lnTo>
                  <a:close/>
                </a:path>
                <a:path w="360045" h="360044">
                  <a:moveTo>
                    <a:pt x="232536" y="314579"/>
                  </a:moveTo>
                  <a:lnTo>
                    <a:pt x="211835" y="314579"/>
                  </a:lnTo>
                  <a:lnTo>
                    <a:pt x="211835" y="352170"/>
                  </a:lnTo>
                  <a:lnTo>
                    <a:pt x="216534" y="356869"/>
                  </a:lnTo>
                  <a:lnTo>
                    <a:pt x="227837" y="356869"/>
                  </a:lnTo>
                  <a:lnTo>
                    <a:pt x="232536" y="352170"/>
                  </a:lnTo>
                  <a:lnTo>
                    <a:pt x="232536" y="314579"/>
                  </a:lnTo>
                  <a:close/>
                </a:path>
                <a:path w="360045" h="360044">
                  <a:moveTo>
                    <a:pt x="274954" y="314579"/>
                  </a:moveTo>
                  <a:lnTo>
                    <a:pt x="254253" y="314579"/>
                  </a:lnTo>
                  <a:lnTo>
                    <a:pt x="254253" y="352170"/>
                  </a:lnTo>
                  <a:lnTo>
                    <a:pt x="258952" y="356869"/>
                  </a:lnTo>
                  <a:lnTo>
                    <a:pt x="270255" y="356869"/>
                  </a:lnTo>
                  <a:lnTo>
                    <a:pt x="274954" y="352170"/>
                  </a:lnTo>
                  <a:lnTo>
                    <a:pt x="274954" y="314579"/>
                  </a:lnTo>
                  <a:close/>
                </a:path>
                <a:path w="360045" h="360044">
                  <a:moveTo>
                    <a:pt x="315376" y="64769"/>
                  </a:moveTo>
                  <a:lnTo>
                    <a:pt x="290956" y="64769"/>
                  </a:lnTo>
                  <a:lnTo>
                    <a:pt x="295655" y="69468"/>
                  </a:lnTo>
                  <a:lnTo>
                    <a:pt x="295655" y="290194"/>
                  </a:lnTo>
                  <a:lnTo>
                    <a:pt x="290956" y="294894"/>
                  </a:lnTo>
                  <a:lnTo>
                    <a:pt x="314821" y="294894"/>
                  </a:lnTo>
                  <a:lnTo>
                    <a:pt x="317246" y="282701"/>
                  </a:lnTo>
                  <a:lnTo>
                    <a:pt x="317246" y="272288"/>
                  </a:lnTo>
                  <a:lnTo>
                    <a:pt x="354964" y="272288"/>
                  </a:lnTo>
                  <a:lnTo>
                    <a:pt x="359663" y="267588"/>
                  </a:lnTo>
                  <a:lnTo>
                    <a:pt x="359663" y="256412"/>
                  </a:lnTo>
                  <a:lnTo>
                    <a:pt x="354964" y="251713"/>
                  </a:lnTo>
                  <a:lnTo>
                    <a:pt x="317246" y="251713"/>
                  </a:lnTo>
                  <a:lnTo>
                    <a:pt x="317246" y="230124"/>
                  </a:lnTo>
                  <a:lnTo>
                    <a:pt x="354964" y="230124"/>
                  </a:lnTo>
                  <a:lnTo>
                    <a:pt x="359663" y="225425"/>
                  </a:lnTo>
                  <a:lnTo>
                    <a:pt x="359663" y="213232"/>
                  </a:lnTo>
                  <a:lnTo>
                    <a:pt x="354964" y="208534"/>
                  </a:lnTo>
                  <a:lnTo>
                    <a:pt x="317246" y="208534"/>
                  </a:lnTo>
                  <a:lnTo>
                    <a:pt x="317246" y="187832"/>
                  </a:lnTo>
                  <a:lnTo>
                    <a:pt x="354964" y="187832"/>
                  </a:lnTo>
                  <a:lnTo>
                    <a:pt x="359663" y="183134"/>
                  </a:lnTo>
                  <a:lnTo>
                    <a:pt x="359663" y="170942"/>
                  </a:lnTo>
                  <a:lnTo>
                    <a:pt x="354964" y="166243"/>
                  </a:lnTo>
                  <a:lnTo>
                    <a:pt x="317246" y="166243"/>
                  </a:lnTo>
                  <a:lnTo>
                    <a:pt x="317246" y="145542"/>
                  </a:lnTo>
                  <a:lnTo>
                    <a:pt x="357758" y="145542"/>
                  </a:lnTo>
                  <a:lnTo>
                    <a:pt x="359663" y="143637"/>
                  </a:lnTo>
                  <a:lnTo>
                    <a:pt x="359663" y="131444"/>
                  </a:lnTo>
                  <a:lnTo>
                    <a:pt x="354964" y="126745"/>
                  </a:lnTo>
                  <a:lnTo>
                    <a:pt x="317246" y="126745"/>
                  </a:lnTo>
                  <a:lnTo>
                    <a:pt x="317246" y="105156"/>
                  </a:lnTo>
                  <a:lnTo>
                    <a:pt x="354964" y="105156"/>
                  </a:lnTo>
                  <a:lnTo>
                    <a:pt x="359663" y="100456"/>
                  </a:lnTo>
                  <a:lnTo>
                    <a:pt x="359663" y="89281"/>
                  </a:lnTo>
                  <a:lnTo>
                    <a:pt x="354964" y="84581"/>
                  </a:lnTo>
                  <a:lnTo>
                    <a:pt x="317246" y="84581"/>
                  </a:lnTo>
                  <a:lnTo>
                    <a:pt x="317246" y="74168"/>
                  </a:lnTo>
                  <a:lnTo>
                    <a:pt x="315376" y="64769"/>
                  </a:lnTo>
                  <a:close/>
                </a:path>
                <a:path w="360045" h="360044">
                  <a:moveTo>
                    <a:pt x="357758" y="145542"/>
                  </a:moveTo>
                  <a:lnTo>
                    <a:pt x="349250" y="145542"/>
                  </a:lnTo>
                  <a:lnTo>
                    <a:pt x="349250" y="148336"/>
                  </a:lnTo>
                  <a:lnTo>
                    <a:pt x="354964" y="148336"/>
                  </a:lnTo>
                  <a:lnTo>
                    <a:pt x="357758" y="145542"/>
                  </a:lnTo>
                  <a:close/>
                </a:path>
                <a:path w="360045" h="360044">
                  <a:moveTo>
                    <a:pt x="100711" y="0"/>
                  </a:moveTo>
                  <a:lnTo>
                    <a:pt x="89407" y="0"/>
                  </a:lnTo>
                  <a:lnTo>
                    <a:pt x="84708" y="4699"/>
                  </a:lnTo>
                  <a:lnTo>
                    <a:pt x="84708" y="42291"/>
                  </a:lnTo>
                  <a:lnTo>
                    <a:pt x="105410" y="42291"/>
                  </a:lnTo>
                  <a:lnTo>
                    <a:pt x="105410" y="4699"/>
                  </a:lnTo>
                  <a:lnTo>
                    <a:pt x="100711" y="0"/>
                  </a:lnTo>
                  <a:close/>
                </a:path>
                <a:path w="360045" h="360044">
                  <a:moveTo>
                    <a:pt x="143128" y="0"/>
                  </a:moveTo>
                  <a:lnTo>
                    <a:pt x="131825" y="0"/>
                  </a:lnTo>
                  <a:lnTo>
                    <a:pt x="127126" y="4699"/>
                  </a:lnTo>
                  <a:lnTo>
                    <a:pt x="127126" y="42291"/>
                  </a:lnTo>
                  <a:lnTo>
                    <a:pt x="147827" y="42291"/>
                  </a:lnTo>
                  <a:lnTo>
                    <a:pt x="147827" y="4699"/>
                  </a:lnTo>
                  <a:lnTo>
                    <a:pt x="143128" y="0"/>
                  </a:lnTo>
                  <a:close/>
                </a:path>
                <a:path w="360045" h="360044">
                  <a:moveTo>
                    <a:pt x="185420" y="0"/>
                  </a:moveTo>
                  <a:lnTo>
                    <a:pt x="174244" y="0"/>
                  </a:lnTo>
                  <a:lnTo>
                    <a:pt x="169418" y="4699"/>
                  </a:lnTo>
                  <a:lnTo>
                    <a:pt x="169418" y="42291"/>
                  </a:lnTo>
                  <a:lnTo>
                    <a:pt x="190246" y="42291"/>
                  </a:lnTo>
                  <a:lnTo>
                    <a:pt x="190246" y="4699"/>
                  </a:lnTo>
                  <a:lnTo>
                    <a:pt x="185420" y="0"/>
                  </a:lnTo>
                  <a:close/>
                </a:path>
                <a:path w="360045" h="360044">
                  <a:moveTo>
                    <a:pt x="227837" y="0"/>
                  </a:moveTo>
                  <a:lnTo>
                    <a:pt x="216534" y="0"/>
                  </a:lnTo>
                  <a:lnTo>
                    <a:pt x="211835" y="4699"/>
                  </a:lnTo>
                  <a:lnTo>
                    <a:pt x="211835" y="42291"/>
                  </a:lnTo>
                  <a:lnTo>
                    <a:pt x="232536" y="42291"/>
                  </a:lnTo>
                  <a:lnTo>
                    <a:pt x="232536" y="4699"/>
                  </a:lnTo>
                  <a:lnTo>
                    <a:pt x="227837" y="0"/>
                  </a:lnTo>
                  <a:close/>
                </a:path>
                <a:path w="360045" h="360044">
                  <a:moveTo>
                    <a:pt x="270255" y="0"/>
                  </a:moveTo>
                  <a:lnTo>
                    <a:pt x="258952" y="0"/>
                  </a:lnTo>
                  <a:lnTo>
                    <a:pt x="254253" y="4699"/>
                  </a:lnTo>
                  <a:lnTo>
                    <a:pt x="254253" y="42291"/>
                  </a:lnTo>
                  <a:lnTo>
                    <a:pt x="274954" y="42291"/>
                  </a:lnTo>
                  <a:lnTo>
                    <a:pt x="274954" y="4699"/>
                  </a:lnTo>
                  <a:lnTo>
                    <a:pt x="270255" y="0"/>
                  </a:lnTo>
                  <a:close/>
                </a:path>
              </a:pathLst>
            </a:custGeom>
            <a:solidFill>
              <a:srgbClr val="99D3FF">
                <a:alpha val="7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54140" y="2045208"/>
              <a:ext cx="188976" cy="188975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2624327" y="3390900"/>
            <a:ext cx="707390" cy="706120"/>
            <a:chOff x="2624327" y="3390900"/>
            <a:chExt cx="707390" cy="706120"/>
          </a:xfrm>
        </p:grpSpPr>
        <p:sp>
          <p:nvSpPr>
            <p:cNvPr id="11" name="object 11"/>
            <p:cNvSpPr/>
            <p:nvPr/>
          </p:nvSpPr>
          <p:spPr>
            <a:xfrm>
              <a:off x="2624327" y="3735324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4" h="361314">
                  <a:moveTo>
                    <a:pt x="285242" y="42417"/>
                  </a:moveTo>
                  <a:lnTo>
                    <a:pt x="73406" y="42417"/>
                  </a:lnTo>
                  <a:lnTo>
                    <a:pt x="61438" y="44920"/>
                  </a:lnTo>
                  <a:lnTo>
                    <a:pt x="51577" y="51768"/>
                  </a:lnTo>
                  <a:lnTo>
                    <a:pt x="44884" y="61974"/>
                  </a:lnTo>
                  <a:lnTo>
                    <a:pt x="42418" y="74548"/>
                  </a:lnTo>
                  <a:lnTo>
                    <a:pt x="42418" y="84835"/>
                  </a:lnTo>
                  <a:lnTo>
                    <a:pt x="4699" y="84835"/>
                  </a:lnTo>
                  <a:lnTo>
                    <a:pt x="0" y="89662"/>
                  </a:lnTo>
                  <a:lnTo>
                    <a:pt x="0" y="100964"/>
                  </a:lnTo>
                  <a:lnTo>
                    <a:pt x="4699" y="105663"/>
                  </a:lnTo>
                  <a:lnTo>
                    <a:pt x="42418" y="105663"/>
                  </a:lnTo>
                  <a:lnTo>
                    <a:pt x="42418" y="127381"/>
                  </a:lnTo>
                  <a:lnTo>
                    <a:pt x="4699" y="127381"/>
                  </a:lnTo>
                  <a:lnTo>
                    <a:pt x="0" y="132079"/>
                  </a:lnTo>
                  <a:lnTo>
                    <a:pt x="0" y="144284"/>
                  </a:lnTo>
                  <a:lnTo>
                    <a:pt x="4699" y="149021"/>
                  </a:lnTo>
                  <a:lnTo>
                    <a:pt x="42418" y="149021"/>
                  </a:lnTo>
                  <a:lnTo>
                    <a:pt x="42418" y="169760"/>
                  </a:lnTo>
                  <a:lnTo>
                    <a:pt x="4699" y="169760"/>
                  </a:lnTo>
                  <a:lnTo>
                    <a:pt x="0" y="174459"/>
                  </a:lnTo>
                  <a:lnTo>
                    <a:pt x="0" y="186728"/>
                  </a:lnTo>
                  <a:lnTo>
                    <a:pt x="4699" y="191427"/>
                  </a:lnTo>
                  <a:lnTo>
                    <a:pt x="42418" y="191427"/>
                  </a:lnTo>
                  <a:lnTo>
                    <a:pt x="42418" y="212204"/>
                  </a:lnTo>
                  <a:lnTo>
                    <a:pt x="4699" y="212204"/>
                  </a:lnTo>
                  <a:lnTo>
                    <a:pt x="0" y="216903"/>
                  </a:lnTo>
                  <a:lnTo>
                    <a:pt x="0" y="229171"/>
                  </a:lnTo>
                  <a:lnTo>
                    <a:pt x="4699" y="233870"/>
                  </a:lnTo>
                  <a:lnTo>
                    <a:pt x="42418" y="233870"/>
                  </a:lnTo>
                  <a:lnTo>
                    <a:pt x="42418" y="254609"/>
                  </a:lnTo>
                  <a:lnTo>
                    <a:pt x="4699" y="254609"/>
                  </a:lnTo>
                  <a:lnTo>
                    <a:pt x="0" y="259334"/>
                  </a:lnTo>
                  <a:lnTo>
                    <a:pt x="0" y="271576"/>
                  </a:lnTo>
                  <a:lnTo>
                    <a:pt x="4699" y="276313"/>
                  </a:lnTo>
                  <a:lnTo>
                    <a:pt x="42418" y="276313"/>
                  </a:lnTo>
                  <a:lnTo>
                    <a:pt x="42418" y="286664"/>
                  </a:lnTo>
                  <a:lnTo>
                    <a:pt x="44884" y="299242"/>
                  </a:lnTo>
                  <a:lnTo>
                    <a:pt x="51577" y="309429"/>
                  </a:lnTo>
                  <a:lnTo>
                    <a:pt x="61438" y="316253"/>
                  </a:lnTo>
                  <a:lnTo>
                    <a:pt x="73406" y="318744"/>
                  </a:lnTo>
                  <a:lnTo>
                    <a:pt x="84709" y="318744"/>
                  </a:lnTo>
                  <a:lnTo>
                    <a:pt x="84709" y="356463"/>
                  </a:lnTo>
                  <a:lnTo>
                    <a:pt x="89408" y="361162"/>
                  </a:lnTo>
                  <a:lnTo>
                    <a:pt x="100711" y="361162"/>
                  </a:lnTo>
                  <a:lnTo>
                    <a:pt x="105410" y="356463"/>
                  </a:lnTo>
                  <a:lnTo>
                    <a:pt x="105410" y="315899"/>
                  </a:lnTo>
                  <a:lnTo>
                    <a:pt x="285242" y="315899"/>
                  </a:lnTo>
                  <a:lnTo>
                    <a:pt x="297797" y="313409"/>
                  </a:lnTo>
                  <a:lnTo>
                    <a:pt x="307959" y="306587"/>
                  </a:lnTo>
                  <a:lnTo>
                    <a:pt x="314763" y="296408"/>
                  </a:lnTo>
                  <a:lnTo>
                    <a:pt x="314826" y="296087"/>
                  </a:lnTo>
                  <a:lnTo>
                    <a:pt x="69723" y="296087"/>
                  </a:lnTo>
                  <a:lnTo>
                    <a:pt x="65913" y="291388"/>
                  </a:lnTo>
                  <a:lnTo>
                    <a:pt x="65913" y="69850"/>
                  </a:lnTo>
                  <a:lnTo>
                    <a:pt x="69723" y="65150"/>
                  </a:lnTo>
                  <a:lnTo>
                    <a:pt x="315390" y="65150"/>
                  </a:lnTo>
                  <a:lnTo>
                    <a:pt x="314763" y="61974"/>
                  </a:lnTo>
                  <a:lnTo>
                    <a:pt x="307959" y="51768"/>
                  </a:lnTo>
                  <a:lnTo>
                    <a:pt x="297797" y="44920"/>
                  </a:lnTo>
                  <a:lnTo>
                    <a:pt x="285242" y="42417"/>
                  </a:lnTo>
                  <a:close/>
                </a:path>
                <a:path w="360044" h="361314">
                  <a:moveTo>
                    <a:pt x="147828" y="315899"/>
                  </a:moveTo>
                  <a:lnTo>
                    <a:pt x="127127" y="315899"/>
                  </a:lnTo>
                  <a:lnTo>
                    <a:pt x="127127" y="353618"/>
                  </a:lnTo>
                  <a:lnTo>
                    <a:pt x="131826" y="358343"/>
                  </a:lnTo>
                  <a:lnTo>
                    <a:pt x="143129" y="358343"/>
                  </a:lnTo>
                  <a:lnTo>
                    <a:pt x="147828" y="353618"/>
                  </a:lnTo>
                  <a:lnTo>
                    <a:pt x="147828" y="315899"/>
                  </a:lnTo>
                  <a:close/>
                </a:path>
                <a:path w="360044" h="361314">
                  <a:moveTo>
                    <a:pt x="190246" y="315899"/>
                  </a:moveTo>
                  <a:lnTo>
                    <a:pt x="169418" y="315899"/>
                  </a:lnTo>
                  <a:lnTo>
                    <a:pt x="169418" y="353618"/>
                  </a:lnTo>
                  <a:lnTo>
                    <a:pt x="174244" y="358343"/>
                  </a:lnTo>
                  <a:lnTo>
                    <a:pt x="185420" y="358343"/>
                  </a:lnTo>
                  <a:lnTo>
                    <a:pt x="190246" y="353618"/>
                  </a:lnTo>
                  <a:lnTo>
                    <a:pt x="190246" y="315899"/>
                  </a:lnTo>
                  <a:close/>
                </a:path>
                <a:path w="360044" h="361314">
                  <a:moveTo>
                    <a:pt x="232537" y="315899"/>
                  </a:moveTo>
                  <a:lnTo>
                    <a:pt x="211836" y="315899"/>
                  </a:lnTo>
                  <a:lnTo>
                    <a:pt x="211836" y="353618"/>
                  </a:lnTo>
                  <a:lnTo>
                    <a:pt x="216535" y="358343"/>
                  </a:lnTo>
                  <a:lnTo>
                    <a:pt x="227838" y="358343"/>
                  </a:lnTo>
                  <a:lnTo>
                    <a:pt x="232537" y="353618"/>
                  </a:lnTo>
                  <a:lnTo>
                    <a:pt x="232537" y="315899"/>
                  </a:lnTo>
                  <a:close/>
                </a:path>
                <a:path w="360044" h="361314">
                  <a:moveTo>
                    <a:pt x="274955" y="315899"/>
                  </a:moveTo>
                  <a:lnTo>
                    <a:pt x="254254" y="315899"/>
                  </a:lnTo>
                  <a:lnTo>
                    <a:pt x="254254" y="353618"/>
                  </a:lnTo>
                  <a:lnTo>
                    <a:pt x="258953" y="358343"/>
                  </a:lnTo>
                  <a:lnTo>
                    <a:pt x="270256" y="358343"/>
                  </a:lnTo>
                  <a:lnTo>
                    <a:pt x="274955" y="353618"/>
                  </a:lnTo>
                  <a:lnTo>
                    <a:pt x="274955" y="315899"/>
                  </a:lnTo>
                  <a:close/>
                </a:path>
                <a:path w="360044" h="361314">
                  <a:moveTo>
                    <a:pt x="315390" y="65150"/>
                  </a:moveTo>
                  <a:lnTo>
                    <a:pt x="290957" y="65150"/>
                  </a:lnTo>
                  <a:lnTo>
                    <a:pt x="295656" y="69850"/>
                  </a:lnTo>
                  <a:lnTo>
                    <a:pt x="295656" y="291388"/>
                  </a:lnTo>
                  <a:lnTo>
                    <a:pt x="290957" y="296087"/>
                  </a:lnTo>
                  <a:lnTo>
                    <a:pt x="314826" y="296087"/>
                  </a:lnTo>
                  <a:lnTo>
                    <a:pt x="317246" y="283844"/>
                  </a:lnTo>
                  <a:lnTo>
                    <a:pt x="317246" y="273469"/>
                  </a:lnTo>
                  <a:lnTo>
                    <a:pt x="354965" y="273469"/>
                  </a:lnTo>
                  <a:lnTo>
                    <a:pt x="359664" y="268770"/>
                  </a:lnTo>
                  <a:lnTo>
                    <a:pt x="359664" y="257454"/>
                  </a:lnTo>
                  <a:lnTo>
                    <a:pt x="354965" y="252717"/>
                  </a:lnTo>
                  <a:lnTo>
                    <a:pt x="317246" y="252717"/>
                  </a:lnTo>
                  <a:lnTo>
                    <a:pt x="317246" y="231051"/>
                  </a:lnTo>
                  <a:lnTo>
                    <a:pt x="354965" y="231051"/>
                  </a:lnTo>
                  <a:lnTo>
                    <a:pt x="359664" y="226326"/>
                  </a:lnTo>
                  <a:lnTo>
                    <a:pt x="359664" y="214083"/>
                  </a:lnTo>
                  <a:lnTo>
                    <a:pt x="354965" y="209359"/>
                  </a:lnTo>
                  <a:lnTo>
                    <a:pt x="317246" y="209359"/>
                  </a:lnTo>
                  <a:lnTo>
                    <a:pt x="317246" y="188620"/>
                  </a:lnTo>
                  <a:lnTo>
                    <a:pt x="354965" y="188620"/>
                  </a:lnTo>
                  <a:lnTo>
                    <a:pt x="359664" y="183883"/>
                  </a:lnTo>
                  <a:lnTo>
                    <a:pt x="359664" y="171640"/>
                  </a:lnTo>
                  <a:lnTo>
                    <a:pt x="354965" y="166916"/>
                  </a:lnTo>
                  <a:lnTo>
                    <a:pt x="317246" y="166916"/>
                  </a:lnTo>
                  <a:lnTo>
                    <a:pt x="317246" y="146176"/>
                  </a:lnTo>
                  <a:lnTo>
                    <a:pt x="357786" y="146176"/>
                  </a:lnTo>
                  <a:lnTo>
                    <a:pt x="359664" y="144284"/>
                  </a:lnTo>
                  <a:lnTo>
                    <a:pt x="359664" y="132079"/>
                  </a:lnTo>
                  <a:lnTo>
                    <a:pt x="354965" y="127381"/>
                  </a:lnTo>
                  <a:lnTo>
                    <a:pt x="317246" y="127381"/>
                  </a:lnTo>
                  <a:lnTo>
                    <a:pt x="317246" y="105663"/>
                  </a:lnTo>
                  <a:lnTo>
                    <a:pt x="354965" y="105663"/>
                  </a:lnTo>
                  <a:lnTo>
                    <a:pt x="359664" y="100964"/>
                  </a:lnTo>
                  <a:lnTo>
                    <a:pt x="359664" y="89662"/>
                  </a:lnTo>
                  <a:lnTo>
                    <a:pt x="354965" y="84835"/>
                  </a:lnTo>
                  <a:lnTo>
                    <a:pt x="317246" y="84835"/>
                  </a:lnTo>
                  <a:lnTo>
                    <a:pt x="317246" y="74548"/>
                  </a:lnTo>
                  <a:lnTo>
                    <a:pt x="315390" y="65150"/>
                  </a:lnTo>
                  <a:close/>
                </a:path>
                <a:path w="360044" h="361314">
                  <a:moveTo>
                    <a:pt x="357786" y="146176"/>
                  </a:moveTo>
                  <a:lnTo>
                    <a:pt x="349250" y="146176"/>
                  </a:lnTo>
                  <a:lnTo>
                    <a:pt x="349250" y="149021"/>
                  </a:lnTo>
                  <a:lnTo>
                    <a:pt x="354965" y="149021"/>
                  </a:lnTo>
                  <a:lnTo>
                    <a:pt x="357786" y="146176"/>
                  </a:lnTo>
                  <a:close/>
                </a:path>
                <a:path w="360044" h="361314">
                  <a:moveTo>
                    <a:pt x="100711" y="0"/>
                  </a:moveTo>
                  <a:lnTo>
                    <a:pt x="89408" y="0"/>
                  </a:lnTo>
                  <a:lnTo>
                    <a:pt x="84709" y="4698"/>
                  </a:lnTo>
                  <a:lnTo>
                    <a:pt x="84709" y="42417"/>
                  </a:lnTo>
                  <a:lnTo>
                    <a:pt x="105410" y="42417"/>
                  </a:lnTo>
                  <a:lnTo>
                    <a:pt x="105410" y="4698"/>
                  </a:lnTo>
                  <a:lnTo>
                    <a:pt x="100711" y="0"/>
                  </a:lnTo>
                  <a:close/>
                </a:path>
                <a:path w="360044" h="361314">
                  <a:moveTo>
                    <a:pt x="143129" y="0"/>
                  </a:moveTo>
                  <a:lnTo>
                    <a:pt x="131826" y="0"/>
                  </a:lnTo>
                  <a:lnTo>
                    <a:pt x="127127" y="4698"/>
                  </a:lnTo>
                  <a:lnTo>
                    <a:pt x="127127" y="42417"/>
                  </a:lnTo>
                  <a:lnTo>
                    <a:pt x="147828" y="42417"/>
                  </a:lnTo>
                  <a:lnTo>
                    <a:pt x="147828" y="4698"/>
                  </a:lnTo>
                  <a:lnTo>
                    <a:pt x="143129" y="0"/>
                  </a:lnTo>
                  <a:close/>
                </a:path>
                <a:path w="360044" h="361314">
                  <a:moveTo>
                    <a:pt x="185420" y="0"/>
                  </a:moveTo>
                  <a:lnTo>
                    <a:pt x="174244" y="0"/>
                  </a:lnTo>
                  <a:lnTo>
                    <a:pt x="169418" y="4698"/>
                  </a:lnTo>
                  <a:lnTo>
                    <a:pt x="169418" y="42417"/>
                  </a:lnTo>
                  <a:lnTo>
                    <a:pt x="190246" y="42417"/>
                  </a:lnTo>
                  <a:lnTo>
                    <a:pt x="190246" y="4698"/>
                  </a:lnTo>
                  <a:lnTo>
                    <a:pt x="185420" y="0"/>
                  </a:lnTo>
                  <a:close/>
                </a:path>
                <a:path w="360044" h="361314">
                  <a:moveTo>
                    <a:pt x="227838" y="0"/>
                  </a:moveTo>
                  <a:lnTo>
                    <a:pt x="216535" y="0"/>
                  </a:lnTo>
                  <a:lnTo>
                    <a:pt x="211836" y="4698"/>
                  </a:lnTo>
                  <a:lnTo>
                    <a:pt x="211836" y="42417"/>
                  </a:lnTo>
                  <a:lnTo>
                    <a:pt x="232537" y="42417"/>
                  </a:lnTo>
                  <a:lnTo>
                    <a:pt x="232537" y="4698"/>
                  </a:lnTo>
                  <a:lnTo>
                    <a:pt x="227838" y="0"/>
                  </a:lnTo>
                  <a:close/>
                </a:path>
                <a:path w="360044" h="361314">
                  <a:moveTo>
                    <a:pt x="270256" y="0"/>
                  </a:moveTo>
                  <a:lnTo>
                    <a:pt x="258953" y="0"/>
                  </a:lnTo>
                  <a:lnTo>
                    <a:pt x="254254" y="4698"/>
                  </a:lnTo>
                  <a:lnTo>
                    <a:pt x="254254" y="42417"/>
                  </a:lnTo>
                  <a:lnTo>
                    <a:pt x="274955" y="42417"/>
                  </a:lnTo>
                  <a:lnTo>
                    <a:pt x="274955" y="4698"/>
                  </a:lnTo>
                  <a:lnTo>
                    <a:pt x="270256" y="0"/>
                  </a:lnTo>
                  <a:close/>
                </a:path>
              </a:pathLst>
            </a:custGeom>
            <a:solidFill>
              <a:srgbClr val="99D3FF">
                <a:alpha val="7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11195" y="3820668"/>
              <a:ext cx="188976" cy="18897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971800" y="3733800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5" h="361314">
                  <a:moveTo>
                    <a:pt x="285241" y="42418"/>
                  </a:moveTo>
                  <a:lnTo>
                    <a:pt x="73406" y="42418"/>
                  </a:lnTo>
                  <a:lnTo>
                    <a:pt x="61438" y="44920"/>
                  </a:lnTo>
                  <a:lnTo>
                    <a:pt x="51577" y="51768"/>
                  </a:lnTo>
                  <a:lnTo>
                    <a:pt x="44884" y="61974"/>
                  </a:lnTo>
                  <a:lnTo>
                    <a:pt x="42418" y="74549"/>
                  </a:lnTo>
                  <a:lnTo>
                    <a:pt x="42418" y="84836"/>
                  </a:lnTo>
                  <a:lnTo>
                    <a:pt x="4699" y="84836"/>
                  </a:lnTo>
                  <a:lnTo>
                    <a:pt x="0" y="89662"/>
                  </a:lnTo>
                  <a:lnTo>
                    <a:pt x="0" y="100965"/>
                  </a:lnTo>
                  <a:lnTo>
                    <a:pt x="4699" y="105663"/>
                  </a:lnTo>
                  <a:lnTo>
                    <a:pt x="42418" y="105663"/>
                  </a:lnTo>
                  <a:lnTo>
                    <a:pt x="42418" y="127381"/>
                  </a:lnTo>
                  <a:lnTo>
                    <a:pt x="4699" y="127381"/>
                  </a:lnTo>
                  <a:lnTo>
                    <a:pt x="0" y="132080"/>
                  </a:lnTo>
                  <a:lnTo>
                    <a:pt x="0" y="144284"/>
                  </a:lnTo>
                  <a:lnTo>
                    <a:pt x="4699" y="149021"/>
                  </a:lnTo>
                  <a:lnTo>
                    <a:pt x="42418" y="149021"/>
                  </a:lnTo>
                  <a:lnTo>
                    <a:pt x="42418" y="169760"/>
                  </a:lnTo>
                  <a:lnTo>
                    <a:pt x="4699" y="169760"/>
                  </a:lnTo>
                  <a:lnTo>
                    <a:pt x="0" y="174459"/>
                  </a:lnTo>
                  <a:lnTo>
                    <a:pt x="0" y="186728"/>
                  </a:lnTo>
                  <a:lnTo>
                    <a:pt x="4699" y="191427"/>
                  </a:lnTo>
                  <a:lnTo>
                    <a:pt x="42418" y="191427"/>
                  </a:lnTo>
                  <a:lnTo>
                    <a:pt x="42418" y="212204"/>
                  </a:lnTo>
                  <a:lnTo>
                    <a:pt x="4699" y="212204"/>
                  </a:lnTo>
                  <a:lnTo>
                    <a:pt x="0" y="216903"/>
                  </a:lnTo>
                  <a:lnTo>
                    <a:pt x="0" y="229171"/>
                  </a:lnTo>
                  <a:lnTo>
                    <a:pt x="4699" y="233870"/>
                  </a:lnTo>
                  <a:lnTo>
                    <a:pt x="42418" y="233870"/>
                  </a:lnTo>
                  <a:lnTo>
                    <a:pt x="42418" y="254609"/>
                  </a:lnTo>
                  <a:lnTo>
                    <a:pt x="4699" y="254609"/>
                  </a:lnTo>
                  <a:lnTo>
                    <a:pt x="0" y="259334"/>
                  </a:lnTo>
                  <a:lnTo>
                    <a:pt x="0" y="271576"/>
                  </a:lnTo>
                  <a:lnTo>
                    <a:pt x="4699" y="276313"/>
                  </a:lnTo>
                  <a:lnTo>
                    <a:pt x="42418" y="276313"/>
                  </a:lnTo>
                  <a:lnTo>
                    <a:pt x="42418" y="286664"/>
                  </a:lnTo>
                  <a:lnTo>
                    <a:pt x="44884" y="299242"/>
                  </a:lnTo>
                  <a:lnTo>
                    <a:pt x="51577" y="309429"/>
                  </a:lnTo>
                  <a:lnTo>
                    <a:pt x="61438" y="316253"/>
                  </a:lnTo>
                  <a:lnTo>
                    <a:pt x="73406" y="318744"/>
                  </a:lnTo>
                  <a:lnTo>
                    <a:pt x="84708" y="318744"/>
                  </a:lnTo>
                  <a:lnTo>
                    <a:pt x="84708" y="356463"/>
                  </a:lnTo>
                  <a:lnTo>
                    <a:pt x="89407" y="361162"/>
                  </a:lnTo>
                  <a:lnTo>
                    <a:pt x="100711" y="361162"/>
                  </a:lnTo>
                  <a:lnTo>
                    <a:pt x="105410" y="356463"/>
                  </a:lnTo>
                  <a:lnTo>
                    <a:pt x="105410" y="315899"/>
                  </a:lnTo>
                  <a:lnTo>
                    <a:pt x="285241" y="315899"/>
                  </a:lnTo>
                  <a:lnTo>
                    <a:pt x="297797" y="313409"/>
                  </a:lnTo>
                  <a:lnTo>
                    <a:pt x="307959" y="306587"/>
                  </a:lnTo>
                  <a:lnTo>
                    <a:pt x="314763" y="296408"/>
                  </a:lnTo>
                  <a:lnTo>
                    <a:pt x="314826" y="296087"/>
                  </a:lnTo>
                  <a:lnTo>
                    <a:pt x="69723" y="296087"/>
                  </a:lnTo>
                  <a:lnTo>
                    <a:pt x="65912" y="291388"/>
                  </a:lnTo>
                  <a:lnTo>
                    <a:pt x="65912" y="69850"/>
                  </a:lnTo>
                  <a:lnTo>
                    <a:pt x="69723" y="65150"/>
                  </a:lnTo>
                  <a:lnTo>
                    <a:pt x="315390" y="65150"/>
                  </a:lnTo>
                  <a:lnTo>
                    <a:pt x="314763" y="61974"/>
                  </a:lnTo>
                  <a:lnTo>
                    <a:pt x="307959" y="51768"/>
                  </a:lnTo>
                  <a:lnTo>
                    <a:pt x="297797" y="44920"/>
                  </a:lnTo>
                  <a:lnTo>
                    <a:pt x="285241" y="42418"/>
                  </a:lnTo>
                  <a:close/>
                </a:path>
                <a:path w="360045" h="361314">
                  <a:moveTo>
                    <a:pt x="147827" y="315899"/>
                  </a:moveTo>
                  <a:lnTo>
                    <a:pt x="127126" y="315899"/>
                  </a:lnTo>
                  <a:lnTo>
                    <a:pt x="127126" y="353618"/>
                  </a:lnTo>
                  <a:lnTo>
                    <a:pt x="131825" y="358343"/>
                  </a:lnTo>
                  <a:lnTo>
                    <a:pt x="143129" y="358343"/>
                  </a:lnTo>
                  <a:lnTo>
                    <a:pt x="147827" y="353618"/>
                  </a:lnTo>
                  <a:lnTo>
                    <a:pt x="147827" y="315899"/>
                  </a:lnTo>
                  <a:close/>
                </a:path>
                <a:path w="360045" h="361314">
                  <a:moveTo>
                    <a:pt x="190245" y="315899"/>
                  </a:moveTo>
                  <a:lnTo>
                    <a:pt x="169418" y="315899"/>
                  </a:lnTo>
                  <a:lnTo>
                    <a:pt x="169418" y="353618"/>
                  </a:lnTo>
                  <a:lnTo>
                    <a:pt x="174244" y="358343"/>
                  </a:lnTo>
                  <a:lnTo>
                    <a:pt x="185419" y="358343"/>
                  </a:lnTo>
                  <a:lnTo>
                    <a:pt x="190245" y="353618"/>
                  </a:lnTo>
                  <a:lnTo>
                    <a:pt x="190245" y="315899"/>
                  </a:lnTo>
                  <a:close/>
                </a:path>
                <a:path w="360045" h="361314">
                  <a:moveTo>
                    <a:pt x="232537" y="315899"/>
                  </a:moveTo>
                  <a:lnTo>
                    <a:pt x="211836" y="315899"/>
                  </a:lnTo>
                  <a:lnTo>
                    <a:pt x="211836" y="353618"/>
                  </a:lnTo>
                  <a:lnTo>
                    <a:pt x="216535" y="358343"/>
                  </a:lnTo>
                  <a:lnTo>
                    <a:pt x="227837" y="358343"/>
                  </a:lnTo>
                  <a:lnTo>
                    <a:pt x="232537" y="353618"/>
                  </a:lnTo>
                  <a:lnTo>
                    <a:pt x="232537" y="315899"/>
                  </a:lnTo>
                  <a:close/>
                </a:path>
                <a:path w="360045" h="361314">
                  <a:moveTo>
                    <a:pt x="274955" y="315899"/>
                  </a:moveTo>
                  <a:lnTo>
                    <a:pt x="254254" y="315899"/>
                  </a:lnTo>
                  <a:lnTo>
                    <a:pt x="254254" y="353618"/>
                  </a:lnTo>
                  <a:lnTo>
                    <a:pt x="258952" y="358343"/>
                  </a:lnTo>
                  <a:lnTo>
                    <a:pt x="270256" y="358343"/>
                  </a:lnTo>
                  <a:lnTo>
                    <a:pt x="274955" y="353618"/>
                  </a:lnTo>
                  <a:lnTo>
                    <a:pt x="274955" y="315899"/>
                  </a:lnTo>
                  <a:close/>
                </a:path>
                <a:path w="360045" h="361314">
                  <a:moveTo>
                    <a:pt x="315390" y="65150"/>
                  </a:moveTo>
                  <a:lnTo>
                    <a:pt x="290957" y="65150"/>
                  </a:lnTo>
                  <a:lnTo>
                    <a:pt x="295655" y="69850"/>
                  </a:lnTo>
                  <a:lnTo>
                    <a:pt x="295655" y="291388"/>
                  </a:lnTo>
                  <a:lnTo>
                    <a:pt x="290957" y="296087"/>
                  </a:lnTo>
                  <a:lnTo>
                    <a:pt x="314826" y="296087"/>
                  </a:lnTo>
                  <a:lnTo>
                    <a:pt x="317246" y="283844"/>
                  </a:lnTo>
                  <a:lnTo>
                    <a:pt x="317246" y="273469"/>
                  </a:lnTo>
                  <a:lnTo>
                    <a:pt x="354964" y="273469"/>
                  </a:lnTo>
                  <a:lnTo>
                    <a:pt x="359663" y="268770"/>
                  </a:lnTo>
                  <a:lnTo>
                    <a:pt x="359663" y="257454"/>
                  </a:lnTo>
                  <a:lnTo>
                    <a:pt x="354964" y="252717"/>
                  </a:lnTo>
                  <a:lnTo>
                    <a:pt x="317246" y="252717"/>
                  </a:lnTo>
                  <a:lnTo>
                    <a:pt x="317246" y="231051"/>
                  </a:lnTo>
                  <a:lnTo>
                    <a:pt x="354964" y="231051"/>
                  </a:lnTo>
                  <a:lnTo>
                    <a:pt x="359663" y="226326"/>
                  </a:lnTo>
                  <a:lnTo>
                    <a:pt x="359663" y="214083"/>
                  </a:lnTo>
                  <a:lnTo>
                    <a:pt x="354964" y="209359"/>
                  </a:lnTo>
                  <a:lnTo>
                    <a:pt x="317246" y="209359"/>
                  </a:lnTo>
                  <a:lnTo>
                    <a:pt x="317246" y="188620"/>
                  </a:lnTo>
                  <a:lnTo>
                    <a:pt x="354964" y="188620"/>
                  </a:lnTo>
                  <a:lnTo>
                    <a:pt x="359663" y="183883"/>
                  </a:lnTo>
                  <a:lnTo>
                    <a:pt x="359663" y="171640"/>
                  </a:lnTo>
                  <a:lnTo>
                    <a:pt x="354964" y="166916"/>
                  </a:lnTo>
                  <a:lnTo>
                    <a:pt x="317246" y="166916"/>
                  </a:lnTo>
                  <a:lnTo>
                    <a:pt x="317246" y="146177"/>
                  </a:lnTo>
                  <a:lnTo>
                    <a:pt x="357786" y="146177"/>
                  </a:lnTo>
                  <a:lnTo>
                    <a:pt x="359663" y="144284"/>
                  </a:lnTo>
                  <a:lnTo>
                    <a:pt x="359663" y="132080"/>
                  </a:lnTo>
                  <a:lnTo>
                    <a:pt x="354964" y="127381"/>
                  </a:lnTo>
                  <a:lnTo>
                    <a:pt x="317246" y="127381"/>
                  </a:lnTo>
                  <a:lnTo>
                    <a:pt x="317246" y="105663"/>
                  </a:lnTo>
                  <a:lnTo>
                    <a:pt x="354964" y="105663"/>
                  </a:lnTo>
                  <a:lnTo>
                    <a:pt x="359663" y="100965"/>
                  </a:lnTo>
                  <a:lnTo>
                    <a:pt x="359663" y="89662"/>
                  </a:lnTo>
                  <a:lnTo>
                    <a:pt x="354964" y="84836"/>
                  </a:lnTo>
                  <a:lnTo>
                    <a:pt x="317246" y="84836"/>
                  </a:lnTo>
                  <a:lnTo>
                    <a:pt x="317246" y="74549"/>
                  </a:lnTo>
                  <a:lnTo>
                    <a:pt x="315390" y="65150"/>
                  </a:lnTo>
                  <a:close/>
                </a:path>
                <a:path w="360045" h="361314">
                  <a:moveTo>
                    <a:pt x="357786" y="146177"/>
                  </a:moveTo>
                  <a:lnTo>
                    <a:pt x="349250" y="146177"/>
                  </a:lnTo>
                  <a:lnTo>
                    <a:pt x="349250" y="149021"/>
                  </a:lnTo>
                  <a:lnTo>
                    <a:pt x="354964" y="149021"/>
                  </a:lnTo>
                  <a:lnTo>
                    <a:pt x="357786" y="146177"/>
                  </a:lnTo>
                  <a:close/>
                </a:path>
                <a:path w="360045" h="361314">
                  <a:moveTo>
                    <a:pt x="100711" y="0"/>
                  </a:moveTo>
                  <a:lnTo>
                    <a:pt x="89407" y="0"/>
                  </a:lnTo>
                  <a:lnTo>
                    <a:pt x="84708" y="4699"/>
                  </a:lnTo>
                  <a:lnTo>
                    <a:pt x="84708" y="42418"/>
                  </a:lnTo>
                  <a:lnTo>
                    <a:pt x="105410" y="42418"/>
                  </a:lnTo>
                  <a:lnTo>
                    <a:pt x="105410" y="4699"/>
                  </a:lnTo>
                  <a:lnTo>
                    <a:pt x="100711" y="0"/>
                  </a:lnTo>
                  <a:close/>
                </a:path>
                <a:path w="360045" h="361314">
                  <a:moveTo>
                    <a:pt x="143129" y="0"/>
                  </a:moveTo>
                  <a:lnTo>
                    <a:pt x="131825" y="0"/>
                  </a:lnTo>
                  <a:lnTo>
                    <a:pt x="127126" y="4699"/>
                  </a:lnTo>
                  <a:lnTo>
                    <a:pt x="127126" y="42418"/>
                  </a:lnTo>
                  <a:lnTo>
                    <a:pt x="147827" y="42418"/>
                  </a:lnTo>
                  <a:lnTo>
                    <a:pt x="147827" y="4699"/>
                  </a:lnTo>
                  <a:lnTo>
                    <a:pt x="143129" y="0"/>
                  </a:lnTo>
                  <a:close/>
                </a:path>
                <a:path w="360045" h="361314">
                  <a:moveTo>
                    <a:pt x="185419" y="0"/>
                  </a:moveTo>
                  <a:lnTo>
                    <a:pt x="174244" y="0"/>
                  </a:lnTo>
                  <a:lnTo>
                    <a:pt x="169418" y="4699"/>
                  </a:lnTo>
                  <a:lnTo>
                    <a:pt x="169418" y="42418"/>
                  </a:lnTo>
                  <a:lnTo>
                    <a:pt x="190245" y="42418"/>
                  </a:lnTo>
                  <a:lnTo>
                    <a:pt x="190245" y="4699"/>
                  </a:lnTo>
                  <a:lnTo>
                    <a:pt x="185419" y="0"/>
                  </a:lnTo>
                  <a:close/>
                </a:path>
                <a:path w="360045" h="361314">
                  <a:moveTo>
                    <a:pt x="227837" y="0"/>
                  </a:moveTo>
                  <a:lnTo>
                    <a:pt x="216535" y="0"/>
                  </a:lnTo>
                  <a:lnTo>
                    <a:pt x="211836" y="4699"/>
                  </a:lnTo>
                  <a:lnTo>
                    <a:pt x="211836" y="42418"/>
                  </a:lnTo>
                  <a:lnTo>
                    <a:pt x="232537" y="42418"/>
                  </a:lnTo>
                  <a:lnTo>
                    <a:pt x="232537" y="4699"/>
                  </a:lnTo>
                  <a:lnTo>
                    <a:pt x="227837" y="0"/>
                  </a:lnTo>
                  <a:close/>
                </a:path>
                <a:path w="360045" h="361314">
                  <a:moveTo>
                    <a:pt x="270256" y="0"/>
                  </a:moveTo>
                  <a:lnTo>
                    <a:pt x="258952" y="0"/>
                  </a:lnTo>
                  <a:lnTo>
                    <a:pt x="254254" y="4699"/>
                  </a:lnTo>
                  <a:lnTo>
                    <a:pt x="254254" y="42418"/>
                  </a:lnTo>
                  <a:lnTo>
                    <a:pt x="274955" y="42418"/>
                  </a:lnTo>
                  <a:lnTo>
                    <a:pt x="274955" y="4699"/>
                  </a:lnTo>
                  <a:lnTo>
                    <a:pt x="270256" y="0"/>
                  </a:lnTo>
                  <a:close/>
                </a:path>
              </a:pathLst>
            </a:custGeom>
            <a:solidFill>
              <a:srgbClr val="99D3FF">
                <a:alpha val="7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58668" y="3819144"/>
              <a:ext cx="188975" cy="18897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624327" y="339242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5">
                  <a:moveTo>
                    <a:pt x="285242" y="42290"/>
                  </a:moveTo>
                  <a:lnTo>
                    <a:pt x="73406" y="42290"/>
                  </a:lnTo>
                  <a:lnTo>
                    <a:pt x="61438" y="44771"/>
                  </a:lnTo>
                  <a:lnTo>
                    <a:pt x="51577" y="51562"/>
                  </a:lnTo>
                  <a:lnTo>
                    <a:pt x="44884" y="61686"/>
                  </a:lnTo>
                  <a:lnTo>
                    <a:pt x="42418" y="74168"/>
                  </a:lnTo>
                  <a:lnTo>
                    <a:pt x="42418" y="84581"/>
                  </a:lnTo>
                  <a:lnTo>
                    <a:pt x="4699" y="84581"/>
                  </a:lnTo>
                  <a:lnTo>
                    <a:pt x="0" y="89281"/>
                  </a:lnTo>
                  <a:lnTo>
                    <a:pt x="0" y="100456"/>
                  </a:lnTo>
                  <a:lnTo>
                    <a:pt x="4699" y="105156"/>
                  </a:lnTo>
                  <a:lnTo>
                    <a:pt x="42418" y="105156"/>
                  </a:lnTo>
                  <a:lnTo>
                    <a:pt x="42418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7"/>
                  </a:lnTo>
                  <a:lnTo>
                    <a:pt x="4699" y="148335"/>
                  </a:lnTo>
                  <a:lnTo>
                    <a:pt x="42418" y="148335"/>
                  </a:lnTo>
                  <a:lnTo>
                    <a:pt x="42418" y="169037"/>
                  </a:lnTo>
                  <a:lnTo>
                    <a:pt x="4699" y="169037"/>
                  </a:lnTo>
                  <a:lnTo>
                    <a:pt x="0" y="173735"/>
                  </a:lnTo>
                  <a:lnTo>
                    <a:pt x="0" y="185928"/>
                  </a:lnTo>
                  <a:lnTo>
                    <a:pt x="4699" y="190626"/>
                  </a:lnTo>
                  <a:lnTo>
                    <a:pt x="42418" y="190626"/>
                  </a:lnTo>
                  <a:lnTo>
                    <a:pt x="42418" y="211328"/>
                  </a:lnTo>
                  <a:lnTo>
                    <a:pt x="4699" y="211328"/>
                  </a:lnTo>
                  <a:lnTo>
                    <a:pt x="0" y="216026"/>
                  </a:lnTo>
                  <a:lnTo>
                    <a:pt x="0" y="228219"/>
                  </a:lnTo>
                  <a:lnTo>
                    <a:pt x="4699" y="232917"/>
                  </a:lnTo>
                  <a:lnTo>
                    <a:pt x="42418" y="232917"/>
                  </a:lnTo>
                  <a:lnTo>
                    <a:pt x="42418" y="253491"/>
                  </a:lnTo>
                  <a:lnTo>
                    <a:pt x="4699" y="253491"/>
                  </a:lnTo>
                  <a:lnTo>
                    <a:pt x="0" y="258190"/>
                  </a:lnTo>
                  <a:lnTo>
                    <a:pt x="0" y="270382"/>
                  </a:lnTo>
                  <a:lnTo>
                    <a:pt x="4699" y="275081"/>
                  </a:lnTo>
                  <a:lnTo>
                    <a:pt x="42418" y="275081"/>
                  </a:lnTo>
                  <a:lnTo>
                    <a:pt x="42418" y="285495"/>
                  </a:lnTo>
                  <a:lnTo>
                    <a:pt x="44884" y="297977"/>
                  </a:lnTo>
                  <a:lnTo>
                    <a:pt x="51577" y="308102"/>
                  </a:lnTo>
                  <a:lnTo>
                    <a:pt x="61438" y="314892"/>
                  </a:lnTo>
                  <a:lnTo>
                    <a:pt x="73406" y="317372"/>
                  </a:lnTo>
                  <a:lnTo>
                    <a:pt x="84709" y="317372"/>
                  </a:lnTo>
                  <a:lnTo>
                    <a:pt x="84709" y="354964"/>
                  </a:lnTo>
                  <a:lnTo>
                    <a:pt x="89408" y="359663"/>
                  </a:lnTo>
                  <a:lnTo>
                    <a:pt x="100711" y="359663"/>
                  </a:lnTo>
                  <a:lnTo>
                    <a:pt x="105410" y="354964"/>
                  </a:lnTo>
                  <a:lnTo>
                    <a:pt x="105410" y="314578"/>
                  </a:lnTo>
                  <a:lnTo>
                    <a:pt x="285242" y="314578"/>
                  </a:lnTo>
                  <a:lnTo>
                    <a:pt x="297797" y="312098"/>
                  </a:lnTo>
                  <a:lnTo>
                    <a:pt x="307959" y="305307"/>
                  </a:lnTo>
                  <a:lnTo>
                    <a:pt x="314763" y="295183"/>
                  </a:lnTo>
                  <a:lnTo>
                    <a:pt x="314821" y="294894"/>
                  </a:lnTo>
                  <a:lnTo>
                    <a:pt x="69723" y="294894"/>
                  </a:lnTo>
                  <a:lnTo>
                    <a:pt x="65913" y="290194"/>
                  </a:lnTo>
                  <a:lnTo>
                    <a:pt x="65913" y="69468"/>
                  </a:lnTo>
                  <a:lnTo>
                    <a:pt x="69723" y="64769"/>
                  </a:lnTo>
                  <a:lnTo>
                    <a:pt x="315376" y="64769"/>
                  </a:lnTo>
                  <a:lnTo>
                    <a:pt x="314763" y="61686"/>
                  </a:lnTo>
                  <a:lnTo>
                    <a:pt x="307959" y="51562"/>
                  </a:lnTo>
                  <a:lnTo>
                    <a:pt x="297797" y="44771"/>
                  </a:lnTo>
                  <a:lnTo>
                    <a:pt x="285242" y="42290"/>
                  </a:lnTo>
                  <a:close/>
                </a:path>
                <a:path w="360044" h="360045">
                  <a:moveTo>
                    <a:pt x="147828" y="314578"/>
                  </a:moveTo>
                  <a:lnTo>
                    <a:pt x="127127" y="314578"/>
                  </a:lnTo>
                  <a:lnTo>
                    <a:pt x="127127" y="352170"/>
                  </a:lnTo>
                  <a:lnTo>
                    <a:pt x="131826" y="356869"/>
                  </a:lnTo>
                  <a:lnTo>
                    <a:pt x="143129" y="356869"/>
                  </a:lnTo>
                  <a:lnTo>
                    <a:pt x="147828" y="352170"/>
                  </a:lnTo>
                  <a:lnTo>
                    <a:pt x="147828" y="314578"/>
                  </a:lnTo>
                  <a:close/>
                </a:path>
                <a:path w="360044" h="360045">
                  <a:moveTo>
                    <a:pt x="190246" y="314578"/>
                  </a:moveTo>
                  <a:lnTo>
                    <a:pt x="169418" y="314578"/>
                  </a:lnTo>
                  <a:lnTo>
                    <a:pt x="169418" y="352170"/>
                  </a:lnTo>
                  <a:lnTo>
                    <a:pt x="174244" y="356869"/>
                  </a:lnTo>
                  <a:lnTo>
                    <a:pt x="185420" y="356869"/>
                  </a:lnTo>
                  <a:lnTo>
                    <a:pt x="190246" y="352170"/>
                  </a:lnTo>
                  <a:lnTo>
                    <a:pt x="190246" y="314578"/>
                  </a:lnTo>
                  <a:close/>
                </a:path>
                <a:path w="360044" h="360045">
                  <a:moveTo>
                    <a:pt x="232537" y="314578"/>
                  </a:moveTo>
                  <a:lnTo>
                    <a:pt x="211836" y="314578"/>
                  </a:lnTo>
                  <a:lnTo>
                    <a:pt x="211836" y="352170"/>
                  </a:lnTo>
                  <a:lnTo>
                    <a:pt x="216535" y="356869"/>
                  </a:lnTo>
                  <a:lnTo>
                    <a:pt x="227838" y="356869"/>
                  </a:lnTo>
                  <a:lnTo>
                    <a:pt x="232537" y="352170"/>
                  </a:lnTo>
                  <a:lnTo>
                    <a:pt x="232537" y="314578"/>
                  </a:lnTo>
                  <a:close/>
                </a:path>
                <a:path w="360044" h="360045">
                  <a:moveTo>
                    <a:pt x="274955" y="314578"/>
                  </a:moveTo>
                  <a:lnTo>
                    <a:pt x="254254" y="314578"/>
                  </a:lnTo>
                  <a:lnTo>
                    <a:pt x="254254" y="352170"/>
                  </a:lnTo>
                  <a:lnTo>
                    <a:pt x="258953" y="356869"/>
                  </a:lnTo>
                  <a:lnTo>
                    <a:pt x="270256" y="356869"/>
                  </a:lnTo>
                  <a:lnTo>
                    <a:pt x="274955" y="352170"/>
                  </a:lnTo>
                  <a:lnTo>
                    <a:pt x="274955" y="314578"/>
                  </a:lnTo>
                  <a:close/>
                </a:path>
                <a:path w="360044" h="360045">
                  <a:moveTo>
                    <a:pt x="315376" y="64769"/>
                  </a:moveTo>
                  <a:lnTo>
                    <a:pt x="290957" y="64769"/>
                  </a:lnTo>
                  <a:lnTo>
                    <a:pt x="295656" y="69468"/>
                  </a:lnTo>
                  <a:lnTo>
                    <a:pt x="295656" y="290194"/>
                  </a:lnTo>
                  <a:lnTo>
                    <a:pt x="290957" y="294894"/>
                  </a:lnTo>
                  <a:lnTo>
                    <a:pt x="314821" y="294894"/>
                  </a:lnTo>
                  <a:lnTo>
                    <a:pt x="317246" y="282701"/>
                  </a:lnTo>
                  <a:lnTo>
                    <a:pt x="317246" y="272288"/>
                  </a:lnTo>
                  <a:lnTo>
                    <a:pt x="354965" y="272288"/>
                  </a:lnTo>
                  <a:lnTo>
                    <a:pt x="359664" y="267588"/>
                  </a:lnTo>
                  <a:lnTo>
                    <a:pt x="359664" y="256412"/>
                  </a:lnTo>
                  <a:lnTo>
                    <a:pt x="354965" y="251713"/>
                  </a:lnTo>
                  <a:lnTo>
                    <a:pt x="317246" y="251713"/>
                  </a:lnTo>
                  <a:lnTo>
                    <a:pt x="317246" y="230123"/>
                  </a:lnTo>
                  <a:lnTo>
                    <a:pt x="354965" y="230123"/>
                  </a:lnTo>
                  <a:lnTo>
                    <a:pt x="359664" y="225425"/>
                  </a:lnTo>
                  <a:lnTo>
                    <a:pt x="359664" y="213232"/>
                  </a:lnTo>
                  <a:lnTo>
                    <a:pt x="354965" y="208534"/>
                  </a:lnTo>
                  <a:lnTo>
                    <a:pt x="317246" y="208534"/>
                  </a:lnTo>
                  <a:lnTo>
                    <a:pt x="317246" y="187832"/>
                  </a:lnTo>
                  <a:lnTo>
                    <a:pt x="354965" y="187832"/>
                  </a:lnTo>
                  <a:lnTo>
                    <a:pt x="359664" y="183134"/>
                  </a:lnTo>
                  <a:lnTo>
                    <a:pt x="359664" y="170941"/>
                  </a:lnTo>
                  <a:lnTo>
                    <a:pt x="354965" y="166242"/>
                  </a:lnTo>
                  <a:lnTo>
                    <a:pt x="317246" y="166242"/>
                  </a:lnTo>
                  <a:lnTo>
                    <a:pt x="317246" y="145541"/>
                  </a:lnTo>
                  <a:lnTo>
                    <a:pt x="357759" y="145541"/>
                  </a:lnTo>
                  <a:lnTo>
                    <a:pt x="359664" y="143637"/>
                  </a:lnTo>
                  <a:lnTo>
                    <a:pt x="359664" y="131444"/>
                  </a:lnTo>
                  <a:lnTo>
                    <a:pt x="354965" y="126745"/>
                  </a:lnTo>
                  <a:lnTo>
                    <a:pt x="317246" y="126745"/>
                  </a:lnTo>
                  <a:lnTo>
                    <a:pt x="317246" y="105156"/>
                  </a:lnTo>
                  <a:lnTo>
                    <a:pt x="354965" y="105156"/>
                  </a:lnTo>
                  <a:lnTo>
                    <a:pt x="359664" y="100456"/>
                  </a:lnTo>
                  <a:lnTo>
                    <a:pt x="359664" y="89281"/>
                  </a:lnTo>
                  <a:lnTo>
                    <a:pt x="354965" y="84581"/>
                  </a:lnTo>
                  <a:lnTo>
                    <a:pt x="317246" y="84581"/>
                  </a:lnTo>
                  <a:lnTo>
                    <a:pt x="317246" y="74168"/>
                  </a:lnTo>
                  <a:lnTo>
                    <a:pt x="315376" y="64769"/>
                  </a:lnTo>
                  <a:close/>
                </a:path>
                <a:path w="360044" h="360045">
                  <a:moveTo>
                    <a:pt x="357759" y="145541"/>
                  </a:moveTo>
                  <a:lnTo>
                    <a:pt x="349250" y="145541"/>
                  </a:lnTo>
                  <a:lnTo>
                    <a:pt x="349250" y="148335"/>
                  </a:lnTo>
                  <a:lnTo>
                    <a:pt x="354965" y="148335"/>
                  </a:lnTo>
                  <a:lnTo>
                    <a:pt x="357759" y="145541"/>
                  </a:lnTo>
                  <a:close/>
                </a:path>
                <a:path w="360044" h="360045">
                  <a:moveTo>
                    <a:pt x="100711" y="0"/>
                  </a:moveTo>
                  <a:lnTo>
                    <a:pt x="89408" y="0"/>
                  </a:lnTo>
                  <a:lnTo>
                    <a:pt x="84709" y="4699"/>
                  </a:lnTo>
                  <a:lnTo>
                    <a:pt x="84709" y="42290"/>
                  </a:lnTo>
                  <a:lnTo>
                    <a:pt x="105410" y="42290"/>
                  </a:lnTo>
                  <a:lnTo>
                    <a:pt x="105410" y="4699"/>
                  </a:lnTo>
                  <a:lnTo>
                    <a:pt x="100711" y="0"/>
                  </a:lnTo>
                  <a:close/>
                </a:path>
                <a:path w="360044" h="360045">
                  <a:moveTo>
                    <a:pt x="143129" y="0"/>
                  </a:moveTo>
                  <a:lnTo>
                    <a:pt x="131826" y="0"/>
                  </a:lnTo>
                  <a:lnTo>
                    <a:pt x="127127" y="4699"/>
                  </a:lnTo>
                  <a:lnTo>
                    <a:pt x="127127" y="42290"/>
                  </a:lnTo>
                  <a:lnTo>
                    <a:pt x="147828" y="42290"/>
                  </a:lnTo>
                  <a:lnTo>
                    <a:pt x="147828" y="4699"/>
                  </a:lnTo>
                  <a:lnTo>
                    <a:pt x="143129" y="0"/>
                  </a:lnTo>
                  <a:close/>
                </a:path>
                <a:path w="360044" h="360045">
                  <a:moveTo>
                    <a:pt x="185420" y="0"/>
                  </a:moveTo>
                  <a:lnTo>
                    <a:pt x="174244" y="0"/>
                  </a:lnTo>
                  <a:lnTo>
                    <a:pt x="169418" y="4699"/>
                  </a:lnTo>
                  <a:lnTo>
                    <a:pt x="169418" y="42290"/>
                  </a:lnTo>
                  <a:lnTo>
                    <a:pt x="190246" y="42290"/>
                  </a:lnTo>
                  <a:lnTo>
                    <a:pt x="190246" y="4699"/>
                  </a:lnTo>
                  <a:lnTo>
                    <a:pt x="185420" y="0"/>
                  </a:lnTo>
                  <a:close/>
                </a:path>
                <a:path w="360044" h="360045">
                  <a:moveTo>
                    <a:pt x="227838" y="0"/>
                  </a:moveTo>
                  <a:lnTo>
                    <a:pt x="216535" y="0"/>
                  </a:lnTo>
                  <a:lnTo>
                    <a:pt x="211836" y="4699"/>
                  </a:lnTo>
                  <a:lnTo>
                    <a:pt x="211836" y="42290"/>
                  </a:lnTo>
                  <a:lnTo>
                    <a:pt x="232537" y="42290"/>
                  </a:lnTo>
                  <a:lnTo>
                    <a:pt x="232537" y="4699"/>
                  </a:lnTo>
                  <a:lnTo>
                    <a:pt x="227838" y="0"/>
                  </a:lnTo>
                  <a:close/>
                </a:path>
                <a:path w="360044" h="360045">
                  <a:moveTo>
                    <a:pt x="270256" y="0"/>
                  </a:moveTo>
                  <a:lnTo>
                    <a:pt x="258953" y="0"/>
                  </a:lnTo>
                  <a:lnTo>
                    <a:pt x="254254" y="4699"/>
                  </a:lnTo>
                  <a:lnTo>
                    <a:pt x="254254" y="42290"/>
                  </a:lnTo>
                  <a:lnTo>
                    <a:pt x="274955" y="42290"/>
                  </a:lnTo>
                  <a:lnTo>
                    <a:pt x="274955" y="4699"/>
                  </a:lnTo>
                  <a:lnTo>
                    <a:pt x="270256" y="0"/>
                  </a:lnTo>
                  <a:close/>
                </a:path>
              </a:pathLst>
            </a:custGeom>
            <a:solidFill>
              <a:srgbClr val="99D3FF">
                <a:alpha val="7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11195" y="3477768"/>
              <a:ext cx="188976" cy="18897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971800" y="3390900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285241" y="42291"/>
                  </a:moveTo>
                  <a:lnTo>
                    <a:pt x="73406" y="42291"/>
                  </a:lnTo>
                  <a:lnTo>
                    <a:pt x="61438" y="44771"/>
                  </a:lnTo>
                  <a:lnTo>
                    <a:pt x="51577" y="51562"/>
                  </a:lnTo>
                  <a:lnTo>
                    <a:pt x="44884" y="61686"/>
                  </a:lnTo>
                  <a:lnTo>
                    <a:pt x="42418" y="74168"/>
                  </a:lnTo>
                  <a:lnTo>
                    <a:pt x="42418" y="84581"/>
                  </a:lnTo>
                  <a:lnTo>
                    <a:pt x="4699" y="84581"/>
                  </a:lnTo>
                  <a:lnTo>
                    <a:pt x="0" y="89281"/>
                  </a:lnTo>
                  <a:lnTo>
                    <a:pt x="0" y="100456"/>
                  </a:lnTo>
                  <a:lnTo>
                    <a:pt x="4699" y="105156"/>
                  </a:lnTo>
                  <a:lnTo>
                    <a:pt x="42418" y="105156"/>
                  </a:lnTo>
                  <a:lnTo>
                    <a:pt x="42418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7"/>
                  </a:lnTo>
                  <a:lnTo>
                    <a:pt x="4699" y="148336"/>
                  </a:lnTo>
                  <a:lnTo>
                    <a:pt x="42418" y="148336"/>
                  </a:lnTo>
                  <a:lnTo>
                    <a:pt x="42418" y="169037"/>
                  </a:lnTo>
                  <a:lnTo>
                    <a:pt x="4699" y="169037"/>
                  </a:lnTo>
                  <a:lnTo>
                    <a:pt x="0" y="173736"/>
                  </a:lnTo>
                  <a:lnTo>
                    <a:pt x="0" y="185928"/>
                  </a:lnTo>
                  <a:lnTo>
                    <a:pt x="4699" y="190627"/>
                  </a:lnTo>
                  <a:lnTo>
                    <a:pt x="42418" y="190627"/>
                  </a:lnTo>
                  <a:lnTo>
                    <a:pt x="42418" y="211328"/>
                  </a:lnTo>
                  <a:lnTo>
                    <a:pt x="4699" y="211328"/>
                  </a:lnTo>
                  <a:lnTo>
                    <a:pt x="0" y="216027"/>
                  </a:lnTo>
                  <a:lnTo>
                    <a:pt x="0" y="228219"/>
                  </a:lnTo>
                  <a:lnTo>
                    <a:pt x="4699" y="232918"/>
                  </a:lnTo>
                  <a:lnTo>
                    <a:pt x="42418" y="232918"/>
                  </a:lnTo>
                  <a:lnTo>
                    <a:pt x="42418" y="253491"/>
                  </a:lnTo>
                  <a:lnTo>
                    <a:pt x="4699" y="253491"/>
                  </a:lnTo>
                  <a:lnTo>
                    <a:pt x="0" y="258190"/>
                  </a:lnTo>
                  <a:lnTo>
                    <a:pt x="0" y="270383"/>
                  </a:lnTo>
                  <a:lnTo>
                    <a:pt x="4699" y="275081"/>
                  </a:lnTo>
                  <a:lnTo>
                    <a:pt x="42418" y="275081"/>
                  </a:lnTo>
                  <a:lnTo>
                    <a:pt x="42418" y="285496"/>
                  </a:lnTo>
                  <a:lnTo>
                    <a:pt x="44884" y="297977"/>
                  </a:lnTo>
                  <a:lnTo>
                    <a:pt x="51577" y="308101"/>
                  </a:lnTo>
                  <a:lnTo>
                    <a:pt x="61438" y="314892"/>
                  </a:lnTo>
                  <a:lnTo>
                    <a:pt x="73406" y="317372"/>
                  </a:lnTo>
                  <a:lnTo>
                    <a:pt x="84708" y="317372"/>
                  </a:lnTo>
                  <a:lnTo>
                    <a:pt x="84708" y="354965"/>
                  </a:lnTo>
                  <a:lnTo>
                    <a:pt x="89407" y="359663"/>
                  </a:lnTo>
                  <a:lnTo>
                    <a:pt x="100711" y="359663"/>
                  </a:lnTo>
                  <a:lnTo>
                    <a:pt x="105410" y="354965"/>
                  </a:lnTo>
                  <a:lnTo>
                    <a:pt x="105410" y="314578"/>
                  </a:lnTo>
                  <a:lnTo>
                    <a:pt x="285241" y="314578"/>
                  </a:lnTo>
                  <a:lnTo>
                    <a:pt x="297797" y="312098"/>
                  </a:lnTo>
                  <a:lnTo>
                    <a:pt x="307959" y="305307"/>
                  </a:lnTo>
                  <a:lnTo>
                    <a:pt x="314763" y="295183"/>
                  </a:lnTo>
                  <a:lnTo>
                    <a:pt x="314821" y="294894"/>
                  </a:lnTo>
                  <a:lnTo>
                    <a:pt x="69723" y="294894"/>
                  </a:lnTo>
                  <a:lnTo>
                    <a:pt x="65912" y="290194"/>
                  </a:lnTo>
                  <a:lnTo>
                    <a:pt x="65912" y="69468"/>
                  </a:lnTo>
                  <a:lnTo>
                    <a:pt x="69723" y="64769"/>
                  </a:lnTo>
                  <a:lnTo>
                    <a:pt x="315376" y="64769"/>
                  </a:lnTo>
                  <a:lnTo>
                    <a:pt x="314763" y="61686"/>
                  </a:lnTo>
                  <a:lnTo>
                    <a:pt x="307959" y="51562"/>
                  </a:lnTo>
                  <a:lnTo>
                    <a:pt x="297797" y="44771"/>
                  </a:lnTo>
                  <a:lnTo>
                    <a:pt x="285241" y="42291"/>
                  </a:lnTo>
                  <a:close/>
                </a:path>
                <a:path w="360045" h="360045">
                  <a:moveTo>
                    <a:pt x="147827" y="314578"/>
                  </a:moveTo>
                  <a:lnTo>
                    <a:pt x="127126" y="314578"/>
                  </a:lnTo>
                  <a:lnTo>
                    <a:pt x="127126" y="352171"/>
                  </a:lnTo>
                  <a:lnTo>
                    <a:pt x="131825" y="356869"/>
                  </a:lnTo>
                  <a:lnTo>
                    <a:pt x="143129" y="356869"/>
                  </a:lnTo>
                  <a:lnTo>
                    <a:pt x="147827" y="352171"/>
                  </a:lnTo>
                  <a:lnTo>
                    <a:pt x="147827" y="314578"/>
                  </a:lnTo>
                  <a:close/>
                </a:path>
                <a:path w="360045" h="360045">
                  <a:moveTo>
                    <a:pt x="190245" y="314578"/>
                  </a:moveTo>
                  <a:lnTo>
                    <a:pt x="169418" y="314578"/>
                  </a:lnTo>
                  <a:lnTo>
                    <a:pt x="169418" y="352171"/>
                  </a:lnTo>
                  <a:lnTo>
                    <a:pt x="174244" y="356869"/>
                  </a:lnTo>
                  <a:lnTo>
                    <a:pt x="185419" y="356869"/>
                  </a:lnTo>
                  <a:lnTo>
                    <a:pt x="190245" y="352171"/>
                  </a:lnTo>
                  <a:lnTo>
                    <a:pt x="190245" y="314578"/>
                  </a:lnTo>
                  <a:close/>
                </a:path>
                <a:path w="360045" h="360045">
                  <a:moveTo>
                    <a:pt x="232537" y="314578"/>
                  </a:moveTo>
                  <a:lnTo>
                    <a:pt x="211836" y="314578"/>
                  </a:lnTo>
                  <a:lnTo>
                    <a:pt x="211836" y="352171"/>
                  </a:lnTo>
                  <a:lnTo>
                    <a:pt x="216535" y="356869"/>
                  </a:lnTo>
                  <a:lnTo>
                    <a:pt x="227837" y="356869"/>
                  </a:lnTo>
                  <a:lnTo>
                    <a:pt x="232537" y="352171"/>
                  </a:lnTo>
                  <a:lnTo>
                    <a:pt x="232537" y="314578"/>
                  </a:lnTo>
                  <a:close/>
                </a:path>
                <a:path w="360045" h="360045">
                  <a:moveTo>
                    <a:pt x="274955" y="314578"/>
                  </a:moveTo>
                  <a:lnTo>
                    <a:pt x="254254" y="314578"/>
                  </a:lnTo>
                  <a:lnTo>
                    <a:pt x="254254" y="352171"/>
                  </a:lnTo>
                  <a:lnTo>
                    <a:pt x="258952" y="356869"/>
                  </a:lnTo>
                  <a:lnTo>
                    <a:pt x="270256" y="356869"/>
                  </a:lnTo>
                  <a:lnTo>
                    <a:pt x="274955" y="352171"/>
                  </a:lnTo>
                  <a:lnTo>
                    <a:pt x="274955" y="314578"/>
                  </a:lnTo>
                  <a:close/>
                </a:path>
                <a:path w="360045" h="360045">
                  <a:moveTo>
                    <a:pt x="315376" y="64769"/>
                  </a:moveTo>
                  <a:lnTo>
                    <a:pt x="290957" y="64769"/>
                  </a:lnTo>
                  <a:lnTo>
                    <a:pt x="295655" y="69468"/>
                  </a:lnTo>
                  <a:lnTo>
                    <a:pt x="295655" y="290194"/>
                  </a:lnTo>
                  <a:lnTo>
                    <a:pt x="290957" y="294894"/>
                  </a:lnTo>
                  <a:lnTo>
                    <a:pt x="314821" y="294894"/>
                  </a:lnTo>
                  <a:lnTo>
                    <a:pt x="317246" y="282702"/>
                  </a:lnTo>
                  <a:lnTo>
                    <a:pt x="317246" y="272288"/>
                  </a:lnTo>
                  <a:lnTo>
                    <a:pt x="354964" y="272288"/>
                  </a:lnTo>
                  <a:lnTo>
                    <a:pt x="359663" y="267588"/>
                  </a:lnTo>
                  <a:lnTo>
                    <a:pt x="359663" y="256412"/>
                  </a:lnTo>
                  <a:lnTo>
                    <a:pt x="354964" y="251713"/>
                  </a:lnTo>
                  <a:lnTo>
                    <a:pt x="317246" y="251713"/>
                  </a:lnTo>
                  <a:lnTo>
                    <a:pt x="317246" y="230124"/>
                  </a:lnTo>
                  <a:lnTo>
                    <a:pt x="354964" y="230124"/>
                  </a:lnTo>
                  <a:lnTo>
                    <a:pt x="359663" y="225425"/>
                  </a:lnTo>
                  <a:lnTo>
                    <a:pt x="359663" y="213233"/>
                  </a:lnTo>
                  <a:lnTo>
                    <a:pt x="354964" y="208534"/>
                  </a:lnTo>
                  <a:lnTo>
                    <a:pt x="317246" y="208534"/>
                  </a:lnTo>
                  <a:lnTo>
                    <a:pt x="317246" y="187833"/>
                  </a:lnTo>
                  <a:lnTo>
                    <a:pt x="354964" y="187833"/>
                  </a:lnTo>
                  <a:lnTo>
                    <a:pt x="359663" y="183134"/>
                  </a:lnTo>
                  <a:lnTo>
                    <a:pt x="359663" y="170941"/>
                  </a:lnTo>
                  <a:lnTo>
                    <a:pt x="354964" y="166243"/>
                  </a:lnTo>
                  <a:lnTo>
                    <a:pt x="317246" y="166243"/>
                  </a:lnTo>
                  <a:lnTo>
                    <a:pt x="317246" y="145541"/>
                  </a:lnTo>
                  <a:lnTo>
                    <a:pt x="357759" y="145541"/>
                  </a:lnTo>
                  <a:lnTo>
                    <a:pt x="359663" y="143637"/>
                  </a:lnTo>
                  <a:lnTo>
                    <a:pt x="359663" y="131444"/>
                  </a:lnTo>
                  <a:lnTo>
                    <a:pt x="354964" y="126745"/>
                  </a:lnTo>
                  <a:lnTo>
                    <a:pt x="317246" y="126745"/>
                  </a:lnTo>
                  <a:lnTo>
                    <a:pt x="317246" y="105156"/>
                  </a:lnTo>
                  <a:lnTo>
                    <a:pt x="354964" y="105156"/>
                  </a:lnTo>
                  <a:lnTo>
                    <a:pt x="359663" y="100456"/>
                  </a:lnTo>
                  <a:lnTo>
                    <a:pt x="359663" y="89281"/>
                  </a:lnTo>
                  <a:lnTo>
                    <a:pt x="354964" y="84581"/>
                  </a:lnTo>
                  <a:lnTo>
                    <a:pt x="317246" y="84581"/>
                  </a:lnTo>
                  <a:lnTo>
                    <a:pt x="317246" y="74168"/>
                  </a:lnTo>
                  <a:lnTo>
                    <a:pt x="315376" y="64769"/>
                  </a:lnTo>
                  <a:close/>
                </a:path>
                <a:path w="360045" h="360045">
                  <a:moveTo>
                    <a:pt x="357759" y="145541"/>
                  </a:moveTo>
                  <a:lnTo>
                    <a:pt x="349250" y="145541"/>
                  </a:lnTo>
                  <a:lnTo>
                    <a:pt x="349250" y="148336"/>
                  </a:lnTo>
                  <a:lnTo>
                    <a:pt x="354964" y="148336"/>
                  </a:lnTo>
                  <a:lnTo>
                    <a:pt x="357759" y="145541"/>
                  </a:lnTo>
                  <a:close/>
                </a:path>
                <a:path w="360045" h="360045">
                  <a:moveTo>
                    <a:pt x="100711" y="0"/>
                  </a:moveTo>
                  <a:lnTo>
                    <a:pt x="89407" y="0"/>
                  </a:lnTo>
                  <a:lnTo>
                    <a:pt x="84708" y="4699"/>
                  </a:lnTo>
                  <a:lnTo>
                    <a:pt x="84708" y="42291"/>
                  </a:lnTo>
                  <a:lnTo>
                    <a:pt x="105410" y="42291"/>
                  </a:lnTo>
                  <a:lnTo>
                    <a:pt x="105410" y="4699"/>
                  </a:lnTo>
                  <a:lnTo>
                    <a:pt x="100711" y="0"/>
                  </a:lnTo>
                  <a:close/>
                </a:path>
                <a:path w="360045" h="360045">
                  <a:moveTo>
                    <a:pt x="143129" y="0"/>
                  </a:moveTo>
                  <a:lnTo>
                    <a:pt x="131825" y="0"/>
                  </a:lnTo>
                  <a:lnTo>
                    <a:pt x="127126" y="4699"/>
                  </a:lnTo>
                  <a:lnTo>
                    <a:pt x="127126" y="42291"/>
                  </a:lnTo>
                  <a:lnTo>
                    <a:pt x="147827" y="42291"/>
                  </a:lnTo>
                  <a:lnTo>
                    <a:pt x="147827" y="4699"/>
                  </a:lnTo>
                  <a:lnTo>
                    <a:pt x="143129" y="0"/>
                  </a:lnTo>
                  <a:close/>
                </a:path>
                <a:path w="360045" h="360045">
                  <a:moveTo>
                    <a:pt x="185419" y="0"/>
                  </a:moveTo>
                  <a:lnTo>
                    <a:pt x="174244" y="0"/>
                  </a:lnTo>
                  <a:lnTo>
                    <a:pt x="169418" y="4699"/>
                  </a:lnTo>
                  <a:lnTo>
                    <a:pt x="169418" y="42291"/>
                  </a:lnTo>
                  <a:lnTo>
                    <a:pt x="190245" y="42291"/>
                  </a:lnTo>
                  <a:lnTo>
                    <a:pt x="190245" y="4699"/>
                  </a:lnTo>
                  <a:lnTo>
                    <a:pt x="185419" y="0"/>
                  </a:lnTo>
                  <a:close/>
                </a:path>
                <a:path w="360045" h="360045">
                  <a:moveTo>
                    <a:pt x="227837" y="0"/>
                  </a:moveTo>
                  <a:lnTo>
                    <a:pt x="216535" y="0"/>
                  </a:lnTo>
                  <a:lnTo>
                    <a:pt x="211836" y="4699"/>
                  </a:lnTo>
                  <a:lnTo>
                    <a:pt x="211836" y="42291"/>
                  </a:lnTo>
                  <a:lnTo>
                    <a:pt x="232537" y="42291"/>
                  </a:lnTo>
                  <a:lnTo>
                    <a:pt x="232537" y="4699"/>
                  </a:lnTo>
                  <a:lnTo>
                    <a:pt x="227837" y="0"/>
                  </a:lnTo>
                  <a:close/>
                </a:path>
                <a:path w="360045" h="360045">
                  <a:moveTo>
                    <a:pt x="270256" y="0"/>
                  </a:moveTo>
                  <a:lnTo>
                    <a:pt x="258952" y="0"/>
                  </a:lnTo>
                  <a:lnTo>
                    <a:pt x="254254" y="4699"/>
                  </a:lnTo>
                  <a:lnTo>
                    <a:pt x="254254" y="42291"/>
                  </a:lnTo>
                  <a:lnTo>
                    <a:pt x="274955" y="42291"/>
                  </a:lnTo>
                  <a:lnTo>
                    <a:pt x="274955" y="4699"/>
                  </a:lnTo>
                  <a:lnTo>
                    <a:pt x="270256" y="0"/>
                  </a:lnTo>
                  <a:close/>
                </a:path>
              </a:pathLst>
            </a:custGeom>
            <a:solidFill>
              <a:srgbClr val="99D3FF">
                <a:alpha val="7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058668" y="3476243"/>
              <a:ext cx="188975" cy="188975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6051803" y="3528059"/>
            <a:ext cx="706120" cy="361315"/>
            <a:chOff x="6051803" y="3528059"/>
            <a:chExt cx="706120" cy="361315"/>
          </a:xfrm>
        </p:grpSpPr>
        <p:sp>
          <p:nvSpPr>
            <p:cNvPr id="20" name="object 20"/>
            <p:cNvSpPr/>
            <p:nvPr/>
          </p:nvSpPr>
          <p:spPr>
            <a:xfrm>
              <a:off x="6051803" y="3529583"/>
              <a:ext cx="358140" cy="360045"/>
            </a:xfrm>
            <a:custGeom>
              <a:avLst/>
              <a:gdLst/>
              <a:ahLst/>
              <a:cxnLst/>
              <a:rect l="l" t="t" r="r" b="b"/>
              <a:pathLst>
                <a:path w="358139" h="360045">
                  <a:moveTo>
                    <a:pt x="284099" y="42290"/>
                  </a:moveTo>
                  <a:lnTo>
                    <a:pt x="73151" y="42290"/>
                  </a:lnTo>
                  <a:lnTo>
                    <a:pt x="61184" y="44771"/>
                  </a:lnTo>
                  <a:lnTo>
                    <a:pt x="51323" y="51561"/>
                  </a:lnTo>
                  <a:lnTo>
                    <a:pt x="44630" y="61686"/>
                  </a:lnTo>
                  <a:lnTo>
                    <a:pt x="42163" y="74167"/>
                  </a:lnTo>
                  <a:lnTo>
                    <a:pt x="42163" y="84581"/>
                  </a:lnTo>
                  <a:lnTo>
                    <a:pt x="4699" y="84581"/>
                  </a:lnTo>
                  <a:lnTo>
                    <a:pt x="0" y="89280"/>
                  </a:lnTo>
                  <a:lnTo>
                    <a:pt x="0" y="100456"/>
                  </a:lnTo>
                  <a:lnTo>
                    <a:pt x="4699" y="105155"/>
                  </a:lnTo>
                  <a:lnTo>
                    <a:pt x="42163" y="105155"/>
                  </a:lnTo>
                  <a:lnTo>
                    <a:pt x="42163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6"/>
                  </a:lnTo>
                  <a:lnTo>
                    <a:pt x="4699" y="148335"/>
                  </a:lnTo>
                  <a:lnTo>
                    <a:pt x="42163" y="148335"/>
                  </a:lnTo>
                  <a:lnTo>
                    <a:pt x="42163" y="169036"/>
                  </a:lnTo>
                  <a:lnTo>
                    <a:pt x="4699" y="169036"/>
                  </a:lnTo>
                  <a:lnTo>
                    <a:pt x="0" y="173735"/>
                  </a:lnTo>
                  <a:lnTo>
                    <a:pt x="0" y="185927"/>
                  </a:lnTo>
                  <a:lnTo>
                    <a:pt x="4699" y="190626"/>
                  </a:lnTo>
                  <a:lnTo>
                    <a:pt x="42163" y="190626"/>
                  </a:lnTo>
                  <a:lnTo>
                    <a:pt x="42163" y="211327"/>
                  </a:lnTo>
                  <a:lnTo>
                    <a:pt x="4699" y="211327"/>
                  </a:lnTo>
                  <a:lnTo>
                    <a:pt x="0" y="216026"/>
                  </a:lnTo>
                  <a:lnTo>
                    <a:pt x="0" y="228218"/>
                  </a:lnTo>
                  <a:lnTo>
                    <a:pt x="4699" y="232917"/>
                  </a:lnTo>
                  <a:lnTo>
                    <a:pt x="42163" y="232917"/>
                  </a:lnTo>
                  <a:lnTo>
                    <a:pt x="42163" y="253491"/>
                  </a:lnTo>
                  <a:lnTo>
                    <a:pt x="4699" y="253491"/>
                  </a:lnTo>
                  <a:lnTo>
                    <a:pt x="0" y="258190"/>
                  </a:lnTo>
                  <a:lnTo>
                    <a:pt x="0" y="270382"/>
                  </a:lnTo>
                  <a:lnTo>
                    <a:pt x="4699" y="275081"/>
                  </a:lnTo>
                  <a:lnTo>
                    <a:pt x="42163" y="275081"/>
                  </a:lnTo>
                  <a:lnTo>
                    <a:pt x="42163" y="285495"/>
                  </a:lnTo>
                  <a:lnTo>
                    <a:pt x="44630" y="297977"/>
                  </a:lnTo>
                  <a:lnTo>
                    <a:pt x="51323" y="308101"/>
                  </a:lnTo>
                  <a:lnTo>
                    <a:pt x="61184" y="314892"/>
                  </a:lnTo>
                  <a:lnTo>
                    <a:pt x="73151" y="317372"/>
                  </a:lnTo>
                  <a:lnTo>
                    <a:pt x="84328" y="317372"/>
                  </a:lnTo>
                  <a:lnTo>
                    <a:pt x="84328" y="354952"/>
                  </a:lnTo>
                  <a:lnTo>
                    <a:pt x="89026" y="359638"/>
                  </a:lnTo>
                  <a:lnTo>
                    <a:pt x="100330" y="359638"/>
                  </a:lnTo>
                  <a:lnTo>
                    <a:pt x="105029" y="354952"/>
                  </a:lnTo>
                  <a:lnTo>
                    <a:pt x="105029" y="314578"/>
                  </a:lnTo>
                  <a:lnTo>
                    <a:pt x="284099" y="314578"/>
                  </a:lnTo>
                  <a:lnTo>
                    <a:pt x="296580" y="312098"/>
                  </a:lnTo>
                  <a:lnTo>
                    <a:pt x="306705" y="305307"/>
                  </a:lnTo>
                  <a:lnTo>
                    <a:pt x="313495" y="295183"/>
                  </a:lnTo>
                  <a:lnTo>
                    <a:pt x="313553" y="294893"/>
                  </a:lnTo>
                  <a:lnTo>
                    <a:pt x="69342" y="294893"/>
                  </a:lnTo>
                  <a:lnTo>
                    <a:pt x="65659" y="290194"/>
                  </a:lnTo>
                  <a:lnTo>
                    <a:pt x="65659" y="69468"/>
                  </a:lnTo>
                  <a:lnTo>
                    <a:pt x="69342" y="64769"/>
                  </a:lnTo>
                  <a:lnTo>
                    <a:pt x="314108" y="64769"/>
                  </a:lnTo>
                  <a:lnTo>
                    <a:pt x="313495" y="61686"/>
                  </a:lnTo>
                  <a:lnTo>
                    <a:pt x="306705" y="51561"/>
                  </a:lnTo>
                  <a:lnTo>
                    <a:pt x="296580" y="44771"/>
                  </a:lnTo>
                  <a:lnTo>
                    <a:pt x="284099" y="42290"/>
                  </a:lnTo>
                  <a:close/>
                </a:path>
                <a:path w="358139" h="360045">
                  <a:moveTo>
                    <a:pt x="147193" y="314578"/>
                  </a:moveTo>
                  <a:lnTo>
                    <a:pt x="126619" y="314578"/>
                  </a:lnTo>
                  <a:lnTo>
                    <a:pt x="126619" y="352120"/>
                  </a:lnTo>
                  <a:lnTo>
                    <a:pt x="131191" y="356831"/>
                  </a:lnTo>
                  <a:lnTo>
                    <a:pt x="142494" y="356831"/>
                  </a:lnTo>
                  <a:lnTo>
                    <a:pt x="147193" y="352120"/>
                  </a:lnTo>
                  <a:lnTo>
                    <a:pt x="147193" y="314578"/>
                  </a:lnTo>
                  <a:close/>
                </a:path>
                <a:path w="358139" h="360045">
                  <a:moveTo>
                    <a:pt x="189357" y="314578"/>
                  </a:moveTo>
                  <a:lnTo>
                    <a:pt x="168783" y="314578"/>
                  </a:lnTo>
                  <a:lnTo>
                    <a:pt x="168783" y="352120"/>
                  </a:lnTo>
                  <a:lnTo>
                    <a:pt x="173482" y="356831"/>
                  </a:lnTo>
                  <a:lnTo>
                    <a:pt x="184658" y="356831"/>
                  </a:lnTo>
                  <a:lnTo>
                    <a:pt x="189357" y="352120"/>
                  </a:lnTo>
                  <a:lnTo>
                    <a:pt x="189357" y="314578"/>
                  </a:lnTo>
                  <a:close/>
                </a:path>
                <a:path w="358139" h="360045">
                  <a:moveTo>
                    <a:pt x="231521" y="314578"/>
                  </a:moveTo>
                  <a:lnTo>
                    <a:pt x="210947" y="314578"/>
                  </a:lnTo>
                  <a:lnTo>
                    <a:pt x="210947" y="352120"/>
                  </a:lnTo>
                  <a:lnTo>
                    <a:pt x="215646" y="356831"/>
                  </a:lnTo>
                  <a:lnTo>
                    <a:pt x="226949" y="356831"/>
                  </a:lnTo>
                  <a:lnTo>
                    <a:pt x="231521" y="352120"/>
                  </a:lnTo>
                  <a:lnTo>
                    <a:pt x="231521" y="314578"/>
                  </a:lnTo>
                  <a:close/>
                </a:path>
                <a:path w="358139" h="360045">
                  <a:moveTo>
                    <a:pt x="273812" y="314578"/>
                  </a:moveTo>
                  <a:lnTo>
                    <a:pt x="253111" y="314578"/>
                  </a:lnTo>
                  <a:lnTo>
                    <a:pt x="253111" y="352120"/>
                  </a:lnTo>
                  <a:lnTo>
                    <a:pt x="257810" y="356831"/>
                  </a:lnTo>
                  <a:lnTo>
                    <a:pt x="269113" y="356831"/>
                  </a:lnTo>
                  <a:lnTo>
                    <a:pt x="273812" y="352120"/>
                  </a:lnTo>
                  <a:lnTo>
                    <a:pt x="273812" y="314578"/>
                  </a:lnTo>
                  <a:close/>
                </a:path>
                <a:path w="358139" h="360045">
                  <a:moveTo>
                    <a:pt x="314108" y="64769"/>
                  </a:moveTo>
                  <a:lnTo>
                    <a:pt x="289687" y="64769"/>
                  </a:lnTo>
                  <a:lnTo>
                    <a:pt x="294386" y="69468"/>
                  </a:lnTo>
                  <a:lnTo>
                    <a:pt x="294386" y="290194"/>
                  </a:lnTo>
                  <a:lnTo>
                    <a:pt x="289687" y="294893"/>
                  </a:lnTo>
                  <a:lnTo>
                    <a:pt x="313553" y="294893"/>
                  </a:lnTo>
                  <a:lnTo>
                    <a:pt x="315975" y="282701"/>
                  </a:lnTo>
                  <a:lnTo>
                    <a:pt x="315975" y="272287"/>
                  </a:lnTo>
                  <a:lnTo>
                    <a:pt x="353441" y="272287"/>
                  </a:lnTo>
                  <a:lnTo>
                    <a:pt x="358140" y="267588"/>
                  </a:lnTo>
                  <a:lnTo>
                    <a:pt x="358140" y="256412"/>
                  </a:lnTo>
                  <a:lnTo>
                    <a:pt x="353441" y="251713"/>
                  </a:lnTo>
                  <a:lnTo>
                    <a:pt x="315975" y="251713"/>
                  </a:lnTo>
                  <a:lnTo>
                    <a:pt x="315975" y="230123"/>
                  </a:lnTo>
                  <a:lnTo>
                    <a:pt x="353441" y="230123"/>
                  </a:lnTo>
                  <a:lnTo>
                    <a:pt x="358140" y="225424"/>
                  </a:lnTo>
                  <a:lnTo>
                    <a:pt x="358140" y="213232"/>
                  </a:lnTo>
                  <a:lnTo>
                    <a:pt x="353441" y="208533"/>
                  </a:lnTo>
                  <a:lnTo>
                    <a:pt x="315975" y="208533"/>
                  </a:lnTo>
                  <a:lnTo>
                    <a:pt x="315975" y="187832"/>
                  </a:lnTo>
                  <a:lnTo>
                    <a:pt x="353441" y="187832"/>
                  </a:lnTo>
                  <a:lnTo>
                    <a:pt x="358140" y="183133"/>
                  </a:lnTo>
                  <a:lnTo>
                    <a:pt x="358140" y="170941"/>
                  </a:lnTo>
                  <a:lnTo>
                    <a:pt x="353441" y="166242"/>
                  </a:lnTo>
                  <a:lnTo>
                    <a:pt x="315975" y="166242"/>
                  </a:lnTo>
                  <a:lnTo>
                    <a:pt x="315975" y="145541"/>
                  </a:lnTo>
                  <a:lnTo>
                    <a:pt x="356235" y="145541"/>
                  </a:lnTo>
                  <a:lnTo>
                    <a:pt x="358140" y="143636"/>
                  </a:lnTo>
                  <a:lnTo>
                    <a:pt x="358140" y="131444"/>
                  </a:lnTo>
                  <a:lnTo>
                    <a:pt x="353441" y="126745"/>
                  </a:lnTo>
                  <a:lnTo>
                    <a:pt x="315975" y="126745"/>
                  </a:lnTo>
                  <a:lnTo>
                    <a:pt x="315975" y="105155"/>
                  </a:lnTo>
                  <a:lnTo>
                    <a:pt x="353441" y="105155"/>
                  </a:lnTo>
                  <a:lnTo>
                    <a:pt x="358140" y="100456"/>
                  </a:lnTo>
                  <a:lnTo>
                    <a:pt x="358140" y="89280"/>
                  </a:lnTo>
                  <a:lnTo>
                    <a:pt x="353441" y="84581"/>
                  </a:lnTo>
                  <a:lnTo>
                    <a:pt x="315975" y="84581"/>
                  </a:lnTo>
                  <a:lnTo>
                    <a:pt x="315975" y="74167"/>
                  </a:lnTo>
                  <a:lnTo>
                    <a:pt x="314108" y="64769"/>
                  </a:lnTo>
                  <a:close/>
                </a:path>
                <a:path w="358139" h="360045">
                  <a:moveTo>
                    <a:pt x="356235" y="145541"/>
                  </a:moveTo>
                  <a:lnTo>
                    <a:pt x="347853" y="145541"/>
                  </a:lnTo>
                  <a:lnTo>
                    <a:pt x="347853" y="148335"/>
                  </a:lnTo>
                  <a:lnTo>
                    <a:pt x="353441" y="148335"/>
                  </a:lnTo>
                  <a:lnTo>
                    <a:pt x="356235" y="145541"/>
                  </a:lnTo>
                  <a:close/>
                </a:path>
                <a:path w="358139" h="360045">
                  <a:moveTo>
                    <a:pt x="100330" y="0"/>
                  </a:moveTo>
                  <a:lnTo>
                    <a:pt x="89026" y="0"/>
                  </a:lnTo>
                  <a:lnTo>
                    <a:pt x="84328" y="4698"/>
                  </a:lnTo>
                  <a:lnTo>
                    <a:pt x="84328" y="42290"/>
                  </a:lnTo>
                  <a:lnTo>
                    <a:pt x="105029" y="42290"/>
                  </a:lnTo>
                  <a:lnTo>
                    <a:pt x="105029" y="4698"/>
                  </a:lnTo>
                  <a:lnTo>
                    <a:pt x="100330" y="0"/>
                  </a:lnTo>
                  <a:close/>
                </a:path>
                <a:path w="358139" h="360045">
                  <a:moveTo>
                    <a:pt x="142494" y="0"/>
                  </a:moveTo>
                  <a:lnTo>
                    <a:pt x="131191" y="0"/>
                  </a:lnTo>
                  <a:lnTo>
                    <a:pt x="126619" y="4698"/>
                  </a:lnTo>
                  <a:lnTo>
                    <a:pt x="126619" y="42290"/>
                  </a:lnTo>
                  <a:lnTo>
                    <a:pt x="147193" y="42290"/>
                  </a:lnTo>
                  <a:lnTo>
                    <a:pt x="147193" y="4698"/>
                  </a:lnTo>
                  <a:lnTo>
                    <a:pt x="142494" y="0"/>
                  </a:lnTo>
                  <a:close/>
                </a:path>
                <a:path w="358139" h="360045">
                  <a:moveTo>
                    <a:pt x="184658" y="0"/>
                  </a:moveTo>
                  <a:lnTo>
                    <a:pt x="173482" y="0"/>
                  </a:lnTo>
                  <a:lnTo>
                    <a:pt x="168783" y="4698"/>
                  </a:lnTo>
                  <a:lnTo>
                    <a:pt x="168783" y="42290"/>
                  </a:lnTo>
                  <a:lnTo>
                    <a:pt x="189357" y="42290"/>
                  </a:lnTo>
                  <a:lnTo>
                    <a:pt x="189357" y="4698"/>
                  </a:lnTo>
                  <a:lnTo>
                    <a:pt x="184658" y="0"/>
                  </a:lnTo>
                  <a:close/>
                </a:path>
                <a:path w="358139" h="360045">
                  <a:moveTo>
                    <a:pt x="226949" y="0"/>
                  </a:moveTo>
                  <a:lnTo>
                    <a:pt x="215646" y="0"/>
                  </a:lnTo>
                  <a:lnTo>
                    <a:pt x="210947" y="4698"/>
                  </a:lnTo>
                  <a:lnTo>
                    <a:pt x="210947" y="42290"/>
                  </a:lnTo>
                  <a:lnTo>
                    <a:pt x="231521" y="42290"/>
                  </a:lnTo>
                  <a:lnTo>
                    <a:pt x="231521" y="4698"/>
                  </a:lnTo>
                  <a:lnTo>
                    <a:pt x="226949" y="0"/>
                  </a:lnTo>
                  <a:close/>
                </a:path>
                <a:path w="358139" h="360045">
                  <a:moveTo>
                    <a:pt x="269113" y="0"/>
                  </a:moveTo>
                  <a:lnTo>
                    <a:pt x="257810" y="0"/>
                  </a:lnTo>
                  <a:lnTo>
                    <a:pt x="253111" y="4698"/>
                  </a:lnTo>
                  <a:lnTo>
                    <a:pt x="253111" y="42290"/>
                  </a:lnTo>
                  <a:lnTo>
                    <a:pt x="273812" y="42290"/>
                  </a:lnTo>
                  <a:lnTo>
                    <a:pt x="273812" y="4698"/>
                  </a:lnTo>
                  <a:lnTo>
                    <a:pt x="269113" y="0"/>
                  </a:lnTo>
                  <a:close/>
                </a:path>
              </a:pathLst>
            </a:custGeom>
            <a:solidFill>
              <a:srgbClr val="99D3FF">
                <a:alpha val="7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37147" y="3613403"/>
              <a:ext cx="188975" cy="18897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399275" y="3528059"/>
              <a:ext cx="358140" cy="360045"/>
            </a:xfrm>
            <a:custGeom>
              <a:avLst/>
              <a:gdLst/>
              <a:ahLst/>
              <a:cxnLst/>
              <a:rect l="l" t="t" r="r" b="b"/>
              <a:pathLst>
                <a:path w="358140" h="360045">
                  <a:moveTo>
                    <a:pt x="284099" y="42290"/>
                  </a:moveTo>
                  <a:lnTo>
                    <a:pt x="73151" y="42290"/>
                  </a:lnTo>
                  <a:lnTo>
                    <a:pt x="61184" y="44771"/>
                  </a:lnTo>
                  <a:lnTo>
                    <a:pt x="51323" y="51561"/>
                  </a:lnTo>
                  <a:lnTo>
                    <a:pt x="44630" y="61686"/>
                  </a:lnTo>
                  <a:lnTo>
                    <a:pt x="42163" y="74167"/>
                  </a:lnTo>
                  <a:lnTo>
                    <a:pt x="42163" y="84581"/>
                  </a:lnTo>
                  <a:lnTo>
                    <a:pt x="4699" y="84581"/>
                  </a:lnTo>
                  <a:lnTo>
                    <a:pt x="0" y="89280"/>
                  </a:lnTo>
                  <a:lnTo>
                    <a:pt x="0" y="100456"/>
                  </a:lnTo>
                  <a:lnTo>
                    <a:pt x="4699" y="105155"/>
                  </a:lnTo>
                  <a:lnTo>
                    <a:pt x="42163" y="105155"/>
                  </a:lnTo>
                  <a:lnTo>
                    <a:pt x="42163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6"/>
                  </a:lnTo>
                  <a:lnTo>
                    <a:pt x="4699" y="148335"/>
                  </a:lnTo>
                  <a:lnTo>
                    <a:pt x="42163" y="148335"/>
                  </a:lnTo>
                  <a:lnTo>
                    <a:pt x="42163" y="169036"/>
                  </a:lnTo>
                  <a:lnTo>
                    <a:pt x="4699" y="169036"/>
                  </a:lnTo>
                  <a:lnTo>
                    <a:pt x="0" y="173735"/>
                  </a:lnTo>
                  <a:lnTo>
                    <a:pt x="0" y="185927"/>
                  </a:lnTo>
                  <a:lnTo>
                    <a:pt x="4699" y="190626"/>
                  </a:lnTo>
                  <a:lnTo>
                    <a:pt x="42163" y="190626"/>
                  </a:lnTo>
                  <a:lnTo>
                    <a:pt x="42163" y="211327"/>
                  </a:lnTo>
                  <a:lnTo>
                    <a:pt x="4699" y="211327"/>
                  </a:lnTo>
                  <a:lnTo>
                    <a:pt x="0" y="216026"/>
                  </a:lnTo>
                  <a:lnTo>
                    <a:pt x="0" y="228218"/>
                  </a:lnTo>
                  <a:lnTo>
                    <a:pt x="4699" y="232917"/>
                  </a:lnTo>
                  <a:lnTo>
                    <a:pt x="42163" y="232917"/>
                  </a:lnTo>
                  <a:lnTo>
                    <a:pt x="42163" y="253491"/>
                  </a:lnTo>
                  <a:lnTo>
                    <a:pt x="4699" y="253491"/>
                  </a:lnTo>
                  <a:lnTo>
                    <a:pt x="0" y="258190"/>
                  </a:lnTo>
                  <a:lnTo>
                    <a:pt x="0" y="270382"/>
                  </a:lnTo>
                  <a:lnTo>
                    <a:pt x="4699" y="275081"/>
                  </a:lnTo>
                  <a:lnTo>
                    <a:pt x="42163" y="275081"/>
                  </a:lnTo>
                  <a:lnTo>
                    <a:pt x="42163" y="285495"/>
                  </a:lnTo>
                  <a:lnTo>
                    <a:pt x="44630" y="297977"/>
                  </a:lnTo>
                  <a:lnTo>
                    <a:pt x="51323" y="308102"/>
                  </a:lnTo>
                  <a:lnTo>
                    <a:pt x="61184" y="314892"/>
                  </a:lnTo>
                  <a:lnTo>
                    <a:pt x="73151" y="317372"/>
                  </a:lnTo>
                  <a:lnTo>
                    <a:pt x="84327" y="317372"/>
                  </a:lnTo>
                  <a:lnTo>
                    <a:pt x="84327" y="354952"/>
                  </a:lnTo>
                  <a:lnTo>
                    <a:pt x="89026" y="359638"/>
                  </a:lnTo>
                  <a:lnTo>
                    <a:pt x="100329" y="359638"/>
                  </a:lnTo>
                  <a:lnTo>
                    <a:pt x="105028" y="354952"/>
                  </a:lnTo>
                  <a:lnTo>
                    <a:pt x="105028" y="314578"/>
                  </a:lnTo>
                  <a:lnTo>
                    <a:pt x="284099" y="314578"/>
                  </a:lnTo>
                  <a:lnTo>
                    <a:pt x="296580" y="312098"/>
                  </a:lnTo>
                  <a:lnTo>
                    <a:pt x="306704" y="305307"/>
                  </a:lnTo>
                  <a:lnTo>
                    <a:pt x="313495" y="295183"/>
                  </a:lnTo>
                  <a:lnTo>
                    <a:pt x="313553" y="294893"/>
                  </a:lnTo>
                  <a:lnTo>
                    <a:pt x="69341" y="294893"/>
                  </a:lnTo>
                  <a:lnTo>
                    <a:pt x="65659" y="290194"/>
                  </a:lnTo>
                  <a:lnTo>
                    <a:pt x="65659" y="69468"/>
                  </a:lnTo>
                  <a:lnTo>
                    <a:pt x="69341" y="64769"/>
                  </a:lnTo>
                  <a:lnTo>
                    <a:pt x="314108" y="64769"/>
                  </a:lnTo>
                  <a:lnTo>
                    <a:pt x="313495" y="61686"/>
                  </a:lnTo>
                  <a:lnTo>
                    <a:pt x="306704" y="51561"/>
                  </a:lnTo>
                  <a:lnTo>
                    <a:pt x="296580" y="44771"/>
                  </a:lnTo>
                  <a:lnTo>
                    <a:pt x="284099" y="42290"/>
                  </a:lnTo>
                  <a:close/>
                </a:path>
                <a:path w="358140" h="360045">
                  <a:moveTo>
                    <a:pt x="147193" y="314578"/>
                  </a:moveTo>
                  <a:lnTo>
                    <a:pt x="126619" y="314578"/>
                  </a:lnTo>
                  <a:lnTo>
                    <a:pt x="126619" y="352120"/>
                  </a:lnTo>
                  <a:lnTo>
                    <a:pt x="131191" y="356831"/>
                  </a:lnTo>
                  <a:lnTo>
                    <a:pt x="142494" y="356831"/>
                  </a:lnTo>
                  <a:lnTo>
                    <a:pt x="147193" y="352120"/>
                  </a:lnTo>
                  <a:lnTo>
                    <a:pt x="147193" y="314578"/>
                  </a:lnTo>
                  <a:close/>
                </a:path>
                <a:path w="358140" h="360045">
                  <a:moveTo>
                    <a:pt x="189356" y="314578"/>
                  </a:moveTo>
                  <a:lnTo>
                    <a:pt x="168782" y="314578"/>
                  </a:lnTo>
                  <a:lnTo>
                    <a:pt x="168782" y="352120"/>
                  </a:lnTo>
                  <a:lnTo>
                    <a:pt x="173481" y="356831"/>
                  </a:lnTo>
                  <a:lnTo>
                    <a:pt x="184657" y="356831"/>
                  </a:lnTo>
                  <a:lnTo>
                    <a:pt x="189356" y="352120"/>
                  </a:lnTo>
                  <a:lnTo>
                    <a:pt x="189356" y="314578"/>
                  </a:lnTo>
                  <a:close/>
                </a:path>
                <a:path w="358140" h="360045">
                  <a:moveTo>
                    <a:pt x="231521" y="314578"/>
                  </a:moveTo>
                  <a:lnTo>
                    <a:pt x="210947" y="314578"/>
                  </a:lnTo>
                  <a:lnTo>
                    <a:pt x="210947" y="352120"/>
                  </a:lnTo>
                  <a:lnTo>
                    <a:pt x="215646" y="356831"/>
                  </a:lnTo>
                  <a:lnTo>
                    <a:pt x="226949" y="356831"/>
                  </a:lnTo>
                  <a:lnTo>
                    <a:pt x="231521" y="352120"/>
                  </a:lnTo>
                  <a:lnTo>
                    <a:pt x="231521" y="314578"/>
                  </a:lnTo>
                  <a:close/>
                </a:path>
                <a:path w="358140" h="360045">
                  <a:moveTo>
                    <a:pt x="273812" y="314578"/>
                  </a:moveTo>
                  <a:lnTo>
                    <a:pt x="253110" y="314578"/>
                  </a:lnTo>
                  <a:lnTo>
                    <a:pt x="253110" y="352120"/>
                  </a:lnTo>
                  <a:lnTo>
                    <a:pt x="257809" y="356831"/>
                  </a:lnTo>
                  <a:lnTo>
                    <a:pt x="269113" y="356831"/>
                  </a:lnTo>
                  <a:lnTo>
                    <a:pt x="273812" y="352120"/>
                  </a:lnTo>
                  <a:lnTo>
                    <a:pt x="273812" y="314578"/>
                  </a:lnTo>
                  <a:close/>
                </a:path>
                <a:path w="358140" h="360045">
                  <a:moveTo>
                    <a:pt x="314108" y="64769"/>
                  </a:moveTo>
                  <a:lnTo>
                    <a:pt x="289687" y="64769"/>
                  </a:lnTo>
                  <a:lnTo>
                    <a:pt x="294385" y="69468"/>
                  </a:lnTo>
                  <a:lnTo>
                    <a:pt x="294385" y="290194"/>
                  </a:lnTo>
                  <a:lnTo>
                    <a:pt x="289687" y="294893"/>
                  </a:lnTo>
                  <a:lnTo>
                    <a:pt x="313553" y="294893"/>
                  </a:lnTo>
                  <a:lnTo>
                    <a:pt x="315975" y="282701"/>
                  </a:lnTo>
                  <a:lnTo>
                    <a:pt x="315975" y="272287"/>
                  </a:lnTo>
                  <a:lnTo>
                    <a:pt x="353441" y="272287"/>
                  </a:lnTo>
                  <a:lnTo>
                    <a:pt x="358140" y="267588"/>
                  </a:lnTo>
                  <a:lnTo>
                    <a:pt x="358140" y="256412"/>
                  </a:lnTo>
                  <a:lnTo>
                    <a:pt x="353441" y="251713"/>
                  </a:lnTo>
                  <a:lnTo>
                    <a:pt x="315975" y="251713"/>
                  </a:lnTo>
                  <a:lnTo>
                    <a:pt x="315975" y="230123"/>
                  </a:lnTo>
                  <a:lnTo>
                    <a:pt x="353441" y="230123"/>
                  </a:lnTo>
                  <a:lnTo>
                    <a:pt x="358140" y="225424"/>
                  </a:lnTo>
                  <a:lnTo>
                    <a:pt x="358140" y="213232"/>
                  </a:lnTo>
                  <a:lnTo>
                    <a:pt x="353441" y="208533"/>
                  </a:lnTo>
                  <a:lnTo>
                    <a:pt x="315975" y="208533"/>
                  </a:lnTo>
                  <a:lnTo>
                    <a:pt x="315975" y="187832"/>
                  </a:lnTo>
                  <a:lnTo>
                    <a:pt x="353441" y="187832"/>
                  </a:lnTo>
                  <a:lnTo>
                    <a:pt x="358140" y="183133"/>
                  </a:lnTo>
                  <a:lnTo>
                    <a:pt x="358140" y="170941"/>
                  </a:lnTo>
                  <a:lnTo>
                    <a:pt x="353441" y="166242"/>
                  </a:lnTo>
                  <a:lnTo>
                    <a:pt x="315975" y="166242"/>
                  </a:lnTo>
                  <a:lnTo>
                    <a:pt x="315975" y="145541"/>
                  </a:lnTo>
                  <a:lnTo>
                    <a:pt x="356235" y="145541"/>
                  </a:lnTo>
                  <a:lnTo>
                    <a:pt x="358140" y="143636"/>
                  </a:lnTo>
                  <a:lnTo>
                    <a:pt x="358140" y="131444"/>
                  </a:lnTo>
                  <a:lnTo>
                    <a:pt x="353441" y="126745"/>
                  </a:lnTo>
                  <a:lnTo>
                    <a:pt x="315975" y="126745"/>
                  </a:lnTo>
                  <a:lnTo>
                    <a:pt x="315975" y="105155"/>
                  </a:lnTo>
                  <a:lnTo>
                    <a:pt x="353441" y="105155"/>
                  </a:lnTo>
                  <a:lnTo>
                    <a:pt x="358140" y="100456"/>
                  </a:lnTo>
                  <a:lnTo>
                    <a:pt x="358140" y="89280"/>
                  </a:lnTo>
                  <a:lnTo>
                    <a:pt x="353441" y="84581"/>
                  </a:lnTo>
                  <a:lnTo>
                    <a:pt x="315975" y="84581"/>
                  </a:lnTo>
                  <a:lnTo>
                    <a:pt x="315975" y="74167"/>
                  </a:lnTo>
                  <a:lnTo>
                    <a:pt x="314108" y="64769"/>
                  </a:lnTo>
                  <a:close/>
                </a:path>
                <a:path w="358140" h="360045">
                  <a:moveTo>
                    <a:pt x="356235" y="145541"/>
                  </a:moveTo>
                  <a:lnTo>
                    <a:pt x="347852" y="145541"/>
                  </a:lnTo>
                  <a:lnTo>
                    <a:pt x="347852" y="148335"/>
                  </a:lnTo>
                  <a:lnTo>
                    <a:pt x="353441" y="148335"/>
                  </a:lnTo>
                  <a:lnTo>
                    <a:pt x="356235" y="145541"/>
                  </a:lnTo>
                  <a:close/>
                </a:path>
                <a:path w="358140" h="360045">
                  <a:moveTo>
                    <a:pt x="100329" y="0"/>
                  </a:moveTo>
                  <a:lnTo>
                    <a:pt x="89026" y="0"/>
                  </a:lnTo>
                  <a:lnTo>
                    <a:pt x="84327" y="4698"/>
                  </a:lnTo>
                  <a:lnTo>
                    <a:pt x="84327" y="42290"/>
                  </a:lnTo>
                  <a:lnTo>
                    <a:pt x="105028" y="42290"/>
                  </a:lnTo>
                  <a:lnTo>
                    <a:pt x="105028" y="4698"/>
                  </a:lnTo>
                  <a:lnTo>
                    <a:pt x="100329" y="0"/>
                  </a:lnTo>
                  <a:close/>
                </a:path>
                <a:path w="358140" h="360045">
                  <a:moveTo>
                    <a:pt x="142494" y="0"/>
                  </a:moveTo>
                  <a:lnTo>
                    <a:pt x="131191" y="0"/>
                  </a:lnTo>
                  <a:lnTo>
                    <a:pt x="126619" y="4698"/>
                  </a:lnTo>
                  <a:lnTo>
                    <a:pt x="126619" y="42290"/>
                  </a:lnTo>
                  <a:lnTo>
                    <a:pt x="147193" y="42290"/>
                  </a:lnTo>
                  <a:lnTo>
                    <a:pt x="147193" y="4698"/>
                  </a:lnTo>
                  <a:lnTo>
                    <a:pt x="142494" y="0"/>
                  </a:lnTo>
                  <a:close/>
                </a:path>
                <a:path w="358140" h="360045">
                  <a:moveTo>
                    <a:pt x="184657" y="0"/>
                  </a:moveTo>
                  <a:lnTo>
                    <a:pt x="173481" y="0"/>
                  </a:lnTo>
                  <a:lnTo>
                    <a:pt x="168782" y="4698"/>
                  </a:lnTo>
                  <a:lnTo>
                    <a:pt x="168782" y="42290"/>
                  </a:lnTo>
                  <a:lnTo>
                    <a:pt x="189356" y="42290"/>
                  </a:lnTo>
                  <a:lnTo>
                    <a:pt x="189356" y="4698"/>
                  </a:lnTo>
                  <a:lnTo>
                    <a:pt x="184657" y="0"/>
                  </a:lnTo>
                  <a:close/>
                </a:path>
                <a:path w="358140" h="360045">
                  <a:moveTo>
                    <a:pt x="226949" y="0"/>
                  </a:moveTo>
                  <a:lnTo>
                    <a:pt x="215646" y="0"/>
                  </a:lnTo>
                  <a:lnTo>
                    <a:pt x="210947" y="4698"/>
                  </a:lnTo>
                  <a:lnTo>
                    <a:pt x="210947" y="42290"/>
                  </a:lnTo>
                  <a:lnTo>
                    <a:pt x="231521" y="42290"/>
                  </a:lnTo>
                  <a:lnTo>
                    <a:pt x="231521" y="4698"/>
                  </a:lnTo>
                  <a:lnTo>
                    <a:pt x="226949" y="0"/>
                  </a:lnTo>
                  <a:close/>
                </a:path>
                <a:path w="358140" h="360045">
                  <a:moveTo>
                    <a:pt x="269113" y="0"/>
                  </a:moveTo>
                  <a:lnTo>
                    <a:pt x="257809" y="0"/>
                  </a:lnTo>
                  <a:lnTo>
                    <a:pt x="253110" y="4698"/>
                  </a:lnTo>
                  <a:lnTo>
                    <a:pt x="253110" y="42290"/>
                  </a:lnTo>
                  <a:lnTo>
                    <a:pt x="273812" y="42290"/>
                  </a:lnTo>
                  <a:lnTo>
                    <a:pt x="273812" y="4698"/>
                  </a:lnTo>
                  <a:lnTo>
                    <a:pt x="269113" y="0"/>
                  </a:lnTo>
                  <a:close/>
                </a:path>
              </a:pathLst>
            </a:custGeom>
            <a:solidFill>
              <a:srgbClr val="99D3FF">
                <a:alpha val="7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84619" y="3611879"/>
              <a:ext cx="188975" cy="188975"/>
            </a:xfrm>
            <a:prstGeom prst="rect">
              <a:avLst/>
            </a:prstGeom>
          </p:spPr>
        </p:pic>
      </p:grpSp>
      <p:sp>
        <p:nvSpPr>
          <p:cNvPr id="24" name="object 24"/>
          <p:cNvSpPr/>
          <p:nvPr/>
        </p:nvSpPr>
        <p:spPr>
          <a:xfrm>
            <a:off x="4438675" y="2601937"/>
            <a:ext cx="488950" cy="662940"/>
          </a:xfrm>
          <a:custGeom>
            <a:avLst/>
            <a:gdLst/>
            <a:ahLst/>
            <a:cxnLst/>
            <a:rect l="l" t="t" r="r" b="b"/>
            <a:pathLst>
              <a:path w="488950" h="662939">
                <a:moveTo>
                  <a:pt x="488442" y="453542"/>
                </a:moveTo>
                <a:lnTo>
                  <a:pt x="479679" y="472033"/>
                </a:lnTo>
                <a:lnTo>
                  <a:pt x="454964" y="488696"/>
                </a:lnTo>
                <a:lnTo>
                  <a:pt x="436105" y="495668"/>
                </a:lnTo>
                <a:lnTo>
                  <a:pt x="436105" y="565188"/>
                </a:lnTo>
                <a:lnTo>
                  <a:pt x="436105" y="586130"/>
                </a:lnTo>
                <a:lnTo>
                  <a:pt x="429120" y="593102"/>
                </a:lnTo>
                <a:lnTo>
                  <a:pt x="408190" y="593102"/>
                </a:lnTo>
                <a:lnTo>
                  <a:pt x="401218" y="586130"/>
                </a:lnTo>
                <a:lnTo>
                  <a:pt x="401218" y="565188"/>
                </a:lnTo>
                <a:lnTo>
                  <a:pt x="408190" y="558215"/>
                </a:lnTo>
                <a:lnTo>
                  <a:pt x="429120" y="558215"/>
                </a:lnTo>
                <a:lnTo>
                  <a:pt x="436105" y="565188"/>
                </a:lnTo>
                <a:lnTo>
                  <a:pt x="436105" y="495668"/>
                </a:lnTo>
                <a:lnTo>
                  <a:pt x="416699" y="502831"/>
                </a:lnTo>
                <a:lnTo>
                  <a:pt x="367233" y="513765"/>
                </a:lnTo>
                <a:lnTo>
                  <a:pt x="308940" y="520814"/>
                </a:lnTo>
                <a:lnTo>
                  <a:pt x="244221" y="523328"/>
                </a:lnTo>
                <a:lnTo>
                  <a:pt x="179489" y="520814"/>
                </a:lnTo>
                <a:lnTo>
                  <a:pt x="121196" y="513765"/>
                </a:lnTo>
                <a:lnTo>
                  <a:pt x="71729" y="502831"/>
                </a:lnTo>
                <a:lnTo>
                  <a:pt x="33464" y="488696"/>
                </a:lnTo>
                <a:lnTo>
                  <a:pt x="0" y="453542"/>
                </a:lnTo>
                <a:lnTo>
                  <a:pt x="0" y="593102"/>
                </a:lnTo>
                <a:lnTo>
                  <a:pt x="33464" y="628256"/>
                </a:lnTo>
                <a:lnTo>
                  <a:pt x="71729" y="642391"/>
                </a:lnTo>
                <a:lnTo>
                  <a:pt x="121196" y="653326"/>
                </a:lnTo>
                <a:lnTo>
                  <a:pt x="179489" y="660374"/>
                </a:lnTo>
                <a:lnTo>
                  <a:pt x="244221" y="662889"/>
                </a:lnTo>
                <a:lnTo>
                  <a:pt x="308940" y="660374"/>
                </a:lnTo>
                <a:lnTo>
                  <a:pt x="367233" y="653326"/>
                </a:lnTo>
                <a:lnTo>
                  <a:pt x="416699" y="642391"/>
                </a:lnTo>
                <a:lnTo>
                  <a:pt x="454964" y="628256"/>
                </a:lnTo>
                <a:lnTo>
                  <a:pt x="488442" y="593102"/>
                </a:lnTo>
                <a:lnTo>
                  <a:pt x="488442" y="558215"/>
                </a:lnTo>
                <a:lnTo>
                  <a:pt x="488442" y="523328"/>
                </a:lnTo>
                <a:lnTo>
                  <a:pt x="488442" y="453542"/>
                </a:lnTo>
                <a:close/>
              </a:path>
              <a:path w="488950" h="662939">
                <a:moveTo>
                  <a:pt x="488442" y="279095"/>
                </a:moveTo>
                <a:lnTo>
                  <a:pt x="479679" y="297586"/>
                </a:lnTo>
                <a:lnTo>
                  <a:pt x="454964" y="314248"/>
                </a:lnTo>
                <a:lnTo>
                  <a:pt x="436105" y="321221"/>
                </a:lnTo>
                <a:lnTo>
                  <a:pt x="436105" y="390740"/>
                </a:lnTo>
                <a:lnTo>
                  <a:pt x="436105" y="411670"/>
                </a:lnTo>
                <a:lnTo>
                  <a:pt x="429120" y="418655"/>
                </a:lnTo>
                <a:lnTo>
                  <a:pt x="408190" y="418655"/>
                </a:lnTo>
                <a:lnTo>
                  <a:pt x="401218" y="411670"/>
                </a:lnTo>
                <a:lnTo>
                  <a:pt x="401218" y="390740"/>
                </a:lnTo>
                <a:lnTo>
                  <a:pt x="408190" y="383768"/>
                </a:lnTo>
                <a:lnTo>
                  <a:pt x="429120" y="383768"/>
                </a:lnTo>
                <a:lnTo>
                  <a:pt x="436105" y="390740"/>
                </a:lnTo>
                <a:lnTo>
                  <a:pt x="436105" y="321221"/>
                </a:lnTo>
                <a:lnTo>
                  <a:pt x="416699" y="328371"/>
                </a:lnTo>
                <a:lnTo>
                  <a:pt x="367233" y="339318"/>
                </a:lnTo>
                <a:lnTo>
                  <a:pt x="308940" y="346367"/>
                </a:lnTo>
                <a:lnTo>
                  <a:pt x="244221" y="348869"/>
                </a:lnTo>
                <a:lnTo>
                  <a:pt x="179489" y="346367"/>
                </a:lnTo>
                <a:lnTo>
                  <a:pt x="121196" y="339318"/>
                </a:lnTo>
                <a:lnTo>
                  <a:pt x="71729" y="328371"/>
                </a:lnTo>
                <a:lnTo>
                  <a:pt x="33464" y="314248"/>
                </a:lnTo>
                <a:lnTo>
                  <a:pt x="0" y="279095"/>
                </a:lnTo>
                <a:lnTo>
                  <a:pt x="0" y="418655"/>
                </a:lnTo>
                <a:lnTo>
                  <a:pt x="33464" y="453809"/>
                </a:lnTo>
                <a:lnTo>
                  <a:pt x="71729" y="467931"/>
                </a:lnTo>
                <a:lnTo>
                  <a:pt x="121196" y="478866"/>
                </a:lnTo>
                <a:lnTo>
                  <a:pt x="179489" y="485927"/>
                </a:lnTo>
                <a:lnTo>
                  <a:pt x="244221" y="488429"/>
                </a:lnTo>
                <a:lnTo>
                  <a:pt x="308940" y="485927"/>
                </a:lnTo>
                <a:lnTo>
                  <a:pt x="367233" y="478866"/>
                </a:lnTo>
                <a:lnTo>
                  <a:pt x="416699" y="467931"/>
                </a:lnTo>
                <a:lnTo>
                  <a:pt x="454964" y="453809"/>
                </a:lnTo>
                <a:lnTo>
                  <a:pt x="488442" y="418655"/>
                </a:lnTo>
                <a:lnTo>
                  <a:pt x="488442" y="383768"/>
                </a:lnTo>
                <a:lnTo>
                  <a:pt x="488442" y="348869"/>
                </a:lnTo>
                <a:lnTo>
                  <a:pt x="488442" y="279095"/>
                </a:lnTo>
                <a:close/>
              </a:path>
              <a:path w="488950" h="662939">
                <a:moveTo>
                  <a:pt x="488442" y="104648"/>
                </a:moveTo>
                <a:lnTo>
                  <a:pt x="479679" y="123139"/>
                </a:lnTo>
                <a:lnTo>
                  <a:pt x="454964" y="139788"/>
                </a:lnTo>
                <a:lnTo>
                  <a:pt x="436105" y="146761"/>
                </a:lnTo>
                <a:lnTo>
                  <a:pt x="436105" y="216293"/>
                </a:lnTo>
                <a:lnTo>
                  <a:pt x="436105" y="237223"/>
                </a:lnTo>
                <a:lnTo>
                  <a:pt x="429120" y="244208"/>
                </a:lnTo>
                <a:lnTo>
                  <a:pt x="408190" y="244208"/>
                </a:lnTo>
                <a:lnTo>
                  <a:pt x="401218" y="237223"/>
                </a:lnTo>
                <a:lnTo>
                  <a:pt x="401218" y="216293"/>
                </a:lnTo>
                <a:lnTo>
                  <a:pt x="408190" y="209321"/>
                </a:lnTo>
                <a:lnTo>
                  <a:pt x="429120" y="209321"/>
                </a:lnTo>
                <a:lnTo>
                  <a:pt x="436105" y="216293"/>
                </a:lnTo>
                <a:lnTo>
                  <a:pt x="436105" y="146761"/>
                </a:lnTo>
                <a:lnTo>
                  <a:pt x="416699" y="153924"/>
                </a:lnTo>
                <a:lnTo>
                  <a:pt x="367233" y="164858"/>
                </a:lnTo>
                <a:lnTo>
                  <a:pt x="308940" y="171919"/>
                </a:lnTo>
                <a:lnTo>
                  <a:pt x="244221" y="174421"/>
                </a:lnTo>
                <a:lnTo>
                  <a:pt x="179489" y="171919"/>
                </a:lnTo>
                <a:lnTo>
                  <a:pt x="121196" y="164858"/>
                </a:lnTo>
                <a:lnTo>
                  <a:pt x="71729" y="153924"/>
                </a:lnTo>
                <a:lnTo>
                  <a:pt x="33464" y="139788"/>
                </a:lnTo>
                <a:lnTo>
                  <a:pt x="0" y="104648"/>
                </a:lnTo>
                <a:lnTo>
                  <a:pt x="0" y="244208"/>
                </a:lnTo>
                <a:lnTo>
                  <a:pt x="33464" y="279349"/>
                </a:lnTo>
                <a:lnTo>
                  <a:pt x="71729" y="293484"/>
                </a:lnTo>
                <a:lnTo>
                  <a:pt x="121196" y="304419"/>
                </a:lnTo>
                <a:lnTo>
                  <a:pt x="179489" y="311480"/>
                </a:lnTo>
                <a:lnTo>
                  <a:pt x="244221" y="313982"/>
                </a:lnTo>
                <a:lnTo>
                  <a:pt x="308940" y="311480"/>
                </a:lnTo>
                <a:lnTo>
                  <a:pt x="367233" y="304419"/>
                </a:lnTo>
                <a:lnTo>
                  <a:pt x="416699" y="293484"/>
                </a:lnTo>
                <a:lnTo>
                  <a:pt x="454964" y="279349"/>
                </a:lnTo>
                <a:lnTo>
                  <a:pt x="488442" y="244208"/>
                </a:lnTo>
                <a:lnTo>
                  <a:pt x="488442" y="209321"/>
                </a:lnTo>
                <a:lnTo>
                  <a:pt x="488442" y="174421"/>
                </a:lnTo>
                <a:lnTo>
                  <a:pt x="488442" y="104648"/>
                </a:lnTo>
                <a:close/>
              </a:path>
              <a:path w="488950" h="662939">
                <a:moveTo>
                  <a:pt x="488442" y="69761"/>
                </a:moveTo>
                <a:lnTo>
                  <a:pt x="455091" y="34544"/>
                </a:lnTo>
                <a:lnTo>
                  <a:pt x="416902" y="20434"/>
                </a:lnTo>
                <a:lnTo>
                  <a:pt x="367474" y="9525"/>
                </a:lnTo>
                <a:lnTo>
                  <a:pt x="309143" y="2501"/>
                </a:lnTo>
                <a:lnTo>
                  <a:pt x="244221" y="0"/>
                </a:lnTo>
                <a:lnTo>
                  <a:pt x="179298" y="2501"/>
                </a:lnTo>
                <a:lnTo>
                  <a:pt x="120954" y="9525"/>
                </a:lnTo>
                <a:lnTo>
                  <a:pt x="71526" y="20434"/>
                </a:lnTo>
                <a:lnTo>
                  <a:pt x="33337" y="34544"/>
                </a:lnTo>
                <a:lnTo>
                  <a:pt x="0" y="69761"/>
                </a:lnTo>
                <a:lnTo>
                  <a:pt x="8724" y="88303"/>
                </a:lnTo>
                <a:lnTo>
                  <a:pt x="71526" y="119100"/>
                </a:lnTo>
                <a:lnTo>
                  <a:pt x="120954" y="130009"/>
                </a:lnTo>
                <a:lnTo>
                  <a:pt x="179298" y="137045"/>
                </a:lnTo>
                <a:lnTo>
                  <a:pt x="244221" y="139534"/>
                </a:lnTo>
                <a:lnTo>
                  <a:pt x="309143" y="137045"/>
                </a:lnTo>
                <a:lnTo>
                  <a:pt x="367474" y="130009"/>
                </a:lnTo>
                <a:lnTo>
                  <a:pt x="416902" y="119100"/>
                </a:lnTo>
                <a:lnTo>
                  <a:pt x="455091" y="104978"/>
                </a:lnTo>
                <a:lnTo>
                  <a:pt x="488442" y="69761"/>
                </a:lnTo>
                <a:close/>
              </a:path>
            </a:pathLst>
          </a:custGeom>
          <a:solidFill>
            <a:srgbClr val="66BE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57427" y="1472183"/>
            <a:ext cx="1072134" cy="345186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843178" y="1500327"/>
            <a:ext cx="88963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scources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63523" y="1728216"/>
            <a:ext cx="2153920" cy="982980"/>
            <a:chOff x="763523" y="1728216"/>
            <a:chExt cx="2153920" cy="982980"/>
          </a:xfrm>
        </p:grpSpPr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63523" y="1728216"/>
              <a:ext cx="425195" cy="98298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26463" y="2074138"/>
              <a:ext cx="1490472" cy="22252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73707" y="2107692"/>
              <a:ext cx="1399031" cy="118871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473707" y="2107692"/>
              <a:ext cx="1399540" cy="119380"/>
            </a:xfrm>
            <a:custGeom>
              <a:avLst/>
              <a:gdLst/>
              <a:ahLst/>
              <a:cxnLst/>
              <a:rect l="l" t="t" r="r" b="b"/>
              <a:pathLst>
                <a:path w="1399539" h="119380">
                  <a:moveTo>
                    <a:pt x="0" y="29718"/>
                  </a:moveTo>
                  <a:lnTo>
                    <a:pt x="1339596" y="29718"/>
                  </a:lnTo>
                  <a:lnTo>
                    <a:pt x="1339596" y="0"/>
                  </a:lnTo>
                  <a:lnTo>
                    <a:pt x="1399031" y="59435"/>
                  </a:lnTo>
                  <a:lnTo>
                    <a:pt x="1339596" y="118871"/>
                  </a:lnTo>
                  <a:lnTo>
                    <a:pt x="1339596" y="89153"/>
                  </a:lnTo>
                  <a:lnTo>
                    <a:pt x="0" y="89153"/>
                  </a:lnTo>
                  <a:lnTo>
                    <a:pt x="0" y="29718"/>
                  </a:lnTo>
                  <a:close/>
                </a:path>
              </a:pathLst>
            </a:custGeom>
            <a:ln w="9524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859407" y="1862073"/>
            <a:ext cx="5105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ETL/ELT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603067" y="791591"/>
            <a:ext cx="145830" cy="199098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656588" y="3390900"/>
            <a:ext cx="659892" cy="342900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519427" y="3845052"/>
            <a:ext cx="838199" cy="246887"/>
          </a:xfrm>
          <a:prstGeom prst="rect">
            <a:avLst/>
          </a:prstGeom>
        </p:spPr>
      </p:pic>
      <p:grpSp>
        <p:nvGrpSpPr>
          <p:cNvPr id="36" name="object 36"/>
          <p:cNvGrpSpPr/>
          <p:nvPr/>
        </p:nvGrpSpPr>
        <p:grpSpPr>
          <a:xfrm>
            <a:off x="1583436" y="2212848"/>
            <a:ext cx="1015365" cy="530860"/>
            <a:chOff x="1583436" y="2212848"/>
            <a:chExt cx="1015365" cy="530860"/>
          </a:xfrm>
        </p:grpSpPr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83436" y="2372868"/>
              <a:ext cx="1014984" cy="37033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911095" y="2212848"/>
              <a:ext cx="492251" cy="246887"/>
            </a:xfrm>
            <a:prstGeom prst="rect">
              <a:avLst/>
            </a:prstGeom>
          </p:spPr>
        </p:pic>
      </p:grpSp>
      <p:pic>
        <p:nvPicPr>
          <p:cNvPr id="39" name="object 39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935723" y="3531108"/>
            <a:ext cx="1522476" cy="316992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060692" y="1879092"/>
            <a:ext cx="463296" cy="463296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2997707" y="1627632"/>
            <a:ext cx="3061970" cy="2070100"/>
            <a:chOff x="2997707" y="1627632"/>
            <a:chExt cx="3061970" cy="2070100"/>
          </a:xfrm>
        </p:grpSpPr>
        <p:sp>
          <p:nvSpPr>
            <p:cNvPr id="42" name="object 42"/>
            <p:cNvSpPr/>
            <p:nvPr/>
          </p:nvSpPr>
          <p:spPr>
            <a:xfrm>
              <a:off x="2997707" y="2008632"/>
              <a:ext cx="358140" cy="360045"/>
            </a:xfrm>
            <a:custGeom>
              <a:avLst/>
              <a:gdLst/>
              <a:ahLst/>
              <a:cxnLst/>
              <a:rect l="l" t="t" r="r" b="b"/>
              <a:pathLst>
                <a:path w="358139" h="360044">
                  <a:moveTo>
                    <a:pt x="284099" y="42291"/>
                  </a:moveTo>
                  <a:lnTo>
                    <a:pt x="73152" y="42291"/>
                  </a:lnTo>
                  <a:lnTo>
                    <a:pt x="61184" y="44771"/>
                  </a:lnTo>
                  <a:lnTo>
                    <a:pt x="51323" y="51562"/>
                  </a:lnTo>
                  <a:lnTo>
                    <a:pt x="44630" y="61686"/>
                  </a:lnTo>
                  <a:lnTo>
                    <a:pt x="42164" y="74168"/>
                  </a:lnTo>
                  <a:lnTo>
                    <a:pt x="42164" y="84581"/>
                  </a:lnTo>
                  <a:lnTo>
                    <a:pt x="4699" y="84581"/>
                  </a:lnTo>
                  <a:lnTo>
                    <a:pt x="0" y="89281"/>
                  </a:lnTo>
                  <a:lnTo>
                    <a:pt x="0" y="100456"/>
                  </a:lnTo>
                  <a:lnTo>
                    <a:pt x="4699" y="105156"/>
                  </a:lnTo>
                  <a:lnTo>
                    <a:pt x="42164" y="105156"/>
                  </a:lnTo>
                  <a:lnTo>
                    <a:pt x="42164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7"/>
                  </a:lnTo>
                  <a:lnTo>
                    <a:pt x="4699" y="148336"/>
                  </a:lnTo>
                  <a:lnTo>
                    <a:pt x="42164" y="148336"/>
                  </a:lnTo>
                  <a:lnTo>
                    <a:pt x="42164" y="169037"/>
                  </a:lnTo>
                  <a:lnTo>
                    <a:pt x="4699" y="169037"/>
                  </a:lnTo>
                  <a:lnTo>
                    <a:pt x="0" y="173736"/>
                  </a:lnTo>
                  <a:lnTo>
                    <a:pt x="0" y="185928"/>
                  </a:lnTo>
                  <a:lnTo>
                    <a:pt x="4699" y="190626"/>
                  </a:lnTo>
                  <a:lnTo>
                    <a:pt x="42164" y="190626"/>
                  </a:lnTo>
                  <a:lnTo>
                    <a:pt x="42164" y="211328"/>
                  </a:lnTo>
                  <a:lnTo>
                    <a:pt x="4699" y="211328"/>
                  </a:lnTo>
                  <a:lnTo>
                    <a:pt x="0" y="216026"/>
                  </a:lnTo>
                  <a:lnTo>
                    <a:pt x="0" y="228219"/>
                  </a:lnTo>
                  <a:lnTo>
                    <a:pt x="4699" y="232918"/>
                  </a:lnTo>
                  <a:lnTo>
                    <a:pt x="42164" y="232918"/>
                  </a:lnTo>
                  <a:lnTo>
                    <a:pt x="42164" y="253492"/>
                  </a:lnTo>
                  <a:lnTo>
                    <a:pt x="4699" y="253492"/>
                  </a:lnTo>
                  <a:lnTo>
                    <a:pt x="0" y="258191"/>
                  </a:lnTo>
                  <a:lnTo>
                    <a:pt x="0" y="270382"/>
                  </a:lnTo>
                  <a:lnTo>
                    <a:pt x="4699" y="275081"/>
                  </a:lnTo>
                  <a:lnTo>
                    <a:pt x="42164" y="275081"/>
                  </a:lnTo>
                  <a:lnTo>
                    <a:pt x="42164" y="285495"/>
                  </a:lnTo>
                  <a:lnTo>
                    <a:pt x="44630" y="297977"/>
                  </a:lnTo>
                  <a:lnTo>
                    <a:pt x="51323" y="308101"/>
                  </a:lnTo>
                  <a:lnTo>
                    <a:pt x="61184" y="314892"/>
                  </a:lnTo>
                  <a:lnTo>
                    <a:pt x="73152" y="317373"/>
                  </a:lnTo>
                  <a:lnTo>
                    <a:pt x="84328" y="317373"/>
                  </a:lnTo>
                  <a:lnTo>
                    <a:pt x="84328" y="354965"/>
                  </a:lnTo>
                  <a:lnTo>
                    <a:pt x="89027" y="359663"/>
                  </a:lnTo>
                  <a:lnTo>
                    <a:pt x="100330" y="359663"/>
                  </a:lnTo>
                  <a:lnTo>
                    <a:pt x="105029" y="354965"/>
                  </a:lnTo>
                  <a:lnTo>
                    <a:pt x="105029" y="314579"/>
                  </a:lnTo>
                  <a:lnTo>
                    <a:pt x="284099" y="314579"/>
                  </a:lnTo>
                  <a:lnTo>
                    <a:pt x="296580" y="312098"/>
                  </a:lnTo>
                  <a:lnTo>
                    <a:pt x="306705" y="305307"/>
                  </a:lnTo>
                  <a:lnTo>
                    <a:pt x="313495" y="295183"/>
                  </a:lnTo>
                  <a:lnTo>
                    <a:pt x="313553" y="294894"/>
                  </a:lnTo>
                  <a:lnTo>
                    <a:pt x="69342" y="294894"/>
                  </a:lnTo>
                  <a:lnTo>
                    <a:pt x="65659" y="290194"/>
                  </a:lnTo>
                  <a:lnTo>
                    <a:pt x="65659" y="69468"/>
                  </a:lnTo>
                  <a:lnTo>
                    <a:pt x="69342" y="64769"/>
                  </a:lnTo>
                  <a:lnTo>
                    <a:pt x="314108" y="64769"/>
                  </a:lnTo>
                  <a:lnTo>
                    <a:pt x="313495" y="61686"/>
                  </a:lnTo>
                  <a:lnTo>
                    <a:pt x="306705" y="51562"/>
                  </a:lnTo>
                  <a:lnTo>
                    <a:pt x="296580" y="44771"/>
                  </a:lnTo>
                  <a:lnTo>
                    <a:pt x="284099" y="42291"/>
                  </a:lnTo>
                  <a:close/>
                </a:path>
                <a:path w="358139" h="360044">
                  <a:moveTo>
                    <a:pt x="147193" y="314579"/>
                  </a:moveTo>
                  <a:lnTo>
                    <a:pt x="126618" y="314579"/>
                  </a:lnTo>
                  <a:lnTo>
                    <a:pt x="126618" y="352170"/>
                  </a:lnTo>
                  <a:lnTo>
                    <a:pt x="131191" y="356869"/>
                  </a:lnTo>
                  <a:lnTo>
                    <a:pt x="142494" y="356869"/>
                  </a:lnTo>
                  <a:lnTo>
                    <a:pt x="147193" y="352170"/>
                  </a:lnTo>
                  <a:lnTo>
                    <a:pt x="147193" y="314579"/>
                  </a:lnTo>
                  <a:close/>
                </a:path>
                <a:path w="358139" h="360044">
                  <a:moveTo>
                    <a:pt x="189356" y="314579"/>
                  </a:moveTo>
                  <a:lnTo>
                    <a:pt x="168783" y="314579"/>
                  </a:lnTo>
                  <a:lnTo>
                    <a:pt x="168783" y="352170"/>
                  </a:lnTo>
                  <a:lnTo>
                    <a:pt x="173481" y="356869"/>
                  </a:lnTo>
                  <a:lnTo>
                    <a:pt x="184658" y="356869"/>
                  </a:lnTo>
                  <a:lnTo>
                    <a:pt x="189356" y="352170"/>
                  </a:lnTo>
                  <a:lnTo>
                    <a:pt x="189356" y="314579"/>
                  </a:lnTo>
                  <a:close/>
                </a:path>
                <a:path w="358139" h="360044">
                  <a:moveTo>
                    <a:pt x="231521" y="314579"/>
                  </a:moveTo>
                  <a:lnTo>
                    <a:pt x="210947" y="314579"/>
                  </a:lnTo>
                  <a:lnTo>
                    <a:pt x="210947" y="352170"/>
                  </a:lnTo>
                  <a:lnTo>
                    <a:pt x="215646" y="356869"/>
                  </a:lnTo>
                  <a:lnTo>
                    <a:pt x="226949" y="356869"/>
                  </a:lnTo>
                  <a:lnTo>
                    <a:pt x="231521" y="352170"/>
                  </a:lnTo>
                  <a:lnTo>
                    <a:pt x="231521" y="314579"/>
                  </a:lnTo>
                  <a:close/>
                </a:path>
                <a:path w="358139" h="360044">
                  <a:moveTo>
                    <a:pt x="273812" y="314579"/>
                  </a:moveTo>
                  <a:lnTo>
                    <a:pt x="253111" y="314579"/>
                  </a:lnTo>
                  <a:lnTo>
                    <a:pt x="253111" y="352170"/>
                  </a:lnTo>
                  <a:lnTo>
                    <a:pt x="257809" y="356869"/>
                  </a:lnTo>
                  <a:lnTo>
                    <a:pt x="269113" y="356869"/>
                  </a:lnTo>
                  <a:lnTo>
                    <a:pt x="273812" y="352170"/>
                  </a:lnTo>
                  <a:lnTo>
                    <a:pt x="273812" y="314579"/>
                  </a:lnTo>
                  <a:close/>
                </a:path>
                <a:path w="358139" h="360044">
                  <a:moveTo>
                    <a:pt x="314108" y="64769"/>
                  </a:moveTo>
                  <a:lnTo>
                    <a:pt x="289687" y="64769"/>
                  </a:lnTo>
                  <a:lnTo>
                    <a:pt x="294386" y="69468"/>
                  </a:lnTo>
                  <a:lnTo>
                    <a:pt x="294386" y="290194"/>
                  </a:lnTo>
                  <a:lnTo>
                    <a:pt x="289687" y="294894"/>
                  </a:lnTo>
                  <a:lnTo>
                    <a:pt x="313553" y="294894"/>
                  </a:lnTo>
                  <a:lnTo>
                    <a:pt x="315976" y="282701"/>
                  </a:lnTo>
                  <a:lnTo>
                    <a:pt x="315976" y="272288"/>
                  </a:lnTo>
                  <a:lnTo>
                    <a:pt x="353441" y="272288"/>
                  </a:lnTo>
                  <a:lnTo>
                    <a:pt x="358140" y="267588"/>
                  </a:lnTo>
                  <a:lnTo>
                    <a:pt x="358140" y="256412"/>
                  </a:lnTo>
                  <a:lnTo>
                    <a:pt x="353441" y="251713"/>
                  </a:lnTo>
                  <a:lnTo>
                    <a:pt x="315976" y="251713"/>
                  </a:lnTo>
                  <a:lnTo>
                    <a:pt x="315976" y="230124"/>
                  </a:lnTo>
                  <a:lnTo>
                    <a:pt x="353441" y="230124"/>
                  </a:lnTo>
                  <a:lnTo>
                    <a:pt x="358140" y="225425"/>
                  </a:lnTo>
                  <a:lnTo>
                    <a:pt x="358140" y="213232"/>
                  </a:lnTo>
                  <a:lnTo>
                    <a:pt x="353441" y="208534"/>
                  </a:lnTo>
                  <a:lnTo>
                    <a:pt x="315976" y="208534"/>
                  </a:lnTo>
                  <a:lnTo>
                    <a:pt x="315976" y="187832"/>
                  </a:lnTo>
                  <a:lnTo>
                    <a:pt x="353441" y="187832"/>
                  </a:lnTo>
                  <a:lnTo>
                    <a:pt x="358140" y="183134"/>
                  </a:lnTo>
                  <a:lnTo>
                    <a:pt x="358140" y="170942"/>
                  </a:lnTo>
                  <a:lnTo>
                    <a:pt x="353441" y="166243"/>
                  </a:lnTo>
                  <a:lnTo>
                    <a:pt x="315976" y="166243"/>
                  </a:lnTo>
                  <a:lnTo>
                    <a:pt x="315976" y="145542"/>
                  </a:lnTo>
                  <a:lnTo>
                    <a:pt x="356235" y="145542"/>
                  </a:lnTo>
                  <a:lnTo>
                    <a:pt x="358140" y="143637"/>
                  </a:lnTo>
                  <a:lnTo>
                    <a:pt x="358140" y="131444"/>
                  </a:lnTo>
                  <a:lnTo>
                    <a:pt x="353441" y="126745"/>
                  </a:lnTo>
                  <a:lnTo>
                    <a:pt x="315976" y="126745"/>
                  </a:lnTo>
                  <a:lnTo>
                    <a:pt x="315976" y="105156"/>
                  </a:lnTo>
                  <a:lnTo>
                    <a:pt x="353441" y="105156"/>
                  </a:lnTo>
                  <a:lnTo>
                    <a:pt x="358140" y="100456"/>
                  </a:lnTo>
                  <a:lnTo>
                    <a:pt x="358140" y="89281"/>
                  </a:lnTo>
                  <a:lnTo>
                    <a:pt x="353441" y="84581"/>
                  </a:lnTo>
                  <a:lnTo>
                    <a:pt x="315976" y="84581"/>
                  </a:lnTo>
                  <a:lnTo>
                    <a:pt x="315976" y="74168"/>
                  </a:lnTo>
                  <a:lnTo>
                    <a:pt x="314108" y="64769"/>
                  </a:lnTo>
                  <a:close/>
                </a:path>
                <a:path w="358139" h="360044">
                  <a:moveTo>
                    <a:pt x="356235" y="145542"/>
                  </a:moveTo>
                  <a:lnTo>
                    <a:pt x="347853" y="145542"/>
                  </a:lnTo>
                  <a:lnTo>
                    <a:pt x="347853" y="148336"/>
                  </a:lnTo>
                  <a:lnTo>
                    <a:pt x="353441" y="148336"/>
                  </a:lnTo>
                  <a:lnTo>
                    <a:pt x="356235" y="145542"/>
                  </a:lnTo>
                  <a:close/>
                </a:path>
                <a:path w="358139" h="360044">
                  <a:moveTo>
                    <a:pt x="100330" y="0"/>
                  </a:moveTo>
                  <a:lnTo>
                    <a:pt x="89027" y="0"/>
                  </a:lnTo>
                  <a:lnTo>
                    <a:pt x="84328" y="4699"/>
                  </a:lnTo>
                  <a:lnTo>
                    <a:pt x="84328" y="42291"/>
                  </a:lnTo>
                  <a:lnTo>
                    <a:pt x="105029" y="42291"/>
                  </a:lnTo>
                  <a:lnTo>
                    <a:pt x="105029" y="4699"/>
                  </a:lnTo>
                  <a:lnTo>
                    <a:pt x="100330" y="0"/>
                  </a:lnTo>
                  <a:close/>
                </a:path>
                <a:path w="358139" h="360044">
                  <a:moveTo>
                    <a:pt x="142494" y="0"/>
                  </a:moveTo>
                  <a:lnTo>
                    <a:pt x="131191" y="0"/>
                  </a:lnTo>
                  <a:lnTo>
                    <a:pt x="126618" y="4699"/>
                  </a:lnTo>
                  <a:lnTo>
                    <a:pt x="126618" y="42291"/>
                  </a:lnTo>
                  <a:lnTo>
                    <a:pt x="147193" y="42291"/>
                  </a:lnTo>
                  <a:lnTo>
                    <a:pt x="147193" y="4699"/>
                  </a:lnTo>
                  <a:lnTo>
                    <a:pt x="142494" y="0"/>
                  </a:lnTo>
                  <a:close/>
                </a:path>
                <a:path w="358139" h="360044">
                  <a:moveTo>
                    <a:pt x="184658" y="0"/>
                  </a:moveTo>
                  <a:lnTo>
                    <a:pt x="173481" y="0"/>
                  </a:lnTo>
                  <a:lnTo>
                    <a:pt x="168783" y="4699"/>
                  </a:lnTo>
                  <a:lnTo>
                    <a:pt x="168783" y="42291"/>
                  </a:lnTo>
                  <a:lnTo>
                    <a:pt x="189356" y="42291"/>
                  </a:lnTo>
                  <a:lnTo>
                    <a:pt x="189356" y="4699"/>
                  </a:lnTo>
                  <a:lnTo>
                    <a:pt x="184658" y="0"/>
                  </a:lnTo>
                  <a:close/>
                </a:path>
                <a:path w="358139" h="360044">
                  <a:moveTo>
                    <a:pt x="226949" y="0"/>
                  </a:moveTo>
                  <a:lnTo>
                    <a:pt x="215646" y="0"/>
                  </a:lnTo>
                  <a:lnTo>
                    <a:pt x="210947" y="4699"/>
                  </a:lnTo>
                  <a:lnTo>
                    <a:pt x="210947" y="42291"/>
                  </a:lnTo>
                  <a:lnTo>
                    <a:pt x="231521" y="42291"/>
                  </a:lnTo>
                  <a:lnTo>
                    <a:pt x="231521" y="4699"/>
                  </a:lnTo>
                  <a:lnTo>
                    <a:pt x="226949" y="0"/>
                  </a:lnTo>
                  <a:close/>
                </a:path>
                <a:path w="358139" h="360044">
                  <a:moveTo>
                    <a:pt x="269113" y="0"/>
                  </a:moveTo>
                  <a:lnTo>
                    <a:pt x="257809" y="0"/>
                  </a:lnTo>
                  <a:lnTo>
                    <a:pt x="253111" y="4699"/>
                  </a:lnTo>
                  <a:lnTo>
                    <a:pt x="253111" y="42291"/>
                  </a:lnTo>
                  <a:lnTo>
                    <a:pt x="273812" y="42291"/>
                  </a:lnTo>
                  <a:lnTo>
                    <a:pt x="273812" y="4699"/>
                  </a:lnTo>
                  <a:lnTo>
                    <a:pt x="269113" y="0"/>
                  </a:lnTo>
                  <a:close/>
                </a:path>
              </a:pathLst>
            </a:custGeom>
            <a:solidFill>
              <a:srgbClr val="99D3FF">
                <a:alpha val="7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083051" y="2092452"/>
              <a:ext cx="188975" cy="18897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770119" y="2253996"/>
              <a:ext cx="1258824" cy="73609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819141" y="2284349"/>
              <a:ext cx="1165860" cy="640461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819141" y="2284349"/>
              <a:ext cx="1165860" cy="640715"/>
            </a:xfrm>
            <a:custGeom>
              <a:avLst/>
              <a:gdLst/>
              <a:ahLst/>
              <a:cxnLst/>
              <a:rect l="l" t="t" r="r" b="b"/>
              <a:pathLst>
                <a:path w="1165860" h="640714">
                  <a:moveTo>
                    <a:pt x="0" y="584707"/>
                  </a:moveTo>
                  <a:lnTo>
                    <a:pt x="1095883" y="27939"/>
                  </a:lnTo>
                  <a:lnTo>
                    <a:pt x="1081659" y="0"/>
                  </a:lnTo>
                  <a:lnTo>
                    <a:pt x="1165860" y="27431"/>
                  </a:lnTo>
                  <a:lnTo>
                    <a:pt x="1138428" y="111632"/>
                  </a:lnTo>
                  <a:lnTo>
                    <a:pt x="1124204" y="83693"/>
                  </a:lnTo>
                  <a:lnTo>
                    <a:pt x="28321" y="640461"/>
                  </a:lnTo>
                  <a:lnTo>
                    <a:pt x="0" y="584707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792979" y="2974822"/>
              <a:ext cx="1266444" cy="722401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842001" y="3003423"/>
              <a:ext cx="1172972" cy="626998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4842001" y="3003423"/>
              <a:ext cx="1173480" cy="627380"/>
            </a:xfrm>
            <a:custGeom>
              <a:avLst/>
              <a:gdLst/>
              <a:ahLst/>
              <a:cxnLst/>
              <a:rect l="l" t="t" r="r" b="b"/>
              <a:pathLst>
                <a:path w="1173479" h="627379">
                  <a:moveTo>
                    <a:pt x="27686" y="0"/>
                  </a:moveTo>
                  <a:lnTo>
                    <a:pt x="1130553" y="542797"/>
                  </a:lnTo>
                  <a:lnTo>
                    <a:pt x="1144397" y="514730"/>
                  </a:lnTo>
                  <a:lnTo>
                    <a:pt x="1172972" y="598551"/>
                  </a:lnTo>
                  <a:lnTo>
                    <a:pt x="1089152" y="626998"/>
                  </a:lnTo>
                  <a:lnTo>
                    <a:pt x="1102995" y="598932"/>
                  </a:lnTo>
                  <a:lnTo>
                    <a:pt x="0" y="56260"/>
                  </a:lnTo>
                  <a:lnTo>
                    <a:pt x="27686" y="0"/>
                  </a:lnTo>
                  <a:close/>
                </a:path>
              </a:pathLst>
            </a:custGeom>
            <a:ln w="9524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354323" y="2974822"/>
              <a:ext cx="1225308" cy="67820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403345" y="3003804"/>
              <a:ext cx="1132586" cy="583437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3403345" y="3003804"/>
              <a:ext cx="1132840" cy="583565"/>
            </a:xfrm>
            <a:custGeom>
              <a:avLst/>
              <a:gdLst/>
              <a:ahLst/>
              <a:cxnLst/>
              <a:rect l="l" t="t" r="r" b="b"/>
              <a:pathLst>
                <a:path w="1132839" h="583564">
                  <a:moveTo>
                    <a:pt x="1132586" y="55498"/>
                  </a:moveTo>
                  <a:lnTo>
                    <a:pt x="68579" y="555624"/>
                  </a:lnTo>
                  <a:lnTo>
                    <a:pt x="81661" y="583437"/>
                  </a:lnTo>
                  <a:lnTo>
                    <a:pt x="0" y="553973"/>
                  </a:lnTo>
                  <a:lnTo>
                    <a:pt x="29463" y="472439"/>
                  </a:lnTo>
                  <a:lnTo>
                    <a:pt x="42544" y="500125"/>
                  </a:lnTo>
                  <a:lnTo>
                    <a:pt x="1106424" y="0"/>
                  </a:lnTo>
                  <a:lnTo>
                    <a:pt x="1132586" y="55498"/>
                  </a:lnTo>
                  <a:close/>
                </a:path>
              </a:pathLst>
            </a:custGeom>
            <a:ln w="9524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564379" y="1627632"/>
              <a:ext cx="227012" cy="1146047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619243" y="1656588"/>
              <a:ext cx="121919" cy="1054608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4619243" y="1656588"/>
              <a:ext cx="121920" cy="1054735"/>
            </a:xfrm>
            <a:custGeom>
              <a:avLst/>
              <a:gdLst/>
              <a:ahLst/>
              <a:cxnLst/>
              <a:rect l="l" t="t" r="r" b="b"/>
              <a:pathLst>
                <a:path w="121920" h="1054735">
                  <a:moveTo>
                    <a:pt x="30479" y="1054608"/>
                  </a:moveTo>
                  <a:lnTo>
                    <a:pt x="30479" y="60960"/>
                  </a:lnTo>
                  <a:lnTo>
                    <a:pt x="0" y="60960"/>
                  </a:lnTo>
                  <a:lnTo>
                    <a:pt x="60959" y="0"/>
                  </a:lnTo>
                  <a:lnTo>
                    <a:pt x="121919" y="60960"/>
                  </a:lnTo>
                  <a:lnTo>
                    <a:pt x="91439" y="60960"/>
                  </a:lnTo>
                  <a:lnTo>
                    <a:pt x="91439" y="1054608"/>
                  </a:lnTo>
                  <a:lnTo>
                    <a:pt x="30479" y="1054608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3921378" y="1027557"/>
            <a:ext cx="1546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administrators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033896" y="1614678"/>
            <a:ext cx="6375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Reporting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068314" y="3218179"/>
            <a:ext cx="6680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Marketing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585466" y="4177385"/>
            <a:ext cx="81724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Science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102610" y="1699640"/>
            <a:ext cx="1460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BI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3334511" y="2273807"/>
            <a:ext cx="1268095" cy="718185"/>
            <a:chOff x="3334511" y="2273807"/>
            <a:chExt cx="1268095" cy="718185"/>
          </a:xfrm>
        </p:grpSpPr>
        <p:pic>
          <p:nvPicPr>
            <p:cNvPr id="62" name="object 6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334511" y="2273807"/>
              <a:ext cx="1267967" cy="717804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383787" y="2302890"/>
              <a:ext cx="1175003" cy="622807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3383787" y="2302890"/>
              <a:ext cx="1175385" cy="622935"/>
            </a:xfrm>
            <a:custGeom>
              <a:avLst/>
              <a:gdLst/>
              <a:ahLst/>
              <a:cxnLst/>
              <a:rect l="l" t="t" r="r" b="b"/>
              <a:pathLst>
                <a:path w="1175385" h="622935">
                  <a:moveTo>
                    <a:pt x="27432" y="0"/>
                  </a:moveTo>
                  <a:lnTo>
                    <a:pt x="1132459" y="538352"/>
                  </a:lnTo>
                  <a:lnTo>
                    <a:pt x="1146175" y="510285"/>
                  </a:lnTo>
                  <a:lnTo>
                    <a:pt x="1175003" y="593851"/>
                  </a:lnTo>
                  <a:lnTo>
                    <a:pt x="1091311" y="622807"/>
                  </a:lnTo>
                  <a:lnTo>
                    <a:pt x="1105027" y="594613"/>
                  </a:lnTo>
                  <a:lnTo>
                    <a:pt x="0" y="56260"/>
                  </a:lnTo>
                  <a:lnTo>
                    <a:pt x="27432" y="0"/>
                  </a:lnTo>
                  <a:close/>
                </a:path>
              </a:pathLst>
            </a:custGeom>
            <a:ln w="9524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>
            <a:spLocks noGrp="1"/>
          </p:cNvSpPr>
          <p:nvPr>
            <p:ph type="title"/>
          </p:nvPr>
        </p:nvSpPr>
        <p:spPr>
          <a:xfrm>
            <a:off x="2954273" y="84277"/>
            <a:ext cx="35109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Snowflake</a:t>
            </a:r>
            <a:r>
              <a:rPr sz="2800" spc="-10" dirty="0"/>
              <a:t> </a:t>
            </a:r>
            <a:r>
              <a:rPr sz="2800" dirty="0"/>
              <a:t>&amp;</a:t>
            </a:r>
            <a:r>
              <a:rPr sz="2800" spc="5" dirty="0"/>
              <a:t> </a:t>
            </a:r>
            <a:r>
              <a:rPr sz="2800" dirty="0"/>
              <a:t>other</a:t>
            </a:r>
            <a:r>
              <a:rPr sz="2800" spc="-10" dirty="0"/>
              <a:t> tools</a:t>
            </a:r>
            <a:endParaRPr sz="280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90800" y="630936"/>
            <a:ext cx="4745355" cy="4512945"/>
            <a:chOff x="2590800" y="630936"/>
            <a:chExt cx="4745355" cy="451294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1631" y="1505711"/>
              <a:ext cx="3047999" cy="363778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5684" y="2641091"/>
              <a:ext cx="363474" cy="37261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84576" y="2638031"/>
              <a:ext cx="4251198" cy="39853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90800" y="630936"/>
              <a:ext cx="4081272" cy="19705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84347" y="3169907"/>
              <a:ext cx="363474" cy="37110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63240" y="3165335"/>
              <a:ext cx="2548890" cy="39853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08676" y="3183623"/>
              <a:ext cx="278117" cy="27509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483351" y="3165335"/>
              <a:ext cx="311670" cy="39853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56504" y="3165335"/>
              <a:ext cx="1072133" cy="398538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2954273" y="84277"/>
            <a:ext cx="35109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Snowflake</a:t>
            </a:r>
            <a:r>
              <a:rPr sz="2800" spc="-10" dirty="0"/>
              <a:t> </a:t>
            </a:r>
            <a:r>
              <a:rPr sz="2800" dirty="0"/>
              <a:t>&amp;</a:t>
            </a:r>
            <a:r>
              <a:rPr sz="2800" spc="5" dirty="0"/>
              <a:t> </a:t>
            </a:r>
            <a:r>
              <a:rPr sz="2800" dirty="0"/>
              <a:t>other</a:t>
            </a:r>
            <a:r>
              <a:rPr sz="2800" spc="-10" dirty="0"/>
              <a:t> tools</a:t>
            </a:r>
            <a:endParaRPr sz="2800"/>
          </a:p>
        </p:txBody>
      </p:sp>
      <p:sp>
        <p:nvSpPr>
          <p:cNvPr id="13" name="object 13"/>
          <p:cNvSpPr txBox="1"/>
          <p:nvPr/>
        </p:nvSpPr>
        <p:spPr>
          <a:xfrm>
            <a:off x="2838069" y="2666492"/>
            <a:ext cx="4395470" cy="767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9410" indent="-286385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359410" algn="l"/>
              </a:tabLst>
            </a:pP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Create</a:t>
            </a:r>
            <a:r>
              <a:rPr sz="14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easily</a:t>
            </a:r>
            <a:r>
              <a:rPr sz="14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trial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accounts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with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Snowflake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partners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5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3371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337185" algn="l"/>
              </a:tabLst>
            </a:pP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Convenient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5" dirty="0">
                <a:solidFill>
                  <a:srgbClr val="D9D9D9"/>
                </a:solidFill>
                <a:latin typeface="Trebuchet MS"/>
                <a:cs typeface="Trebuchet MS"/>
              </a:rPr>
              <a:t>option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for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trying</a:t>
            </a:r>
            <a:r>
              <a:rPr sz="1400" b="1" spc="-8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3</a:t>
            </a:r>
            <a:r>
              <a:rPr sz="1350" b="1" spc="-15" baseline="24691" dirty="0">
                <a:solidFill>
                  <a:srgbClr val="D9D9D9"/>
                </a:solidFill>
                <a:latin typeface="Trebuchet MS"/>
                <a:cs typeface="Trebuchet MS"/>
              </a:rPr>
              <a:t>rd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-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party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tools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22576" y="746759"/>
            <a:ext cx="5737860" cy="4396740"/>
            <a:chOff x="2322576" y="746759"/>
            <a:chExt cx="5737860" cy="43967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1632" y="1505711"/>
              <a:ext cx="3047999" cy="363778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48484" y="1975104"/>
              <a:ext cx="363474" cy="37261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27376" y="1972043"/>
              <a:ext cx="2303526" cy="39853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92396" y="1972043"/>
              <a:ext cx="348246" cy="39853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41748" y="1972043"/>
              <a:ext cx="2460498" cy="39853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11596" y="746759"/>
              <a:ext cx="2148840" cy="103632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22576" y="2479535"/>
              <a:ext cx="363474" cy="37110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01468" y="2474963"/>
              <a:ext cx="3214878" cy="39853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22576" y="3002280"/>
              <a:ext cx="363474" cy="37261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01468" y="2999219"/>
              <a:ext cx="1985009" cy="398538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2954273" y="84277"/>
            <a:ext cx="35109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Snowflake</a:t>
            </a:r>
            <a:r>
              <a:rPr sz="2800" spc="-10" dirty="0"/>
              <a:t> </a:t>
            </a:r>
            <a:r>
              <a:rPr sz="2800" dirty="0"/>
              <a:t>&amp;</a:t>
            </a:r>
            <a:r>
              <a:rPr sz="2800" spc="5" dirty="0"/>
              <a:t> </a:t>
            </a:r>
            <a:r>
              <a:rPr sz="2800" dirty="0"/>
              <a:t>other</a:t>
            </a:r>
            <a:r>
              <a:rPr sz="2800" spc="-10" dirty="0"/>
              <a:t> tools</a:t>
            </a:r>
            <a:endParaRPr sz="2800"/>
          </a:p>
        </p:txBody>
      </p:sp>
      <p:sp>
        <p:nvSpPr>
          <p:cNvPr id="14" name="object 14"/>
          <p:cNvSpPr txBox="1"/>
          <p:nvPr/>
        </p:nvSpPr>
        <p:spPr>
          <a:xfrm>
            <a:off x="2414397" y="2000250"/>
            <a:ext cx="4738370" cy="1266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755" indent="-286385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325755" algn="l"/>
              </a:tabLst>
            </a:pPr>
            <a:r>
              <a:rPr sz="1400" b="1" spc="-45" dirty="0">
                <a:solidFill>
                  <a:srgbClr val="D9D9D9"/>
                </a:solidFill>
                <a:latin typeface="Trebuchet MS"/>
                <a:cs typeface="Trebuchet MS"/>
              </a:rPr>
              <a:t>ETL/data</a:t>
            </a:r>
            <a:r>
              <a:rPr sz="1400" b="1" spc="-1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50" dirty="0">
                <a:solidFill>
                  <a:srgbClr val="D9D9D9"/>
                </a:solidFill>
                <a:latin typeface="Trebuchet MS"/>
                <a:cs typeface="Trebuchet MS"/>
              </a:rPr>
              <a:t>integration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0" dirty="0">
                <a:solidFill>
                  <a:srgbClr val="D9D9D9"/>
                </a:solidFill>
                <a:latin typeface="Trebuchet MS"/>
                <a:cs typeface="Trebuchet MS"/>
              </a:rPr>
              <a:t>tools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345" dirty="0">
                <a:solidFill>
                  <a:srgbClr val="D9D9D9"/>
                </a:solidFill>
                <a:latin typeface="Trebuchet MS"/>
                <a:cs typeface="Trebuchet MS"/>
              </a:rPr>
              <a:t>–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dirty="0">
                <a:solidFill>
                  <a:srgbClr val="D9D9D9"/>
                </a:solidFill>
                <a:latin typeface="Trebuchet MS"/>
                <a:cs typeface="Trebuchet MS"/>
              </a:rPr>
              <a:t>Moving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&amp;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40" dirty="0">
                <a:solidFill>
                  <a:srgbClr val="D9D9D9"/>
                </a:solidFill>
                <a:latin typeface="Trebuchet MS"/>
                <a:cs typeface="Trebuchet MS"/>
              </a:rPr>
              <a:t>transforming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65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Machine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Learning</a:t>
            </a:r>
            <a:r>
              <a:rPr sz="14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&amp;</a:t>
            </a:r>
            <a:r>
              <a:rPr sz="14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35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70" dirty="0">
                <a:solidFill>
                  <a:srgbClr val="D9D9D9"/>
                </a:solidFill>
                <a:latin typeface="Trebuchet MS"/>
                <a:cs typeface="Trebuchet MS"/>
              </a:rPr>
              <a:t>Science</a:t>
            </a:r>
            <a:r>
              <a:rPr sz="14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20" dirty="0">
                <a:solidFill>
                  <a:srgbClr val="D9D9D9"/>
                </a:solidFill>
                <a:latin typeface="Trebuchet MS"/>
                <a:cs typeface="Trebuchet MS"/>
              </a:rPr>
              <a:t>tools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15"/>
              </a:spcBef>
              <a:buClr>
                <a:srgbClr val="99D3FF"/>
              </a:buClr>
              <a:buFont typeface="Wingdings"/>
              <a:buChar char=""/>
            </a:pPr>
            <a:endParaRPr sz="14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400" b="1" spc="-60" dirty="0">
                <a:solidFill>
                  <a:srgbClr val="D9D9D9"/>
                </a:solidFill>
                <a:latin typeface="Trebuchet MS"/>
                <a:cs typeface="Trebuchet MS"/>
              </a:rPr>
              <a:t>Security</a:t>
            </a:r>
            <a:r>
              <a:rPr sz="14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&amp;</a:t>
            </a:r>
            <a:r>
              <a:rPr sz="14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400" b="1" spc="-10" dirty="0">
                <a:solidFill>
                  <a:srgbClr val="D9D9D9"/>
                </a:solidFill>
                <a:latin typeface="Trebuchet MS"/>
                <a:cs typeface="Trebuchet MS"/>
              </a:rPr>
              <a:t>Governance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14776" y="2339086"/>
            <a:ext cx="23164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Best</a:t>
            </a:r>
            <a:r>
              <a:rPr spc="-15" dirty="0"/>
              <a:t> </a:t>
            </a:r>
            <a:r>
              <a:rPr spc="-10" dirty="0"/>
              <a:t>Practices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0235" y="313436"/>
            <a:ext cx="23196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Best</a:t>
            </a:r>
            <a:r>
              <a:rPr spc="-15" dirty="0"/>
              <a:t> </a:t>
            </a:r>
            <a:r>
              <a:rPr spc="-10" dirty="0"/>
              <a:t>practices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98775" y="1397634"/>
            <a:ext cx="2312670" cy="2634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4650" indent="-285750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374650" algn="l"/>
              </a:tabLst>
            </a:pPr>
            <a:r>
              <a:rPr sz="1800" b="1" spc="-70" dirty="0">
                <a:solidFill>
                  <a:srgbClr val="D9D9D9"/>
                </a:solidFill>
                <a:latin typeface="Trebuchet MS"/>
                <a:cs typeface="Trebuchet MS"/>
              </a:rPr>
              <a:t>Virtual</a:t>
            </a:r>
            <a:r>
              <a:rPr sz="1800" b="1" spc="-9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45" dirty="0">
                <a:solidFill>
                  <a:srgbClr val="D9D9D9"/>
                </a:solidFill>
                <a:latin typeface="Trebuchet MS"/>
                <a:cs typeface="Trebuchet MS"/>
              </a:rPr>
              <a:t>warehouses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975"/>
              </a:spcBef>
              <a:buClr>
                <a:srgbClr val="99D3FF"/>
              </a:buClr>
              <a:buFont typeface="Wingdings"/>
              <a:buChar char=""/>
            </a:pPr>
            <a:endParaRPr sz="1800">
              <a:latin typeface="Trebuchet MS"/>
              <a:cs typeface="Trebuchet MS"/>
            </a:endParaRPr>
          </a:p>
          <a:p>
            <a:pPr marL="374650" indent="-285750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374650" algn="l"/>
              </a:tabLst>
            </a:pPr>
            <a:r>
              <a:rPr sz="1800" b="1" spc="-95" dirty="0">
                <a:solidFill>
                  <a:srgbClr val="D9D9D9"/>
                </a:solidFill>
                <a:latin typeface="Trebuchet MS"/>
                <a:cs typeface="Trebuchet MS"/>
              </a:rPr>
              <a:t>Table</a:t>
            </a:r>
            <a:r>
              <a:rPr sz="1800" b="1" spc="-1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D9D9D9"/>
                </a:solidFill>
                <a:latin typeface="Trebuchet MS"/>
                <a:cs typeface="Trebuchet MS"/>
              </a:rPr>
              <a:t>design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980"/>
              </a:spcBef>
              <a:buClr>
                <a:srgbClr val="99D3FF"/>
              </a:buClr>
              <a:buFont typeface="Wingdings"/>
              <a:buChar char=""/>
            </a:pPr>
            <a:endParaRPr sz="1800">
              <a:latin typeface="Trebuchet MS"/>
              <a:cs typeface="Trebuchet MS"/>
            </a:endParaRPr>
          </a:p>
          <a:p>
            <a:pPr marL="345440" indent="-285750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345440" algn="l"/>
              </a:tabLst>
            </a:pPr>
            <a:r>
              <a:rPr sz="1800" b="1" spc="-10" dirty="0">
                <a:solidFill>
                  <a:srgbClr val="D9D9D9"/>
                </a:solidFill>
                <a:latin typeface="Trebuchet MS"/>
                <a:cs typeface="Trebuchet MS"/>
              </a:rPr>
              <a:t>Monitoring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75"/>
              </a:spcBef>
              <a:buClr>
                <a:srgbClr val="99D3FF"/>
              </a:buClr>
              <a:buFont typeface="Wingdings"/>
              <a:buChar char=""/>
            </a:pP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8450" algn="l"/>
              </a:tabLst>
            </a:pPr>
            <a:r>
              <a:rPr sz="1800" b="1" spc="-80" dirty="0">
                <a:solidFill>
                  <a:srgbClr val="D9D9D9"/>
                </a:solidFill>
                <a:latin typeface="Trebuchet MS"/>
                <a:cs typeface="Trebuchet MS"/>
              </a:rPr>
              <a:t>Retention</a:t>
            </a:r>
            <a:r>
              <a:rPr sz="18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D9D9D9"/>
                </a:solidFill>
                <a:latin typeface="Trebuchet MS"/>
                <a:cs typeface="Trebuchet MS"/>
              </a:rPr>
              <a:t>period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spc="-15" dirty="0"/>
              <a:t> </a:t>
            </a:r>
            <a:r>
              <a:rPr dirty="0"/>
              <a:t>does</a:t>
            </a:r>
            <a:r>
              <a:rPr spc="-20" dirty="0"/>
              <a:t> </a:t>
            </a:r>
            <a:r>
              <a:rPr dirty="0"/>
              <a:t>it</a:t>
            </a:r>
            <a:r>
              <a:rPr spc="-10" dirty="0"/>
              <a:t> </a:t>
            </a:r>
            <a:r>
              <a:rPr dirty="0"/>
              <a:t>work</a:t>
            </a:r>
            <a:r>
              <a:rPr spc="-30" dirty="0"/>
              <a:t> </a:t>
            </a:r>
            <a:r>
              <a:rPr dirty="0"/>
              <a:t>in</a:t>
            </a:r>
            <a:r>
              <a:rPr spc="-10" dirty="0"/>
              <a:t> Snowflake?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504" y="2788920"/>
            <a:ext cx="1072134" cy="34518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168908" y="1299972"/>
            <a:ext cx="5332730" cy="3843654"/>
            <a:chOff x="1168908" y="1299972"/>
            <a:chExt cx="5332730" cy="3843654"/>
          </a:xfrm>
        </p:grpSpPr>
        <p:sp>
          <p:nvSpPr>
            <p:cNvPr id="5" name="object 5"/>
            <p:cNvSpPr/>
            <p:nvPr/>
          </p:nvSpPr>
          <p:spPr>
            <a:xfrm>
              <a:off x="4239768" y="1299972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285242" y="42290"/>
                  </a:moveTo>
                  <a:lnTo>
                    <a:pt x="73406" y="42290"/>
                  </a:lnTo>
                  <a:lnTo>
                    <a:pt x="61438" y="44771"/>
                  </a:lnTo>
                  <a:lnTo>
                    <a:pt x="51577" y="51562"/>
                  </a:lnTo>
                  <a:lnTo>
                    <a:pt x="44884" y="61686"/>
                  </a:lnTo>
                  <a:lnTo>
                    <a:pt x="42418" y="74167"/>
                  </a:lnTo>
                  <a:lnTo>
                    <a:pt x="42418" y="84581"/>
                  </a:lnTo>
                  <a:lnTo>
                    <a:pt x="4699" y="84581"/>
                  </a:lnTo>
                  <a:lnTo>
                    <a:pt x="0" y="89280"/>
                  </a:lnTo>
                  <a:lnTo>
                    <a:pt x="0" y="100456"/>
                  </a:lnTo>
                  <a:lnTo>
                    <a:pt x="4699" y="105155"/>
                  </a:lnTo>
                  <a:lnTo>
                    <a:pt x="42418" y="105155"/>
                  </a:lnTo>
                  <a:lnTo>
                    <a:pt x="42418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7"/>
                  </a:lnTo>
                  <a:lnTo>
                    <a:pt x="4699" y="148336"/>
                  </a:lnTo>
                  <a:lnTo>
                    <a:pt x="42418" y="148336"/>
                  </a:lnTo>
                  <a:lnTo>
                    <a:pt x="42418" y="169037"/>
                  </a:lnTo>
                  <a:lnTo>
                    <a:pt x="4699" y="169037"/>
                  </a:lnTo>
                  <a:lnTo>
                    <a:pt x="0" y="173736"/>
                  </a:lnTo>
                  <a:lnTo>
                    <a:pt x="0" y="185927"/>
                  </a:lnTo>
                  <a:lnTo>
                    <a:pt x="4699" y="190626"/>
                  </a:lnTo>
                  <a:lnTo>
                    <a:pt x="42418" y="190626"/>
                  </a:lnTo>
                  <a:lnTo>
                    <a:pt x="42418" y="211327"/>
                  </a:lnTo>
                  <a:lnTo>
                    <a:pt x="4699" y="211327"/>
                  </a:lnTo>
                  <a:lnTo>
                    <a:pt x="0" y="216026"/>
                  </a:lnTo>
                  <a:lnTo>
                    <a:pt x="0" y="228218"/>
                  </a:lnTo>
                  <a:lnTo>
                    <a:pt x="4699" y="232917"/>
                  </a:lnTo>
                  <a:lnTo>
                    <a:pt x="42418" y="232917"/>
                  </a:lnTo>
                  <a:lnTo>
                    <a:pt x="42418" y="253491"/>
                  </a:lnTo>
                  <a:lnTo>
                    <a:pt x="4699" y="253491"/>
                  </a:lnTo>
                  <a:lnTo>
                    <a:pt x="0" y="258190"/>
                  </a:lnTo>
                  <a:lnTo>
                    <a:pt x="0" y="270382"/>
                  </a:lnTo>
                  <a:lnTo>
                    <a:pt x="4699" y="275081"/>
                  </a:lnTo>
                  <a:lnTo>
                    <a:pt x="42418" y="275081"/>
                  </a:lnTo>
                  <a:lnTo>
                    <a:pt x="42418" y="285495"/>
                  </a:lnTo>
                  <a:lnTo>
                    <a:pt x="44884" y="297977"/>
                  </a:lnTo>
                  <a:lnTo>
                    <a:pt x="51577" y="308101"/>
                  </a:lnTo>
                  <a:lnTo>
                    <a:pt x="61438" y="314892"/>
                  </a:lnTo>
                  <a:lnTo>
                    <a:pt x="73406" y="317373"/>
                  </a:lnTo>
                  <a:lnTo>
                    <a:pt x="84709" y="317373"/>
                  </a:lnTo>
                  <a:lnTo>
                    <a:pt x="84709" y="354964"/>
                  </a:lnTo>
                  <a:lnTo>
                    <a:pt x="89408" y="359663"/>
                  </a:lnTo>
                  <a:lnTo>
                    <a:pt x="100711" y="359663"/>
                  </a:lnTo>
                  <a:lnTo>
                    <a:pt x="105410" y="354964"/>
                  </a:lnTo>
                  <a:lnTo>
                    <a:pt x="105410" y="314578"/>
                  </a:lnTo>
                  <a:lnTo>
                    <a:pt x="285242" y="314578"/>
                  </a:lnTo>
                  <a:lnTo>
                    <a:pt x="297797" y="312098"/>
                  </a:lnTo>
                  <a:lnTo>
                    <a:pt x="307959" y="305307"/>
                  </a:lnTo>
                  <a:lnTo>
                    <a:pt x="314763" y="295183"/>
                  </a:lnTo>
                  <a:lnTo>
                    <a:pt x="314821" y="294893"/>
                  </a:lnTo>
                  <a:lnTo>
                    <a:pt x="69723" y="294893"/>
                  </a:lnTo>
                  <a:lnTo>
                    <a:pt x="65912" y="290194"/>
                  </a:lnTo>
                  <a:lnTo>
                    <a:pt x="65912" y="69468"/>
                  </a:lnTo>
                  <a:lnTo>
                    <a:pt x="69723" y="64769"/>
                  </a:lnTo>
                  <a:lnTo>
                    <a:pt x="315376" y="64769"/>
                  </a:lnTo>
                  <a:lnTo>
                    <a:pt x="314763" y="61686"/>
                  </a:lnTo>
                  <a:lnTo>
                    <a:pt x="307959" y="51562"/>
                  </a:lnTo>
                  <a:lnTo>
                    <a:pt x="297797" y="44771"/>
                  </a:lnTo>
                  <a:lnTo>
                    <a:pt x="285242" y="42290"/>
                  </a:lnTo>
                  <a:close/>
                </a:path>
                <a:path w="360045" h="360044">
                  <a:moveTo>
                    <a:pt x="147828" y="314578"/>
                  </a:moveTo>
                  <a:lnTo>
                    <a:pt x="127127" y="314578"/>
                  </a:lnTo>
                  <a:lnTo>
                    <a:pt x="127127" y="352170"/>
                  </a:lnTo>
                  <a:lnTo>
                    <a:pt x="131826" y="356869"/>
                  </a:lnTo>
                  <a:lnTo>
                    <a:pt x="143129" y="356869"/>
                  </a:lnTo>
                  <a:lnTo>
                    <a:pt x="147828" y="352170"/>
                  </a:lnTo>
                  <a:lnTo>
                    <a:pt x="147828" y="314578"/>
                  </a:lnTo>
                  <a:close/>
                </a:path>
                <a:path w="360045" h="360044">
                  <a:moveTo>
                    <a:pt x="190246" y="314578"/>
                  </a:moveTo>
                  <a:lnTo>
                    <a:pt x="169418" y="314578"/>
                  </a:lnTo>
                  <a:lnTo>
                    <a:pt x="169418" y="352170"/>
                  </a:lnTo>
                  <a:lnTo>
                    <a:pt x="174244" y="356869"/>
                  </a:lnTo>
                  <a:lnTo>
                    <a:pt x="185420" y="356869"/>
                  </a:lnTo>
                  <a:lnTo>
                    <a:pt x="190246" y="352170"/>
                  </a:lnTo>
                  <a:lnTo>
                    <a:pt x="190246" y="314578"/>
                  </a:lnTo>
                  <a:close/>
                </a:path>
                <a:path w="360045" h="360044">
                  <a:moveTo>
                    <a:pt x="232537" y="314578"/>
                  </a:moveTo>
                  <a:lnTo>
                    <a:pt x="211836" y="314578"/>
                  </a:lnTo>
                  <a:lnTo>
                    <a:pt x="211836" y="352170"/>
                  </a:lnTo>
                  <a:lnTo>
                    <a:pt x="216535" y="356869"/>
                  </a:lnTo>
                  <a:lnTo>
                    <a:pt x="227837" y="356869"/>
                  </a:lnTo>
                  <a:lnTo>
                    <a:pt x="232537" y="352170"/>
                  </a:lnTo>
                  <a:lnTo>
                    <a:pt x="232537" y="314578"/>
                  </a:lnTo>
                  <a:close/>
                </a:path>
                <a:path w="360045" h="360044">
                  <a:moveTo>
                    <a:pt x="274955" y="314578"/>
                  </a:moveTo>
                  <a:lnTo>
                    <a:pt x="254254" y="314578"/>
                  </a:lnTo>
                  <a:lnTo>
                    <a:pt x="254254" y="352170"/>
                  </a:lnTo>
                  <a:lnTo>
                    <a:pt x="258953" y="356869"/>
                  </a:lnTo>
                  <a:lnTo>
                    <a:pt x="270256" y="356869"/>
                  </a:lnTo>
                  <a:lnTo>
                    <a:pt x="274955" y="352170"/>
                  </a:lnTo>
                  <a:lnTo>
                    <a:pt x="274955" y="314578"/>
                  </a:lnTo>
                  <a:close/>
                </a:path>
                <a:path w="360045" h="360044">
                  <a:moveTo>
                    <a:pt x="315376" y="64769"/>
                  </a:moveTo>
                  <a:lnTo>
                    <a:pt x="290957" y="64769"/>
                  </a:lnTo>
                  <a:lnTo>
                    <a:pt x="295656" y="69468"/>
                  </a:lnTo>
                  <a:lnTo>
                    <a:pt x="295656" y="290194"/>
                  </a:lnTo>
                  <a:lnTo>
                    <a:pt x="290957" y="294893"/>
                  </a:lnTo>
                  <a:lnTo>
                    <a:pt x="314821" y="294893"/>
                  </a:lnTo>
                  <a:lnTo>
                    <a:pt x="317246" y="282701"/>
                  </a:lnTo>
                  <a:lnTo>
                    <a:pt x="317246" y="272288"/>
                  </a:lnTo>
                  <a:lnTo>
                    <a:pt x="354965" y="272288"/>
                  </a:lnTo>
                  <a:lnTo>
                    <a:pt x="359664" y="267588"/>
                  </a:lnTo>
                  <a:lnTo>
                    <a:pt x="359664" y="256412"/>
                  </a:lnTo>
                  <a:lnTo>
                    <a:pt x="354965" y="251713"/>
                  </a:lnTo>
                  <a:lnTo>
                    <a:pt x="317246" y="251713"/>
                  </a:lnTo>
                  <a:lnTo>
                    <a:pt x="317246" y="230124"/>
                  </a:lnTo>
                  <a:lnTo>
                    <a:pt x="354965" y="230124"/>
                  </a:lnTo>
                  <a:lnTo>
                    <a:pt x="359664" y="225425"/>
                  </a:lnTo>
                  <a:lnTo>
                    <a:pt x="359664" y="213232"/>
                  </a:lnTo>
                  <a:lnTo>
                    <a:pt x="354965" y="208533"/>
                  </a:lnTo>
                  <a:lnTo>
                    <a:pt x="317246" y="208533"/>
                  </a:lnTo>
                  <a:lnTo>
                    <a:pt x="317246" y="187832"/>
                  </a:lnTo>
                  <a:lnTo>
                    <a:pt x="354965" y="187832"/>
                  </a:lnTo>
                  <a:lnTo>
                    <a:pt x="359664" y="183133"/>
                  </a:lnTo>
                  <a:lnTo>
                    <a:pt x="359664" y="170941"/>
                  </a:lnTo>
                  <a:lnTo>
                    <a:pt x="354965" y="166242"/>
                  </a:lnTo>
                  <a:lnTo>
                    <a:pt x="317246" y="166242"/>
                  </a:lnTo>
                  <a:lnTo>
                    <a:pt x="317246" y="145541"/>
                  </a:lnTo>
                  <a:lnTo>
                    <a:pt x="357759" y="145541"/>
                  </a:lnTo>
                  <a:lnTo>
                    <a:pt x="359664" y="143637"/>
                  </a:lnTo>
                  <a:lnTo>
                    <a:pt x="359664" y="131444"/>
                  </a:lnTo>
                  <a:lnTo>
                    <a:pt x="354965" y="126745"/>
                  </a:lnTo>
                  <a:lnTo>
                    <a:pt x="317246" y="126745"/>
                  </a:lnTo>
                  <a:lnTo>
                    <a:pt x="317246" y="105155"/>
                  </a:lnTo>
                  <a:lnTo>
                    <a:pt x="354965" y="105155"/>
                  </a:lnTo>
                  <a:lnTo>
                    <a:pt x="359664" y="100456"/>
                  </a:lnTo>
                  <a:lnTo>
                    <a:pt x="359664" y="89280"/>
                  </a:lnTo>
                  <a:lnTo>
                    <a:pt x="354965" y="84581"/>
                  </a:lnTo>
                  <a:lnTo>
                    <a:pt x="317246" y="84581"/>
                  </a:lnTo>
                  <a:lnTo>
                    <a:pt x="317246" y="74167"/>
                  </a:lnTo>
                  <a:lnTo>
                    <a:pt x="315376" y="64769"/>
                  </a:lnTo>
                  <a:close/>
                </a:path>
                <a:path w="360045" h="360044">
                  <a:moveTo>
                    <a:pt x="357759" y="145541"/>
                  </a:moveTo>
                  <a:lnTo>
                    <a:pt x="349250" y="145541"/>
                  </a:lnTo>
                  <a:lnTo>
                    <a:pt x="349250" y="148336"/>
                  </a:lnTo>
                  <a:lnTo>
                    <a:pt x="354965" y="148336"/>
                  </a:lnTo>
                  <a:lnTo>
                    <a:pt x="357759" y="145541"/>
                  </a:lnTo>
                  <a:close/>
                </a:path>
                <a:path w="360045" h="360044">
                  <a:moveTo>
                    <a:pt x="100711" y="0"/>
                  </a:moveTo>
                  <a:lnTo>
                    <a:pt x="89408" y="0"/>
                  </a:lnTo>
                  <a:lnTo>
                    <a:pt x="84709" y="4699"/>
                  </a:lnTo>
                  <a:lnTo>
                    <a:pt x="84709" y="42290"/>
                  </a:lnTo>
                  <a:lnTo>
                    <a:pt x="105410" y="42290"/>
                  </a:lnTo>
                  <a:lnTo>
                    <a:pt x="105410" y="4699"/>
                  </a:lnTo>
                  <a:lnTo>
                    <a:pt x="100711" y="0"/>
                  </a:lnTo>
                  <a:close/>
                </a:path>
                <a:path w="360045" h="360044">
                  <a:moveTo>
                    <a:pt x="143129" y="0"/>
                  </a:moveTo>
                  <a:lnTo>
                    <a:pt x="131826" y="0"/>
                  </a:lnTo>
                  <a:lnTo>
                    <a:pt x="127127" y="4699"/>
                  </a:lnTo>
                  <a:lnTo>
                    <a:pt x="127127" y="42290"/>
                  </a:lnTo>
                  <a:lnTo>
                    <a:pt x="147828" y="42290"/>
                  </a:lnTo>
                  <a:lnTo>
                    <a:pt x="147828" y="4699"/>
                  </a:lnTo>
                  <a:lnTo>
                    <a:pt x="143129" y="0"/>
                  </a:lnTo>
                  <a:close/>
                </a:path>
                <a:path w="360045" h="360044">
                  <a:moveTo>
                    <a:pt x="185420" y="0"/>
                  </a:moveTo>
                  <a:lnTo>
                    <a:pt x="174244" y="0"/>
                  </a:lnTo>
                  <a:lnTo>
                    <a:pt x="169418" y="4699"/>
                  </a:lnTo>
                  <a:lnTo>
                    <a:pt x="169418" y="42290"/>
                  </a:lnTo>
                  <a:lnTo>
                    <a:pt x="190246" y="42290"/>
                  </a:lnTo>
                  <a:lnTo>
                    <a:pt x="190246" y="4699"/>
                  </a:lnTo>
                  <a:lnTo>
                    <a:pt x="185420" y="0"/>
                  </a:lnTo>
                  <a:close/>
                </a:path>
                <a:path w="360045" h="360044">
                  <a:moveTo>
                    <a:pt x="227837" y="0"/>
                  </a:moveTo>
                  <a:lnTo>
                    <a:pt x="216535" y="0"/>
                  </a:lnTo>
                  <a:lnTo>
                    <a:pt x="211836" y="4699"/>
                  </a:lnTo>
                  <a:lnTo>
                    <a:pt x="211836" y="42290"/>
                  </a:lnTo>
                  <a:lnTo>
                    <a:pt x="232537" y="42290"/>
                  </a:lnTo>
                  <a:lnTo>
                    <a:pt x="232537" y="4699"/>
                  </a:lnTo>
                  <a:lnTo>
                    <a:pt x="227837" y="0"/>
                  </a:lnTo>
                  <a:close/>
                </a:path>
                <a:path w="360045" h="360044">
                  <a:moveTo>
                    <a:pt x="270256" y="0"/>
                  </a:moveTo>
                  <a:lnTo>
                    <a:pt x="258953" y="0"/>
                  </a:lnTo>
                  <a:lnTo>
                    <a:pt x="254254" y="4699"/>
                  </a:lnTo>
                  <a:lnTo>
                    <a:pt x="254254" y="42290"/>
                  </a:lnTo>
                  <a:lnTo>
                    <a:pt x="274955" y="42290"/>
                  </a:lnTo>
                  <a:lnTo>
                    <a:pt x="274955" y="4699"/>
                  </a:lnTo>
                  <a:lnTo>
                    <a:pt x="270256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26636" y="1383792"/>
              <a:ext cx="188975" cy="18897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95600" y="1505712"/>
              <a:ext cx="3048000" cy="363778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763767" y="1962912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285242" y="42290"/>
                  </a:moveTo>
                  <a:lnTo>
                    <a:pt x="73406" y="42290"/>
                  </a:lnTo>
                  <a:lnTo>
                    <a:pt x="61438" y="44771"/>
                  </a:lnTo>
                  <a:lnTo>
                    <a:pt x="51577" y="51562"/>
                  </a:lnTo>
                  <a:lnTo>
                    <a:pt x="44884" y="61686"/>
                  </a:lnTo>
                  <a:lnTo>
                    <a:pt x="42418" y="74168"/>
                  </a:lnTo>
                  <a:lnTo>
                    <a:pt x="42418" y="84581"/>
                  </a:lnTo>
                  <a:lnTo>
                    <a:pt x="4699" y="84581"/>
                  </a:lnTo>
                  <a:lnTo>
                    <a:pt x="0" y="89281"/>
                  </a:lnTo>
                  <a:lnTo>
                    <a:pt x="0" y="100456"/>
                  </a:lnTo>
                  <a:lnTo>
                    <a:pt x="4699" y="105156"/>
                  </a:lnTo>
                  <a:lnTo>
                    <a:pt x="42418" y="105156"/>
                  </a:lnTo>
                  <a:lnTo>
                    <a:pt x="42418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7"/>
                  </a:lnTo>
                  <a:lnTo>
                    <a:pt x="4699" y="148336"/>
                  </a:lnTo>
                  <a:lnTo>
                    <a:pt x="42418" y="148336"/>
                  </a:lnTo>
                  <a:lnTo>
                    <a:pt x="42418" y="169037"/>
                  </a:lnTo>
                  <a:lnTo>
                    <a:pt x="4699" y="169037"/>
                  </a:lnTo>
                  <a:lnTo>
                    <a:pt x="0" y="173736"/>
                  </a:lnTo>
                  <a:lnTo>
                    <a:pt x="0" y="185927"/>
                  </a:lnTo>
                  <a:lnTo>
                    <a:pt x="4699" y="190626"/>
                  </a:lnTo>
                  <a:lnTo>
                    <a:pt x="42418" y="190626"/>
                  </a:lnTo>
                  <a:lnTo>
                    <a:pt x="42418" y="211327"/>
                  </a:lnTo>
                  <a:lnTo>
                    <a:pt x="4699" y="211327"/>
                  </a:lnTo>
                  <a:lnTo>
                    <a:pt x="0" y="216026"/>
                  </a:lnTo>
                  <a:lnTo>
                    <a:pt x="0" y="228219"/>
                  </a:lnTo>
                  <a:lnTo>
                    <a:pt x="4699" y="232918"/>
                  </a:lnTo>
                  <a:lnTo>
                    <a:pt x="42418" y="232918"/>
                  </a:lnTo>
                  <a:lnTo>
                    <a:pt x="42418" y="253492"/>
                  </a:lnTo>
                  <a:lnTo>
                    <a:pt x="4699" y="253492"/>
                  </a:lnTo>
                  <a:lnTo>
                    <a:pt x="0" y="258190"/>
                  </a:lnTo>
                  <a:lnTo>
                    <a:pt x="0" y="270382"/>
                  </a:lnTo>
                  <a:lnTo>
                    <a:pt x="4699" y="275081"/>
                  </a:lnTo>
                  <a:lnTo>
                    <a:pt x="42418" y="275081"/>
                  </a:lnTo>
                  <a:lnTo>
                    <a:pt x="42418" y="285495"/>
                  </a:lnTo>
                  <a:lnTo>
                    <a:pt x="44884" y="297977"/>
                  </a:lnTo>
                  <a:lnTo>
                    <a:pt x="51577" y="308101"/>
                  </a:lnTo>
                  <a:lnTo>
                    <a:pt x="61438" y="314892"/>
                  </a:lnTo>
                  <a:lnTo>
                    <a:pt x="73406" y="317373"/>
                  </a:lnTo>
                  <a:lnTo>
                    <a:pt x="84709" y="317373"/>
                  </a:lnTo>
                  <a:lnTo>
                    <a:pt x="84709" y="354964"/>
                  </a:lnTo>
                  <a:lnTo>
                    <a:pt x="89408" y="359663"/>
                  </a:lnTo>
                  <a:lnTo>
                    <a:pt x="100711" y="359663"/>
                  </a:lnTo>
                  <a:lnTo>
                    <a:pt x="105410" y="354964"/>
                  </a:lnTo>
                  <a:lnTo>
                    <a:pt x="105410" y="314579"/>
                  </a:lnTo>
                  <a:lnTo>
                    <a:pt x="285242" y="314579"/>
                  </a:lnTo>
                  <a:lnTo>
                    <a:pt x="297797" y="312098"/>
                  </a:lnTo>
                  <a:lnTo>
                    <a:pt x="307959" y="305307"/>
                  </a:lnTo>
                  <a:lnTo>
                    <a:pt x="314763" y="295183"/>
                  </a:lnTo>
                  <a:lnTo>
                    <a:pt x="314821" y="294894"/>
                  </a:lnTo>
                  <a:lnTo>
                    <a:pt x="69723" y="294894"/>
                  </a:lnTo>
                  <a:lnTo>
                    <a:pt x="65912" y="290194"/>
                  </a:lnTo>
                  <a:lnTo>
                    <a:pt x="65912" y="69468"/>
                  </a:lnTo>
                  <a:lnTo>
                    <a:pt x="69723" y="64769"/>
                  </a:lnTo>
                  <a:lnTo>
                    <a:pt x="315376" y="64769"/>
                  </a:lnTo>
                  <a:lnTo>
                    <a:pt x="314763" y="61686"/>
                  </a:lnTo>
                  <a:lnTo>
                    <a:pt x="307959" y="51562"/>
                  </a:lnTo>
                  <a:lnTo>
                    <a:pt x="297797" y="44771"/>
                  </a:lnTo>
                  <a:lnTo>
                    <a:pt x="285242" y="42290"/>
                  </a:lnTo>
                  <a:close/>
                </a:path>
                <a:path w="360045" h="360044">
                  <a:moveTo>
                    <a:pt x="147828" y="314579"/>
                  </a:moveTo>
                  <a:lnTo>
                    <a:pt x="127127" y="314579"/>
                  </a:lnTo>
                  <a:lnTo>
                    <a:pt x="127127" y="352170"/>
                  </a:lnTo>
                  <a:lnTo>
                    <a:pt x="131826" y="356869"/>
                  </a:lnTo>
                  <a:lnTo>
                    <a:pt x="143129" y="356869"/>
                  </a:lnTo>
                  <a:lnTo>
                    <a:pt x="147828" y="352170"/>
                  </a:lnTo>
                  <a:lnTo>
                    <a:pt x="147828" y="314579"/>
                  </a:lnTo>
                  <a:close/>
                </a:path>
                <a:path w="360045" h="360044">
                  <a:moveTo>
                    <a:pt x="190246" y="314579"/>
                  </a:moveTo>
                  <a:lnTo>
                    <a:pt x="169418" y="314579"/>
                  </a:lnTo>
                  <a:lnTo>
                    <a:pt x="169418" y="352170"/>
                  </a:lnTo>
                  <a:lnTo>
                    <a:pt x="174244" y="356869"/>
                  </a:lnTo>
                  <a:lnTo>
                    <a:pt x="185420" y="356869"/>
                  </a:lnTo>
                  <a:lnTo>
                    <a:pt x="190246" y="352170"/>
                  </a:lnTo>
                  <a:lnTo>
                    <a:pt x="190246" y="314579"/>
                  </a:lnTo>
                  <a:close/>
                </a:path>
                <a:path w="360045" h="360044">
                  <a:moveTo>
                    <a:pt x="232537" y="314579"/>
                  </a:moveTo>
                  <a:lnTo>
                    <a:pt x="211836" y="314579"/>
                  </a:lnTo>
                  <a:lnTo>
                    <a:pt x="211836" y="352170"/>
                  </a:lnTo>
                  <a:lnTo>
                    <a:pt x="216535" y="356869"/>
                  </a:lnTo>
                  <a:lnTo>
                    <a:pt x="227837" y="356869"/>
                  </a:lnTo>
                  <a:lnTo>
                    <a:pt x="232537" y="352170"/>
                  </a:lnTo>
                  <a:lnTo>
                    <a:pt x="232537" y="314579"/>
                  </a:lnTo>
                  <a:close/>
                </a:path>
                <a:path w="360045" h="360044">
                  <a:moveTo>
                    <a:pt x="274955" y="314579"/>
                  </a:moveTo>
                  <a:lnTo>
                    <a:pt x="254254" y="314579"/>
                  </a:lnTo>
                  <a:lnTo>
                    <a:pt x="254254" y="352170"/>
                  </a:lnTo>
                  <a:lnTo>
                    <a:pt x="258953" y="356869"/>
                  </a:lnTo>
                  <a:lnTo>
                    <a:pt x="270256" y="356869"/>
                  </a:lnTo>
                  <a:lnTo>
                    <a:pt x="274955" y="352170"/>
                  </a:lnTo>
                  <a:lnTo>
                    <a:pt x="274955" y="314579"/>
                  </a:lnTo>
                  <a:close/>
                </a:path>
                <a:path w="360045" h="360044">
                  <a:moveTo>
                    <a:pt x="315376" y="64769"/>
                  </a:moveTo>
                  <a:lnTo>
                    <a:pt x="290957" y="64769"/>
                  </a:lnTo>
                  <a:lnTo>
                    <a:pt x="295656" y="69468"/>
                  </a:lnTo>
                  <a:lnTo>
                    <a:pt x="295656" y="290194"/>
                  </a:lnTo>
                  <a:lnTo>
                    <a:pt x="290957" y="294894"/>
                  </a:lnTo>
                  <a:lnTo>
                    <a:pt x="314821" y="294894"/>
                  </a:lnTo>
                  <a:lnTo>
                    <a:pt x="317246" y="282701"/>
                  </a:lnTo>
                  <a:lnTo>
                    <a:pt x="317246" y="272288"/>
                  </a:lnTo>
                  <a:lnTo>
                    <a:pt x="354965" y="272288"/>
                  </a:lnTo>
                  <a:lnTo>
                    <a:pt x="359664" y="267588"/>
                  </a:lnTo>
                  <a:lnTo>
                    <a:pt x="359664" y="256412"/>
                  </a:lnTo>
                  <a:lnTo>
                    <a:pt x="354965" y="251713"/>
                  </a:lnTo>
                  <a:lnTo>
                    <a:pt x="317246" y="251713"/>
                  </a:lnTo>
                  <a:lnTo>
                    <a:pt x="317246" y="230124"/>
                  </a:lnTo>
                  <a:lnTo>
                    <a:pt x="354965" y="230124"/>
                  </a:lnTo>
                  <a:lnTo>
                    <a:pt x="359664" y="225425"/>
                  </a:lnTo>
                  <a:lnTo>
                    <a:pt x="359664" y="213232"/>
                  </a:lnTo>
                  <a:lnTo>
                    <a:pt x="354965" y="208533"/>
                  </a:lnTo>
                  <a:lnTo>
                    <a:pt x="317246" y="208533"/>
                  </a:lnTo>
                  <a:lnTo>
                    <a:pt x="317246" y="187832"/>
                  </a:lnTo>
                  <a:lnTo>
                    <a:pt x="354965" y="187832"/>
                  </a:lnTo>
                  <a:lnTo>
                    <a:pt x="359664" y="183133"/>
                  </a:lnTo>
                  <a:lnTo>
                    <a:pt x="359664" y="170942"/>
                  </a:lnTo>
                  <a:lnTo>
                    <a:pt x="354965" y="166243"/>
                  </a:lnTo>
                  <a:lnTo>
                    <a:pt x="317246" y="166243"/>
                  </a:lnTo>
                  <a:lnTo>
                    <a:pt x="317246" y="145542"/>
                  </a:lnTo>
                  <a:lnTo>
                    <a:pt x="357759" y="145542"/>
                  </a:lnTo>
                  <a:lnTo>
                    <a:pt x="359664" y="143637"/>
                  </a:lnTo>
                  <a:lnTo>
                    <a:pt x="359664" y="131444"/>
                  </a:lnTo>
                  <a:lnTo>
                    <a:pt x="354965" y="126745"/>
                  </a:lnTo>
                  <a:lnTo>
                    <a:pt x="317246" y="126745"/>
                  </a:lnTo>
                  <a:lnTo>
                    <a:pt x="317246" y="105156"/>
                  </a:lnTo>
                  <a:lnTo>
                    <a:pt x="354965" y="105156"/>
                  </a:lnTo>
                  <a:lnTo>
                    <a:pt x="359664" y="100456"/>
                  </a:lnTo>
                  <a:lnTo>
                    <a:pt x="359664" y="89281"/>
                  </a:lnTo>
                  <a:lnTo>
                    <a:pt x="354965" y="84581"/>
                  </a:lnTo>
                  <a:lnTo>
                    <a:pt x="317246" y="84581"/>
                  </a:lnTo>
                  <a:lnTo>
                    <a:pt x="317246" y="74168"/>
                  </a:lnTo>
                  <a:lnTo>
                    <a:pt x="315376" y="64769"/>
                  </a:lnTo>
                  <a:close/>
                </a:path>
                <a:path w="360045" h="360044">
                  <a:moveTo>
                    <a:pt x="357759" y="145542"/>
                  </a:moveTo>
                  <a:lnTo>
                    <a:pt x="349250" y="145542"/>
                  </a:lnTo>
                  <a:lnTo>
                    <a:pt x="349250" y="148336"/>
                  </a:lnTo>
                  <a:lnTo>
                    <a:pt x="354965" y="148336"/>
                  </a:lnTo>
                  <a:lnTo>
                    <a:pt x="357759" y="145542"/>
                  </a:lnTo>
                  <a:close/>
                </a:path>
                <a:path w="360045" h="360044">
                  <a:moveTo>
                    <a:pt x="100711" y="0"/>
                  </a:moveTo>
                  <a:lnTo>
                    <a:pt x="89408" y="0"/>
                  </a:lnTo>
                  <a:lnTo>
                    <a:pt x="84709" y="4699"/>
                  </a:lnTo>
                  <a:lnTo>
                    <a:pt x="84709" y="42290"/>
                  </a:lnTo>
                  <a:lnTo>
                    <a:pt x="105410" y="42290"/>
                  </a:lnTo>
                  <a:lnTo>
                    <a:pt x="105410" y="4699"/>
                  </a:lnTo>
                  <a:lnTo>
                    <a:pt x="100711" y="0"/>
                  </a:lnTo>
                  <a:close/>
                </a:path>
                <a:path w="360045" h="360044">
                  <a:moveTo>
                    <a:pt x="143129" y="0"/>
                  </a:moveTo>
                  <a:lnTo>
                    <a:pt x="131826" y="0"/>
                  </a:lnTo>
                  <a:lnTo>
                    <a:pt x="127127" y="4699"/>
                  </a:lnTo>
                  <a:lnTo>
                    <a:pt x="127127" y="42290"/>
                  </a:lnTo>
                  <a:lnTo>
                    <a:pt x="147828" y="42290"/>
                  </a:lnTo>
                  <a:lnTo>
                    <a:pt x="147828" y="4699"/>
                  </a:lnTo>
                  <a:lnTo>
                    <a:pt x="143129" y="0"/>
                  </a:lnTo>
                  <a:close/>
                </a:path>
                <a:path w="360045" h="360044">
                  <a:moveTo>
                    <a:pt x="185420" y="0"/>
                  </a:moveTo>
                  <a:lnTo>
                    <a:pt x="174244" y="0"/>
                  </a:lnTo>
                  <a:lnTo>
                    <a:pt x="169418" y="4699"/>
                  </a:lnTo>
                  <a:lnTo>
                    <a:pt x="169418" y="42290"/>
                  </a:lnTo>
                  <a:lnTo>
                    <a:pt x="190246" y="42290"/>
                  </a:lnTo>
                  <a:lnTo>
                    <a:pt x="190246" y="4699"/>
                  </a:lnTo>
                  <a:lnTo>
                    <a:pt x="185420" y="0"/>
                  </a:lnTo>
                  <a:close/>
                </a:path>
                <a:path w="360045" h="360044">
                  <a:moveTo>
                    <a:pt x="227837" y="0"/>
                  </a:moveTo>
                  <a:lnTo>
                    <a:pt x="216535" y="0"/>
                  </a:lnTo>
                  <a:lnTo>
                    <a:pt x="211836" y="4699"/>
                  </a:lnTo>
                  <a:lnTo>
                    <a:pt x="211836" y="42290"/>
                  </a:lnTo>
                  <a:lnTo>
                    <a:pt x="232537" y="42290"/>
                  </a:lnTo>
                  <a:lnTo>
                    <a:pt x="232537" y="4699"/>
                  </a:lnTo>
                  <a:lnTo>
                    <a:pt x="227837" y="0"/>
                  </a:lnTo>
                  <a:close/>
                </a:path>
                <a:path w="360045" h="360044">
                  <a:moveTo>
                    <a:pt x="270256" y="0"/>
                  </a:moveTo>
                  <a:lnTo>
                    <a:pt x="258953" y="0"/>
                  </a:lnTo>
                  <a:lnTo>
                    <a:pt x="254254" y="4699"/>
                  </a:lnTo>
                  <a:lnTo>
                    <a:pt x="254254" y="42290"/>
                  </a:lnTo>
                  <a:lnTo>
                    <a:pt x="274955" y="42290"/>
                  </a:lnTo>
                  <a:lnTo>
                    <a:pt x="274955" y="4699"/>
                  </a:lnTo>
                  <a:lnTo>
                    <a:pt x="270256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50636" y="2046731"/>
              <a:ext cx="188975" cy="18897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111240" y="1961388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4">
                  <a:moveTo>
                    <a:pt x="285242" y="42291"/>
                  </a:moveTo>
                  <a:lnTo>
                    <a:pt x="73406" y="42291"/>
                  </a:lnTo>
                  <a:lnTo>
                    <a:pt x="61438" y="44771"/>
                  </a:lnTo>
                  <a:lnTo>
                    <a:pt x="51577" y="51562"/>
                  </a:lnTo>
                  <a:lnTo>
                    <a:pt x="44884" y="61686"/>
                  </a:lnTo>
                  <a:lnTo>
                    <a:pt x="42418" y="74168"/>
                  </a:lnTo>
                  <a:lnTo>
                    <a:pt x="42418" y="84581"/>
                  </a:lnTo>
                  <a:lnTo>
                    <a:pt x="4699" y="84581"/>
                  </a:lnTo>
                  <a:lnTo>
                    <a:pt x="0" y="89281"/>
                  </a:lnTo>
                  <a:lnTo>
                    <a:pt x="0" y="100456"/>
                  </a:lnTo>
                  <a:lnTo>
                    <a:pt x="4699" y="105156"/>
                  </a:lnTo>
                  <a:lnTo>
                    <a:pt x="42418" y="105156"/>
                  </a:lnTo>
                  <a:lnTo>
                    <a:pt x="42418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7"/>
                  </a:lnTo>
                  <a:lnTo>
                    <a:pt x="4699" y="148336"/>
                  </a:lnTo>
                  <a:lnTo>
                    <a:pt x="42418" y="148336"/>
                  </a:lnTo>
                  <a:lnTo>
                    <a:pt x="42418" y="169037"/>
                  </a:lnTo>
                  <a:lnTo>
                    <a:pt x="4699" y="169037"/>
                  </a:lnTo>
                  <a:lnTo>
                    <a:pt x="0" y="173736"/>
                  </a:lnTo>
                  <a:lnTo>
                    <a:pt x="0" y="185928"/>
                  </a:lnTo>
                  <a:lnTo>
                    <a:pt x="4699" y="190626"/>
                  </a:lnTo>
                  <a:lnTo>
                    <a:pt x="42418" y="190626"/>
                  </a:lnTo>
                  <a:lnTo>
                    <a:pt x="42418" y="211328"/>
                  </a:lnTo>
                  <a:lnTo>
                    <a:pt x="4699" y="211328"/>
                  </a:lnTo>
                  <a:lnTo>
                    <a:pt x="0" y="216026"/>
                  </a:lnTo>
                  <a:lnTo>
                    <a:pt x="0" y="228219"/>
                  </a:lnTo>
                  <a:lnTo>
                    <a:pt x="4699" y="232918"/>
                  </a:lnTo>
                  <a:lnTo>
                    <a:pt x="42418" y="232918"/>
                  </a:lnTo>
                  <a:lnTo>
                    <a:pt x="42418" y="253492"/>
                  </a:lnTo>
                  <a:lnTo>
                    <a:pt x="4699" y="253492"/>
                  </a:lnTo>
                  <a:lnTo>
                    <a:pt x="0" y="258191"/>
                  </a:lnTo>
                  <a:lnTo>
                    <a:pt x="0" y="270382"/>
                  </a:lnTo>
                  <a:lnTo>
                    <a:pt x="4699" y="275081"/>
                  </a:lnTo>
                  <a:lnTo>
                    <a:pt x="42418" y="275081"/>
                  </a:lnTo>
                  <a:lnTo>
                    <a:pt x="42418" y="285495"/>
                  </a:lnTo>
                  <a:lnTo>
                    <a:pt x="44884" y="297977"/>
                  </a:lnTo>
                  <a:lnTo>
                    <a:pt x="51577" y="308101"/>
                  </a:lnTo>
                  <a:lnTo>
                    <a:pt x="61438" y="314892"/>
                  </a:lnTo>
                  <a:lnTo>
                    <a:pt x="73406" y="317373"/>
                  </a:lnTo>
                  <a:lnTo>
                    <a:pt x="84709" y="317373"/>
                  </a:lnTo>
                  <a:lnTo>
                    <a:pt x="84709" y="354964"/>
                  </a:lnTo>
                  <a:lnTo>
                    <a:pt x="89408" y="359663"/>
                  </a:lnTo>
                  <a:lnTo>
                    <a:pt x="100711" y="359663"/>
                  </a:lnTo>
                  <a:lnTo>
                    <a:pt x="105410" y="354964"/>
                  </a:lnTo>
                  <a:lnTo>
                    <a:pt x="105410" y="314579"/>
                  </a:lnTo>
                  <a:lnTo>
                    <a:pt x="285242" y="314579"/>
                  </a:lnTo>
                  <a:lnTo>
                    <a:pt x="297797" y="312098"/>
                  </a:lnTo>
                  <a:lnTo>
                    <a:pt x="307959" y="305307"/>
                  </a:lnTo>
                  <a:lnTo>
                    <a:pt x="314763" y="295183"/>
                  </a:lnTo>
                  <a:lnTo>
                    <a:pt x="314821" y="294894"/>
                  </a:lnTo>
                  <a:lnTo>
                    <a:pt x="69723" y="294894"/>
                  </a:lnTo>
                  <a:lnTo>
                    <a:pt x="65912" y="290194"/>
                  </a:lnTo>
                  <a:lnTo>
                    <a:pt x="65912" y="69468"/>
                  </a:lnTo>
                  <a:lnTo>
                    <a:pt x="69723" y="64769"/>
                  </a:lnTo>
                  <a:lnTo>
                    <a:pt x="315376" y="64769"/>
                  </a:lnTo>
                  <a:lnTo>
                    <a:pt x="314763" y="61686"/>
                  </a:lnTo>
                  <a:lnTo>
                    <a:pt x="307959" y="51562"/>
                  </a:lnTo>
                  <a:lnTo>
                    <a:pt x="297797" y="44771"/>
                  </a:lnTo>
                  <a:lnTo>
                    <a:pt x="285242" y="42291"/>
                  </a:lnTo>
                  <a:close/>
                </a:path>
                <a:path w="360045" h="360044">
                  <a:moveTo>
                    <a:pt x="147827" y="314579"/>
                  </a:moveTo>
                  <a:lnTo>
                    <a:pt x="127126" y="314579"/>
                  </a:lnTo>
                  <a:lnTo>
                    <a:pt x="127126" y="352170"/>
                  </a:lnTo>
                  <a:lnTo>
                    <a:pt x="131825" y="356869"/>
                  </a:lnTo>
                  <a:lnTo>
                    <a:pt x="143129" y="356869"/>
                  </a:lnTo>
                  <a:lnTo>
                    <a:pt x="147827" y="352170"/>
                  </a:lnTo>
                  <a:lnTo>
                    <a:pt x="147827" y="314579"/>
                  </a:lnTo>
                  <a:close/>
                </a:path>
                <a:path w="360045" h="360044">
                  <a:moveTo>
                    <a:pt x="190246" y="314579"/>
                  </a:moveTo>
                  <a:lnTo>
                    <a:pt x="169418" y="314579"/>
                  </a:lnTo>
                  <a:lnTo>
                    <a:pt x="169418" y="352170"/>
                  </a:lnTo>
                  <a:lnTo>
                    <a:pt x="174244" y="356869"/>
                  </a:lnTo>
                  <a:lnTo>
                    <a:pt x="185420" y="356869"/>
                  </a:lnTo>
                  <a:lnTo>
                    <a:pt x="190246" y="352170"/>
                  </a:lnTo>
                  <a:lnTo>
                    <a:pt x="190246" y="314579"/>
                  </a:lnTo>
                  <a:close/>
                </a:path>
                <a:path w="360045" h="360044">
                  <a:moveTo>
                    <a:pt x="232537" y="314579"/>
                  </a:moveTo>
                  <a:lnTo>
                    <a:pt x="211836" y="314579"/>
                  </a:lnTo>
                  <a:lnTo>
                    <a:pt x="211836" y="352170"/>
                  </a:lnTo>
                  <a:lnTo>
                    <a:pt x="216535" y="356869"/>
                  </a:lnTo>
                  <a:lnTo>
                    <a:pt x="227837" y="356869"/>
                  </a:lnTo>
                  <a:lnTo>
                    <a:pt x="232537" y="352170"/>
                  </a:lnTo>
                  <a:lnTo>
                    <a:pt x="232537" y="314579"/>
                  </a:lnTo>
                  <a:close/>
                </a:path>
                <a:path w="360045" h="360044">
                  <a:moveTo>
                    <a:pt x="274955" y="314579"/>
                  </a:moveTo>
                  <a:lnTo>
                    <a:pt x="254254" y="314579"/>
                  </a:lnTo>
                  <a:lnTo>
                    <a:pt x="254254" y="352170"/>
                  </a:lnTo>
                  <a:lnTo>
                    <a:pt x="258952" y="356869"/>
                  </a:lnTo>
                  <a:lnTo>
                    <a:pt x="270256" y="356869"/>
                  </a:lnTo>
                  <a:lnTo>
                    <a:pt x="274955" y="352170"/>
                  </a:lnTo>
                  <a:lnTo>
                    <a:pt x="274955" y="314579"/>
                  </a:lnTo>
                  <a:close/>
                </a:path>
                <a:path w="360045" h="360044">
                  <a:moveTo>
                    <a:pt x="315376" y="64769"/>
                  </a:moveTo>
                  <a:lnTo>
                    <a:pt x="290957" y="64769"/>
                  </a:lnTo>
                  <a:lnTo>
                    <a:pt x="295656" y="69468"/>
                  </a:lnTo>
                  <a:lnTo>
                    <a:pt x="295656" y="290194"/>
                  </a:lnTo>
                  <a:lnTo>
                    <a:pt x="290957" y="294894"/>
                  </a:lnTo>
                  <a:lnTo>
                    <a:pt x="314821" y="294894"/>
                  </a:lnTo>
                  <a:lnTo>
                    <a:pt x="317246" y="282701"/>
                  </a:lnTo>
                  <a:lnTo>
                    <a:pt x="317246" y="272288"/>
                  </a:lnTo>
                  <a:lnTo>
                    <a:pt x="354964" y="272288"/>
                  </a:lnTo>
                  <a:lnTo>
                    <a:pt x="359663" y="267588"/>
                  </a:lnTo>
                  <a:lnTo>
                    <a:pt x="359663" y="256412"/>
                  </a:lnTo>
                  <a:lnTo>
                    <a:pt x="354964" y="251713"/>
                  </a:lnTo>
                  <a:lnTo>
                    <a:pt x="317246" y="251713"/>
                  </a:lnTo>
                  <a:lnTo>
                    <a:pt x="317246" y="230124"/>
                  </a:lnTo>
                  <a:lnTo>
                    <a:pt x="354964" y="230124"/>
                  </a:lnTo>
                  <a:lnTo>
                    <a:pt x="359663" y="225425"/>
                  </a:lnTo>
                  <a:lnTo>
                    <a:pt x="359663" y="213232"/>
                  </a:lnTo>
                  <a:lnTo>
                    <a:pt x="354964" y="208534"/>
                  </a:lnTo>
                  <a:lnTo>
                    <a:pt x="317246" y="208534"/>
                  </a:lnTo>
                  <a:lnTo>
                    <a:pt x="317246" y="187832"/>
                  </a:lnTo>
                  <a:lnTo>
                    <a:pt x="354964" y="187832"/>
                  </a:lnTo>
                  <a:lnTo>
                    <a:pt x="359663" y="183134"/>
                  </a:lnTo>
                  <a:lnTo>
                    <a:pt x="359663" y="170942"/>
                  </a:lnTo>
                  <a:lnTo>
                    <a:pt x="354964" y="166243"/>
                  </a:lnTo>
                  <a:lnTo>
                    <a:pt x="317246" y="166243"/>
                  </a:lnTo>
                  <a:lnTo>
                    <a:pt x="317246" y="145542"/>
                  </a:lnTo>
                  <a:lnTo>
                    <a:pt x="357759" y="145542"/>
                  </a:lnTo>
                  <a:lnTo>
                    <a:pt x="359663" y="143637"/>
                  </a:lnTo>
                  <a:lnTo>
                    <a:pt x="359663" y="131444"/>
                  </a:lnTo>
                  <a:lnTo>
                    <a:pt x="354964" y="126745"/>
                  </a:lnTo>
                  <a:lnTo>
                    <a:pt x="317246" y="126745"/>
                  </a:lnTo>
                  <a:lnTo>
                    <a:pt x="317246" y="105156"/>
                  </a:lnTo>
                  <a:lnTo>
                    <a:pt x="354964" y="105156"/>
                  </a:lnTo>
                  <a:lnTo>
                    <a:pt x="359663" y="100456"/>
                  </a:lnTo>
                  <a:lnTo>
                    <a:pt x="359663" y="89281"/>
                  </a:lnTo>
                  <a:lnTo>
                    <a:pt x="354964" y="84581"/>
                  </a:lnTo>
                  <a:lnTo>
                    <a:pt x="317246" y="84581"/>
                  </a:lnTo>
                  <a:lnTo>
                    <a:pt x="317246" y="74168"/>
                  </a:lnTo>
                  <a:lnTo>
                    <a:pt x="315376" y="64769"/>
                  </a:lnTo>
                  <a:close/>
                </a:path>
                <a:path w="360045" h="360044">
                  <a:moveTo>
                    <a:pt x="357759" y="145542"/>
                  </a:moveTo>
                  <a:lnTo>
                    <a:pt x="349250" y="145542"/>
                  </a:lnTo>
                  <a:lnTo>
                    <a:pt x="349250" y="148336"/>
                  </a:lnTo>
                  <a:lnTo>
                    <a:pt x="354964" y="148336"/>
                  </a:lnTo>
                  <a:lnTo>
                    <a:pt x="357759" y="145542"/>
                  </a:lnTo>
                  <a:close/>
                </a:path>
                <a:path w="360045" h="360044">
                  <a:moveTo>
                    <a:pt x="100711" y="0"/>
                  </a:moveTo>
                  <a:lnTo>
                    <a:pt x="89408" y="0"/>
                  </a:lnTo>
                  <a:lnTo>
                    <a:pt x="84709" y="4699"/>
                  </a:lnTo>
                  <a:lnTo>
                    <a:pt x="84709" y="42291"/>
                  </a:lnTo>
                  <a:lnTo>
                    <a:pt x="105410" y="42291"/>
                  </a:lnTo>
                  <a:lnTo>
                    <a:pt x="105410" y="4699"/>
                  </a:lnTo>
                  <a:lnTo>
                    <a:pt x="100711" y="0"/>
                  </a:lnTo>
                  <a:close/>
                </a:path>
                <a:path w="360045" h="360044">
                  <a:moveTo>
                    <a:pt x="143129" y="0"/>
                  </a:moveTo>
                  <a:lnTo>
                    <a:pt x="131825" y="0"/>
                  </a:lnTo>
                  <a:lnTo>
                    <a:pt x="127126" y="4699"/>
                  </a:lnTo>
                  <a:lnTo>
                    <a:pt x="127126" y="42291"/>
                  </a:lnTo>
                  <a:lnTo>
                    <a:pt x="147827" y="42291"/>
                  </a:lnTo>
                  <a:lnTo>
                    <a:pt x="147827" y="4699"/>
                  </a:lnTo>
                  <a:lnTo>
                    <a:pt x="143129" y="0"/>
                  </a:lnTo>
                  <a:close/>
                </a:path>
                <a:path w="360045" h="360044">
                  <a:moveTo>
                    <a:pt x="185420" y="0"/>
                  </a:moveTo>
                  <a:lnTo>
                    <a:pt x="174244" y="0"/>
                  </a:lnTo>
                  <a:lnTo>
                    <a:pt x="169418" y="4699"/>
                  </a:lnTo>
                  <a:lnTo>
                    <a:pt x="169418" y="42291"/>
                  </a:lnTo>
                  <a:lnTo>
                    <a:pt x="190246" y="42291"/>
                  </a:lnTo>
                  <a:lnTo>
                    <a:pt x="190246" y="4699"/>
                  </a:lnTo>
                  <a:lnTo>
                    <a:pt x="185420" y="0"/>
                  </a:lnTo>
                  <a:close/>
                </a:path>
                <a:path w="360045" h="360044">
                  <a:moveTo>
                    <a:pt x="227837" y="0"/>
                  </a:moveTo>
                  <a:lnTo>
                    <a:pt x="216535" y="0"/>
                  </a:lnTo>
                  <a:lnTo>
                    <a:pt x="211836" y="4699"/>
                  </a:lnTo>
                  <a:lnTo>
                    <a:pt x="211836" y="42291"/>
                  </a:lnTo>
                  <a:lnTo>
                    <a:pt x="232537" y="42291"/>
                  </a:lnTo>
                  <a:lnTo>
                    <a:pt x="232537" y="4699"/>
                  </a:lnTo>
                  <a:lnTo>
                    <a:pt x="227837" y="0"/>
                  </a:lnTo>
                  <a:close/>
                </a:path>
                <a:path w="360045" h="360044">
                  <a:moveTo>
                    <a:pt x="270256" y="0"/>
                  </a:moveTo>
                  <a:lnTo>
                    <a:pt x="258952" y="0"/>
                  </a:lnTo>
                  <a:lnTo>
                    <a:pt x="254254" y="4699"/>
                  </a:lnTo>
                  <a:lnTo>
                    <a:pt x="254254" y="42291"/>
                  </a:lnTo>
                  <a:lnTo>
                    <a:pt x="274955" y="42291"/>
                  </a:lnTo>
                  <a:lnTo>
                    <a:pt x="274955" y="4699"/>
                  </a:lnTo>
                  <a:lnTo>
                    <a:pt x="270256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98108" y="2045208"/>
              <a:ext cx="188975" cy="18897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368296" y="3735323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4" h="361314">
                  <a:moveTo>
                    <a:pt x="285242" y="42417"/>
                  </a:moveTo>
                  <a:lnTo>
                    <a:pt x="73406" y="42417"/>
                  </a:lnTo>
                  <a:lnTo>
                    <a:pt x="61438" y="44920"/>
                  </a:lnTo>
                  <a:lnTo>
                    <a:pt x="51577" y="51768"/>
                  </a:lnTo>
                  <a:lnTo>
                    <a:pt x="44884" y="61974"/>
                  </a:lnTo>
                  <a:lnTo>
                    <a:pt x="42418" y="74548"/>
                  </a:lnTo>
                  <a:lnTo>
                    <a:pt x="42418" y="84835"/>
                  </a:lnTo>
                  <a:lnTo>
                    <a:pt x="4699" y="84835"/>
                  </a:lnTo>
                  <a:lnTo>
                    <a:pt x="0" y="89662"/>
                  </a:lnTo>
                  <a:lnTo>
                    <a:pt x="0" y="100964"/>
                  </a:lnTo>
                  <a:lnTo>
                    <a:pt x="4699" y="105663"/>
                  </a:lnTo>
                  <a:lnTo>
                    <a:pt x="42418" y="105663"/>
                  </a:lnTo>
                  <a:lnTo>
                    <a:pt x="42418" y="127381"/>
                  </a:lnTo>
                  <a:lnTo>
                    <a:pt x="4699" y="127381"/>
                  </a:lnTo>
                  <a:lnTo>
                    <a:pt x="0" y="132079"/>
                  </a:lnTo>
                  <a:lnTo>
                    <a:pt x="0" y="144284"/>
                  </a:lnTo>
                  <a:lnTo>
                    <a:pt x="4699" y="149021"/>
                  </a:lnTo>
                  <a:lnTo>
                    <a:pt x="42418" y="149021"/>
                  </a:lnTo>
                  <a:lnTo>
                    <a:pt x="42418" y="169760"/>
                  </a:lnTo>
                  <a:lnTo>
                    <a:pt x="4699" y="169760"/>
                  </a:lnTo>
                  <a:lnTo>
                    <a:pt x="0" y="174459"/>
                  </a:lnTo>
                  <a:lnTo>
                    <a:pt x="0" y="186728"/>
                  </a:lnTo>
                  <a:lnTo>
                    <a:pt x="4699" y="191427"/>
                  </a:lnTo>
                  <a:lnTo>
                    <a:pt x="42418" y="191427"/>
                  </a:lnTo>
                  <a:lnTo>
                    <a:pt x="42418" y="212204"/>
                  </a:lnTo>
                  <a:lnTo>
                    <a:pt x="4699" y="212204"/>
                  </a:lnTo>
                  <a:lnTo>
                    <a:pt x="0" y="216903"/>
                  </a:lnTo>
                  <a:lnTo>
                    <a:pt x="0" y="229171"/>
                  </a:lnTo>
                  <a:lnTo>
                    <a:pt x="4699" y="233870"/>
                  </a:lnTo>
                  <a:lnTo>
                    <a:pt x="42418" y="233870"/>
                  </a:lnTo>
                  <a:lnTo>
                    <a:pt x="42418" y="254609"/>
                  </a:lnTo>
                  <a:lnTo>
                    <a:pt x="4699" y="254609"/>
                  </a:lnTo>
                  <a:lnTo>
                    <a:pt x="0" y="259334"/>
                  </a:lnTo>
                  <a:lnTo>
                    <a:pt x="0" y="271576"/>
                  </a:lnTo>
                  <a:lnTo>
                    <a:pt x="4699" y="276313"/>
                  </a:lnTo>
                  <a:lnTo>
                    <a:pt x="42418" y="276313"/>
                  </a:lnTo>
                  <a:lnTo>
                    <a:pt x="42418" y="286664"/>
                  </a:lnTo>
                  <a:lnTo>
                    <a:pt x="44884" y="299242"/>
                  </a:lnTo>
                  <a:lnTo>
                    <a:pt x="51577" y="309429"/>
                  </a:lnTo>
                  <a:lnTo>
                    <a:pt x="61438" y="316253"/>
                  </a:lnTo>
                  <a:lnTo>
                    <a:pt x="73406" y="318744"/>
                  </a:lnTo>
                  <a:lnTo>
                    <a:pt x="84709" y="318744"/>
                  </a:lnTo>
                  <a:lnTo>
                    <a:pt x="84709" y="356463"/>
                  </a:lnTo>
                  <a:lnTo>
                    <a:pt x="89408" y="361162"/>
                  </a:lnTo>
                  <a:lnTo>
                    <a:pt x="100711" y="361162"/>
                  </a:lnTo>
                  <a:lnTo>
                    <a:pt x="105410" y="356463"/>
                  </a:lnTo>
                  <a:lnTo>
                    <a:pt x="105410" y="315899"/>
                  </a:lnTo>
                  <a:lnTo>
                    <a:pt x="285242" y="315899"/>
                  </a:lnTo>
                  <a:lnTo>
                    <a:pt x="297797" y="313409"/>
                  </a:lnTo>
                  <a:lnTo>
                    <a:pt x="307959" y="306587"/>
                  </a:lnTo>
                  <a:lnTo>
                    <a:pt x="314763" y="296408"/>
                  </a:lnTo>
                  <a:lnTo>
                    <a:pt x="314826" y="296087"/>
                  </a:lnTo>
                  <a:lnTo>
                    <a:pt x="69723" y="296087"/>
                  </a:lnTo>
                  <a:lnTo>
                    <a:pt x="65912" y="291388"/>
                  </a:lnTo>
                  <a:lnTo>
                    <a:pt x="65912" y="69850"/>
                  </a:lnTo>
                  <a:lnTo>
                    <a:pt x="69723" y="65150"/>
                  </a:lnTo>
                  <a:lnTo>
                    <a:pt x="315390" y="65150"/>
                  </a:lnTo>
                  <a:lnTo>
                    <a:pt x="314763" y="61974"/>
                  </a:lnTo>
                  <a:lnTo>
                    <a:pt x="307959" y="51768"/>
                  </a:lnTo>
                  <a:lnTo>
                    <a:pt x="297797" y="44920"/>
                  </a:lnTo>
                  <a:lnTo>
                    <a:pt x="285242" y="42417"/>
                  </a:lnTo>
                  <a:close/>
                </a:path>
                <a:path w="360044" h="361314">
                  <a:moveTo>
                    <a:pt x="147828" y="315899"/>
                  </a:moveTo>
                  <a:lnTo>
                    <a:pt x="127127" y="315899"/>
                  </a:lnTo>
                  <a:lnTo>
                    <a:pt x="127127" y="353618"/>
                  </a:lnTo>
                  <a:lnTo>
                    <a:pt x="131826" y="358343"/>
                  </a:lnTo>
                  <a:lnTo>
                    <a:pt x="143129" y="358343"/>
                  </a:lnTo>
                  <a:lnTo>
                    <a:pt x="147828" y="353618"/>
                  </a:lnTo>
                  <a:lnTo>
                    <a:pt x="147828" y="315899"/>
                  </a:lnTo>
                  <a:close/>
                </a:path>
                <a:path w="360044" h="361314">
                  <a:moveTo>
                    <a:pt x="190246" y="315899"/>
                  </a:moveTo>
                  <a:lnTo>
                    <a:pt x="169418" y="315899"/>
                  </a:lnTo>
                  <a:lnTo>
                    <a:pt x="169418" y="353618"/>
                  </a:lnTo>
                  <a:lnTo>
                    <a:pt x="174244" y="358343"/>
                  </a:lnTo>
                  <a:lnTo>
                    <a:pt x="185420" y="358343"/>
                  </a:lnTo>
                  <a:lnTo>
                    <a:pt x="190246" y="353618"/>
                  </a:lnTo>
                  <a:lnTo>
                    <a:pt x="190246" y="315899"/>
                  </a:lnTo>
                  <a:close/>
                </a:path>
                <a:path w="360044" h="361314">
                  <a:moveTo>
                    <a:pt x="232537" y="315899"/>
                  </a:moveTo>
                  <a:lnTo>
                    <a:pt x="211836" y="315899"/>
                  </a:lnTo>
                  <a:lnTo>
                    <a:pt x="211836" y="353618"/>
                  </a:lnTo>
                  <a:lnTo>
                    <a:pt x="216535" y="358343"/>
                  </a:lnTo>
                  <a:lnTo>
                    <a:pt x="227837" y="358343"/>
                  </a:lnTo>
                  <a:lnTo>
                    <a:pt x="232537" y="353618"/>
                  </a:lnTo>
                  <a:lnTo>
                    <a:pt x="232537" y="315899"/>
                  </a:lnTo>
                  <a:close/>
                </a:path>
                <a:path w="360044" h="361314">
                  <a:moveTo>
                    <a:pt x="274955" y="315899"/>
                  </a:moveTo>
                  <a:lnTo>
                    <a:pt x="254254" y="315899"/>
                  </a:lnTo>
                  <a:lnTo>
                    <a:pt x="254254" y="353618"/>
                  </a:lnTo>
                  <a:lnTo>
                    <a:pt x="258953" y="358343"/>
                  </a:lnTo>
                  <a:lnTo>
                    <a:pt x="270256" y="358343"/>
                  </a:lnTo>
                  <a:lnTo>
                    <a:pt x="274955" y="353618"/>
                  </a:lnTo>
                  <a:lnTo>
                    <a:pt x="274955" y="315899"/>
                  </a:lnTo>
                  <a:close/>
                </a:path>
                <a:path w="360044" h="361314">
                  <a:moveTo>
                    <a:pt x="315390" y="65150"/>
                  </a:moveTo>
                  <a:lnTo>
                    <a:pt x="290956" y="65150"/>
                  </a:lnTo>
                  <a:lnTo>
                    <a:pt x="295656" y="69850"/>
                  </a:lnTo>
                  <a:lnTo>
                    <a:pt x="295656" y="291388"/>
                  </a:lnTo>
                  <a:lnTo>
                    <a:pt x="290956" y="296087"/>
                  </a:lnTo>
                  <a:lnTo>
                    <a:pt x="314826" y="296087"/>
                  </a:lnTo>
                  <a:lnTo>
                    <a:pt x="317246" y="283844"/>
                  </a:lnTo>
                  <a:lnTo>
                    <a:pt x="317246" y="273469"/>
                  </a:lnTo>
                  <a:lnTo>
                    <a:pt x="354965" y="273469"/>
                  </a:lnTo>
                  <a:lnTo>
                    <a:pt x="359664" y="268770"/>
                  </a:lnTo>
                  <a:lnTo>
                    <a:pt x="359664" y="257454"/>
                  </a:lnTo>
                  <a:lnTo>
                    <a:pt x="354965" y="252717"/>
                  </a:lnTo>
                  <a:lnTo>
                    <a:pt x="317246" y="252717"/>
                  </a:lnTo>
                  <a:lnTo>
                    <a:pt x="317246" y="231051"/>
                  </a:lnTo>
                  <a:lnTo>
                    <a:pt x="354965" y="231051"/>
                  </a:lnTo>
                  <a:lnTo>
                    <a:pt x="359664" y="226326"/>
                  </a:lnTo>
                  <a:lnTo>
                    <a:pt x="359664" y="214083"/>
                  </a:lnTo>
                  <a:lnTo>
                    <a:pt x="354965" y="209359"/>
                  </a:lnTo>
                  <a:lnTo>
                    <a:pt x="317246" y="209359"/>
                  </a:lnTo>
                  <a:lnTo>
                    <a:pt x="317246" y="188620"/>
                  </a:lnTo>
                  <a:lnTo>
                    <a:pt x="354965" y="188620"/>
                  </a:lnTo>
                  <a:lnTo>
                    <a:pt x="359664" y="183883"/>
                  </a:lnTo>
                  <a:lnTo>
                    <a:pt x="359664" y="171640"/>
                  </a:lnTo>
                  <a:lnTo>
                    <a:pt x="354965" y="166916"/>
                  </a:lnTo>
                  <a:lnTo>
                    <a:pt x="317246" y="166916"/>
                  </a:lnTo>
                  <a:lnTo>
                    <a:pt x="317246" y="146176"/>
                  </a:lnTo>
                  <a:lnTo>
                    <a:pt x="357786" y="146176"/>
                  </a:lnTo>
                  <a:lnTo>
                    <a:pt x="359664" y="144284"/>
                  </a:lnTo>
                  <a:lnTo>
                    <a:pt x="359664" y="132079"/>
                  </a:lnTo>
                  <a:lnTo>
                    <a:pt x="354965" y="127381"/>
                  </a:lnTo>
                  <a:lnTo>
                    <a:pt x="317246" y="127381"/>
                  </a:lnTo>
                  <a:lnTo>
                    <a:pt x="317246" y="105663"/>
                  </a:lnTo>
                  <a:lnTo>
                    <a:pt x="354965" y="105663"/>
                  </a:lnTo>
                  <a:lnTo>
                    <a:pt x="359664" y="100964"/>
                  </a:lnTo>
                  <a:lnTo>
                    <a:pt x="359664" y="89662"/>
                  </a:lnTo>
                  <a:lnTo>
                    <a:pt x="354965" y="84835"/>
                  </a:lnTo>
                  <a:lnTo>
                    <a:pt x="317246" y="84835"/>
                  </a:lnTo>
                  <a:lnTo>
                    <a:pt x="317246" y="74548"/>
                  </a:lnTo>
                  <a:lnTo>
                    <a:pt x="315390" y="65150"/>
                  </a:lnTo>
                  <a:close/>
                </a:path>
                <a:path w="360044" h="361314">
                  <a:moveTo>
                    <a:pt x="357786" y="146176"/>
                  </a:moveTo>
                  <a:lnTo>
                    <a:pt x="349250" y="146176"/>
                  </a:lnTo>
                  <a:lnTo>
                    <a:pt x="349250" y="149021"/>
                  </a:lnTo>
                  <a:lnTo>
                    <a:pt x="354965" y="149021"/>
                  </a:lnTo>
                  <a:lnTo>
                    <a:pt x="357786" y="146176"/>
                  </a:lnTo>
                  <a:close/>
                </a:path>
                <a:path w="360044" h="361314">
                  <a:moveTo>
                    <a:pt x="100711" y="0"/>
                  </a:moveTo>
                  <a:lnTo>
                    <a:pt x="89408" y="0"/>
                  </a:lnTo>
                  <a:lnTo>
                    <a:pt x="84709" y="4698"/>
                  </a:lnTo>
                  <a:lnTo>
                    <a:pt x="84709" y="42417"/>
                  </a:lnTo>
                  <a:lnTo>
                    <a:pt x="105410" y="42417"/>
                  </a:lnTo>
                  <a:lnTo>
                    <a:pt x="105410" y="4698"/>
                  </a:lnTo>
                  <a:lnTo>
                    <a:pt x="100711" y="0"/>
                  </a:lnTo>
                  <a:close/>
                </a:path>
                <a:path w="360044" h="361314">
                  <a:moveTo>
                    <a:pt x="143129" y="0"/>
                  </a:moveTo>
                  <a:lnTo>
                    <a:pt x="131826" y="0"/>
                  </a:lnTo>
                  <a:lnTo>
                    <a:pt x="127127" y="4698"/>
                  </a:lnTo>
                  <a:lnTo>
                    <a:pt x="127127" y="42417"/>
                  </a:lnTo>
                  <a:lnTo>
                    <a:pt x="147828" y="42417"/>
                  </a:lnTo>
                  <a:lnTo>
                    <a:pt x="147828" y="4698"/>
                  </a:lnTo>
                  <a:lnTo>
                    <a:pt x="143129" y="0"/>
                  </a:lnTo>
                  <a:close/>
                </a:path>
                <a:path w="360044" h="361314">
                  <a:moveTo>
                    <a:pt x="185420" y="0"/>
                  </a:moveTo>
                  <a:lnTo>
                    <a:pt x="174244" y="0"/>
                  </a:lnTo>
                  <a:lnTo>
                    <a:pt x="169418" y="4698"/>
                  </a:lnTo>
                  <a:lnTo>
                    <a:pt x="169418" y="42417"/>
                  </a:lnTo>
                  <a:lnTo>
                    <a:pt x="190246" y="42417"/>
                  </a:lnTo>
                  <a:lnTo>
                    <a:pt x="190246" y="4698"/>
                  </a:lnTo>
                  <a:lnTo>
                    <a:pt x="185420" y="0"/>
                  </a:lnTo>
                  <a:close/>
                </a:path>
                <a:path w="360044" h="361314">
                  <a:moveTo>
                    <a:pt x="227837" y="0"/>
                  </a:moveTo>
                  <a:lnTo>
                    <a:pt x="216535" y="0"/>
                  </a:lnTo>
                  <a:lnTo>
                    <a:pt x="211836" y="4698"/>
                  </a:lnTo>
                  <a:lnTo>
                    <a:pt x="211836" y="42417"/>
                  </a:lnTo>
                  <a:lnTo>
                    <a:pt x="232537" y="42417"/>
                  </a:lnTo>
                  <a:lnTo>
                    <a:pt x="232537" y="4698"/>
                  </a:lnTo>
                  <a:lnTo>
                    <a:pt x="227837" y="0"/>
                  </a:lnTo>
                  <a:close/>
                </a:path>
                <a:path w="360044" h="361314">
                  <a:moveTo>
                    <a:pt x="270256" y="0"/>
                  </a:moveTo>
                  <a:lnTo>
                    <a:pt x="258953" y="0"/>
                  </a:lnTo>
                  <a:lnTo>
                    <a:pt x="254254" y="4698"/>
                  </a:lnTo>
                  <a:lnTo>
                    <a:pt x="254254" y="42417"/>
                  </a:lnTo>
                  <a:lnTo>
                    <a:pt x="274955" y="42417"/>
                  </a:lnTo>
                  <a:lnTo>
                    <a:pt x="274955" y="4698"/>
                  </a:lnTo>
                  <a:lnTo>
                    <a:pt x="270256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55163" y="3820667"/>
              <a:ext cx="188975" cy="18897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715768" y="3733800"/>
              <a:ext cx="360045" cy="361315"/>
            </a:xfrm>
            <a:custGeom>
              <a:avLst/>
              <a:gdLst/>
              <a:ahLst/>
              <a:cxnLst/>
              <a:rect l="l" t="t" r="r" b="b"/>
              <a:pathLst>
                <a:path w="360044" h="361314">
                  <a:moveTo>
                    <a:pt x="285242" y="42418"/>
                  </a:moveTo>
                  <a:lnTo>
                    <a:pt x="73406" y="42418"/>
                  </a:lnTo>
                  <a:lnTo>
                    <a:pt x="61438" y="44920"/>
                  </a:lnTo>
                  <a:lnTo>
                    <a:pt x="51577" y="51768"/>
                  </a:lnTo>
                  <a:lnTo>
                    <a:pt x="44884" y="61974"/>
                  </a:lnTo>
                  <a:lnTo>
                    <a:pt x="42418" y="74549"/>
                  </a:lnTo>
                  <a:lnTo>
                    <a:pt x="42418" y="84836"/>
                  </a:lnTo>
                  <a:lnTo>
                    <a:pt x="4699" y="84836"/>
                  </a:lnTo>
                  <a:lnTo>
                    <a:pt x="0" y="89662"/>
                  </a:lnTo>
                  <a:lnTo>
                    <a:pt x="0" y="100965"/>
                  </a:lnTo>
                  <a:lnTo>
                    <a:pt x="4699" y="105663"/>
                  </a:lnTo>
                  <a:lnTo>
                    <a:pt x="42418" y="105663"/>
                  </a:lnTo>
                  <a:lnTo>
                    <a:pt x="42418" y="127381"/>
                  </a:lnTo>
                  <a:lnTo>
                    <a:pt x="4699" y="127381"/>
                  </a:lnTo>
                  <a:lnTo>
                    <a:pt x="0" y="132080"/>
                  </a:lnTo>
                  <a:lnTo>
                    <a:pt x="0" y="144284"/>
                  </a:lnTo>
                  <a:lnTo>
                    <a:pt x="4699" y="149021"/>
                  </a:lnTo>
                  <a:lnTo>
                    <a:pt x="42418" y="149021"/>
                  </a:lnTo>
                  <a:lnTo>
                    <a:pt x="42418" y="169760"/>
                  </a:lnTo>
                  <a:lnTo>
                    <a:pt x="4699" y="169760"/>
                  </a:lnTo>
                  <a:lnTo>
                    <a:pt x="0" y="174459"/>
                  </a:lnTo>
                  <a:lnTo>
                    <a:pt x="0" y="186728"/>
                  </a:lnTo>
                  <a:lnTo>
                    <a:pt x="4699" y="191427"/>
                  </a:lnTo>
                  <a:lnTo>
                    <a:pt x="42418" y="191427"/>
                  </a:lnTo>
                  <a:lnTo>
                    <a:pt x="42418" y="212204"/>
                  </a:lnTo>
                  <a:lnTo>
                    <a:pt x="4699" y="212204"/>
                  </a:lnTo>
                  <a:lnTo>
                    <a:pt x="0" y="216903"/>
                  </a:lnTo>
                  <a:lnTo>
                    <a:pt x="0" y="229171"/>
                  </a:lnTo>
                  <a:lnTo>
                    <a:pt x="4699" y="233870"/>
                  </a:lnTo>
                  <a:lnTo>
                    <a:pt x="42418" y="233870"/>
                  </a:lnTo>
                  <a:lnTo>
                    <a:pt x="42418" y="254609"/>
                  </a:lnTo>
                  <a:lnTo>
                    <a:pt x="4699" y="254609"/>
                  </a:lnTo>
                  <a:lnTo>
                    <a:pt x="0" y="259334"/>
                  </a:lnTo>
                  <a:lnTo>
                    <a:pt x="0" y="271576"/>
                  </a:lnTo>
                  <a:lnTo>
                    <a:pt x="4699" y="276313"/>
                  </a:lnTo>
                  <a:lnTo>
                    <a:pt x="42418" y="276313"/>
                  </a:lnTo>
                  <a:lnTo>
                    <a:pt x="42418" y="286664"/>
                  </a:lnTo>
                  <a:lnTo>
                    <a:pt x="44884" y="299242"/>
                  </a:lnTo>
                  <a:lnTo>
                    <a:pt x="51577" y="309429"/>
                  </a:lnTo>
                  <a:lnTo>
                    <a:pt x="61438" y="316253"/>
                  </a:lnTo>
                  <a:lnTo>
                    <a:pt x="73406" y="318744"/>
                  </a:lnTo>
                  <a:lnTo>
                    <a:pt x="84708" y="318744"/>
                  </a:lnTo>
                  <a:lnTo>
                    <a:pt x="84708" y="356463"/>
                  </a:lnTo>
                  <a:lnTo>
                    <a:pt x="89407" y="361162"/>
                  </a:lnTo>
                  <a:lnTo>
                    <a:pt x="100711" y="361162"/>
                  </a:lnTo>
                  <a:lnTo>
                    <a:pt x="105409" y="356463"/>
                  </a:lnTo>
                  <a:lnTo>
                    <a:pt x="105409" y="315899"/>
                  </a:lnTo>
                  <a:lnTo>
                    <a:pt x="285242" y="315899"/>
                  </a:lnTo>
                  <a:lnTo>
                    <a:pt x="297797" y="313409"/>
                  </a:lnTo>
                  <a:lnTo>
                    <a:pt x="307959" y="306587"/>
                  </a:lnTo>
                  <a:lnTo>
                    <a:pt x="314763" y="296408"/>
                  </a:lnTo>
                  <a:lnTo>
                    <a:pt x="314826" y="296087"/>
                  </a:lnTo>
                  <a:lnTo>
                    <a:pt x="69723" y="296087"/>
                  </a:lnTo>
                  <a:lnTo>
                    <a:pt x="65912" y="291388"/>
                  </a:lnTo>
                  <a:lnTo>
                    <a:pt x="65912" y="69850"/>
                  </a:lnTo>
                  <a:lnTo>
                    <a:pt x="69723" y="65150"/>
                  </a:lnTo>
                  <a:lnTo>
                    <a:pt x="315390" y="65150"/>
                  </a:lnTo>
                  <a:lnTo>
                    <a:pt x="314763" y="61974"/>
                  </a:lnTo>
                  <a:lnTo>
                    <a:pt x="307959" y="51768"/>
                  </a:lnTo>
                  <a:lnTo>
                    <a:pt x="297797" y="44920"/>
                  </a:lnTo>
                  <a:lnTo>
                    <a:pt x="285242" y="42418"/>
                  </a:lnTo>
                  <a:close/>
                </a:path>
                <a:path w="360044" h="361314">
                  <a:moveTo>
                    <a:pt x="147827" y="315899"/>
                  </a:moveTo>
                  <a:lnTo>
                    <a:pt x="127126" y="315899"/>
                  </a:lnTo>
                  <a:lnTo>
                    <a:pt x="127126" y="353618"/>
                  </a:lnTo>
                  <a:lnTo>
                    <a:pt x="131825" y="358343"/>
                  </a:lnTo>
                  <a:lnTo>
                    <a:pt x="143129" y="358343"/>
                  </a:lnTo>
                  <a:lnTo>
                    <a:pt x="147827" y="353618"/>
                  </a:lnTo>
                  <a:lnTo>
                    <a:pt x="147827" y="315899"/>
                  </a:lnTo>
                  <a:close/>
                </a:path>
                <a:path w="360044" h="361314">
                  <a:moveTo>
                    <a:pt x="190245" y="315899"/>
                  </a:moveTo>
                  <a:lnTo>
                    <a:pt x="169418" y="315899"/>
                  </a:lnTo>
                  <a:lnTo>
                    <a:pt x="169418" y="353618"/>
                  </a:lnTo>
                  <a:lnTo>
                    <a:pt x="174244" y="358343"/>
                  </a:lnTo>
                  <a:lnTo>
                    <a:pt x="185419" y="358343"/>
                  </a:lnTo>
                  <a:lnTo>
                    <a:pt x="190245" y="353618"/>
                  </a:lnTo>
                  <a:lnTo>
                    <a:pt x="190245" y="315899"/>
                  </a:lnTo>
                  <a:close/>
                </a:path>
                <a:path w="360044" h="361314">
                  <a:moveTo>
                    <a:pt x="232537" y="315899"/>
                  </a:moveTo>
                  <a:lnTo>
                    <a:pt x="211836" y="315899"/>
                  </a:lnTo>
                  <a:lnTo>
                    <a:pt x="211836" y="353618"/>
                  </a:lnTo>
                  <a:lnTo>
                    <a:pt x="216534" y="358343"/>
                  </a:lnTo>
                  <a:lnTo>
                    <a:pt x="227837" y="358343"/>
                  </a:lnTo>
                  <a:lnTo>
                    <a:pt x="232537" y="353618"/>
                  </a:lnTo>
                  <a:lnTo>
                    <a:pt x="232537" y="315899"/>
                  </a:lnTo>
                  <a:close/>
                </a:path>
                <a:path w="360044" h="361314">
                  <a:moveTo>
                    <a:pt x="274955" y="315899"/>
                  </a:moveTo>
                  <a:lnTo>
                    <a:pt x="254254" y="315899"/>
                  </a:lnTo>
                  <a:lnTo>
                    <a:pt x="254254" y="353618"/>
                  </a:lnTo>
                  <a:lnTo>
                    <a:pt x="258952" y="358343"/>
                  </a:lnTo>
                  <a:lnTo>
                    <a:pt x="270256" y="358343"/>
                  </a:lnTo>
                  <a:lnTo>
                    <a:pt x="274955" y="353618"/>
                  </a:lnTo>
                  <a:lnTo>
                    <a:pt x="274955" y="315899"/>
                  </a:lnTo>
                  <a:close/>
                </a:path>
                <a:path w="360044" h="361314">
                  <a:moveTo>
                    <a:pt x="315390" y="65150"/>
                  </a:moveTo>
                  <a:lnTo>
                    <a:pt x="290956" y="65150"/>
                  </a:lnTo>
                  <a:lnTo>
                    <a:pt x="295656" y="69850"/>
                  </a:lnTo>
                  <a:lnTo>
                    <a:pt x="295656" y="291388"/>
                  </a:lnTo>
                  <a:lnTo>
                    <a:pt x="290956" y="296087"/>
                  </a:lnTo>
                  <a:lnTo>
                    <a:pt x="314826" y="296087"/>
                  </a:lnTo>
                  <a:lnTo>
                    <a:pt x="317245" y="283844"/>
                  </a:lnTo>
                  <a:lnTo>
                    <a:pt x="317245" y="273469"/>
                  </a:lnTo>
                  <a:lnTo>
                    <a:pt x="354964" y="273469"/>
                  </a:lnTo>
                  <a:lnTo>
                    <a:pt x="359663" y="268770"/>
                  </a:lnTo>
                  <a:lnTo>
                    <a:pt x="359663" y="257454"/>
                  </a:lnTo>
                  <a:lnTo>
                    <a:pt x="354964" y="252717"/>
                  </a:lnTo>
                  <a:lnTo>
                    <a:pt x="317245" y="252717"/>
                  </a:lnTo>
                  <a:lnTo>
                    <a:pt x="317245" y="231051"/>
                  </a:lnTo>
                  <a:lnTo>
                    <a:pt x="354964" y="231051"/>
                  </a:lnTo>
                  <a:lnTo>
                    <a:pt x="359663" y="226326"/>
                  </a:lnTo>
                  <a:lnTo>
                    <a:pt x="359663" y="214083"/>
                  </a:lnTo>
                  <a:lnTo>
                    <a:pt x="354964" y="209359"/>
                  </a:lnTo>
                  <a:lnTo>
                    <a:pt x="317245" y="209359"/>
                  </a:lnTo>
                  <a:lnTo>
                    <a:pt x="317245" y="188620"/>
                  </a:lnTo>
                  <a:lnTo>
                    <a:pt x="354964" y="188620"/>
                  </a:lnTo>
                  <a:lnTo>
                    <a:pt x="359663" y="183883"/>
                  </a:lnTo>
                  <a:lnTo>
                    <a:pt x="359663" y="171640"/>
                  </a:lnTo>
                  <a:lnTo>
                    <a:pt x="354964" y="166916"/>
                  </a:lnTo>
                  <a:lnTo>
                    <a:pt x="317245" y="166916"/>
                  </a:lnTo>
                  <a:lnTo>
                    <a:pt x="317245" y="146177"/>
                  </a:lnTo>
                  <a:lnTo>
                    <a:pt x="357786" y="146177"/>
                  </a:lnTo>
                  <a:lnTo>
                    <a:pt x="359663" y="144284"/>
                  </a:lnTo>
                  <a:lnTo>
                    <a:pt x="359663" y="132080"/>
                  </a:lnTo>
                  <a:lnTo>
                    <a:pt x="354964" y="127381"/>
                  </a:lnTo>
                  <a:lnTo>
                    <a:pt x="317245" y="127381"/>
                  </a:lnTo>
                  <a:lnTo>
                    <a:pt x="317245" y="105663"/>
                  </a:lnTo>
                  <a:lnTo>
                    <a:pt x="354964" y="105663"/>
                  </a:lnTo>
                  <a:lnTo>
                    <a:pt x="359663" y="100965"/>
                  </a:lnTo>
                  <a:lnTo>
                    <a:pt x="359663" y="89662"/>
                  </a:lnTo>
                  <a:lnTo>
                    <a:pt x="354964" y="84836"/>
                  </a:lnTo>
                  <a:lnTo>
                    <a:pt x="317245" y="84836"/>
                  </a:lnTo>
                  <a:lnTo>
                    <a:pt x="317245" y="74549"/>
                  </a:lnTo>
                  <a:lnTo>
                    <a:pt x="315390" y="65150"/>
                  </a:lnTo>
                  <a:close/>
                </a:path>
                <a:path w="360044" h="361314">
                  <a:moveTo>
                    <a:pt x="357786" y="146177"/>
                  </a:moveTo>
                  <a:lnTo>
                    <a:pt x="349250" y="146177"/>
                  </a:lnTo>
                  <a:lnTo>
                    <a:pt x="349250" y="149021"/>
                  </a:lnTo>
                  <a:lnTo>
                    <a:pt x="354964" y="149021"/>
                  </a:lnTo>
                  <a:lnTo>
                    <a:pt x="357786" y="146177"/>
                  </a:lnTo>
                  <a:close/>
                </a:path>
                <a:path w="360044" h="361314">
                  <a:moveTo>
                    <a:pt x="100711" y="0"/>
                  </a:moveTo>
                  <a:lnTo>
                    <a:pt x="89407" y="0"/>
                  </a:lnTo>
                  <a:lnTo>
                    <a:pt x="84708" y="4699"/>
                  </a:lnTo>
                  <a:lnTo>
                    <a:pt x="84708" y="42418"/>
                  </a:lnTo>
                  <a:lnTo>
                    <a:pt x="105409" y="42418"/>
                  </a:lnTo>
                  <a:lnTo>
                    <a:pt x="105409" y="4699"/>
                  </a:lnTo>
                  <a:lnTo>
                    <a:pt x="100711" y="0"/>
                  </a:lnTo>
                  <a:close/>
                </a:path>
                <a:path w="360044" h="361314">
                  <a:moveTo>
                    <a:pt x="143129" y="0"/>
                  </a:moveTo>
                  <a:lnTo>
                    <a:pt x="131825" y="0"/>
                  </a:lnTo>
                  <a:lnTo>
                    <a:pt x="127126" y="4699"/>
                  </a:lnTo>
                  <a:lnTo>
                    <a:pt x="127126" y="42418"/>
                  </a:lnTo>
                  <a:lnTo>
                    <a:pt x="147827" y="42418"/>
                  </a:lnTo>
                  <a:lnTo>
                    <a:pt x="147827" y="4699"/>
                  </a:lnTo>
                  <a:lnTo>
                    <a:pt x="143129" y="0"/>
                  </a:lnTo>
                  <a:close/>
                </a:path>
                <a:path w="360044" h="361314">
                  <a:moveTo>
                    <a:pt x="185419" y="0"/>
                  </a:moveTo>
                  <a:lnTo>
                    <a:pt x="174244" y="0"/>
                  </a:lnTo>
                  <a:lnTo>
                    <a:pt x="169418" y="4699"/>
                  </a:lnTo>
                  <a:lnTo>
                    <a:pt x="169418" y="42418"/>
                  </a:lnTo>
                  <a:lnTo>
                    <a:pt x="190245" y="42418"/>
                  </a:lnTo>
                  <a:lnTo>
                    <a:pt x="190245" y="4699"/>
                  </a:lnTo>
                  <a:lnTo>
                    <a:pt x="185419" y="0"/>
                  </a:lnTo>
                  <a:close/>
                </a:path>
                <a:path w="360044" h="361314">
                  <a:moveTo>
                    <a:pt x="227837" y="0"/>
                  </a:moveTo>
                  <a:lnTo>
                    <a:pt x="216534" y="0"/>
                  </a:lnTo>
                  <a:lnTo>
                    <a:pt x="211836" y="4699"/>
                  </a:lnTo>
                  <a:lnTo>
                    <a:pt x="211836" y="42418"/>
                  </a:lnTo>
                  <a:lnTo>
                    <a:pt x="232537" y="42418"/>
                  </a:lnTo>
                  <a:lnTo>
                    <a:pt x="232537" y="4699"/>
                  </a:lnTo>
                  <a:lnTo>
                    <a:pt x="227837" y="0"/>
                  </a:lnTo>
                  <a:close/>
                </a:path>
                <a:path w="360044" h="361314">
                  <a:moveTo>
                    <a:pt x="270256" y="0"/>
                  </a:moveTo>
                  <a:lnTo>
                    <a:pt x="258952" y="0"/>
                  </a:lnTo>
                  <a:lnTo>
                    <a:pt x="254254" y="4699"/>
                  </a:lnTo>
                  <a:lnTo>
                    <a:pt x="254254" y="42418"/>
                  </a:lnTo>
                  <a:lnTo>
                    <a:pt x="274955" y="42418"/>
                  </a:lnTo>
                  <a:lnTo>
                    <a:pt x="274955" y="4699"/>
                  </a:lnTo>
                  <a:lnTo>
                    <a:pt x="270256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02636" y="3819144"/>
              <a:ext cx="188975" cy="18897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368296" y="339242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5">
                  <a:moveTo>
                    <a:pt x="285242" y="42290"/>
                  </a:moveTo>
                  <a:lnTo>
                    <a:pt x="73406" y="42290"/>
                  </a:lnTo>
                  <a:lnTo>
                    <a:pt x="61438" y="44771"/>
                  </a:lnTo>
                  <a:lnTo>
                    <a:pt x="51577" y="51562"/>
                  </a:lnTo>
                  <a:lnTo>
                    <a:pt x="44884" y="61686"/>
                  </a:lnTo>
                  <a:lnTo>
                    <a:pt x="42418" y="74168"/>
                  </a:lnTo>
                  <a:lnTo>
                    <a:pt x="42418" y="84581"/>
                  </a:lnTo>
                  <a:lnTo>
                    <a:pt x="4699" y="84581"/>
                  </a:lnTo>
                  <a:lnTo>
                    <a:pt x="0" y="89281"/>
                  </a:lnTo>
                  <a:lnTo>
                    <a:pt x="0" y="100456"/>
                  </a:lnTo>
                  <a:lnTo>
                    <a:pt x="4699" y="105156"/>
                  </a:lnTo>
                  <a:lnTo>
                    <a:pt x="42418" y="105156"/>
                  </a:lnTo>
                  <a:lnTo>
                    <a:pt x="42418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7"/>
                  </a:lnTo>
                  <a:lnTo>
                    <a:pt x="4699" y="148335"/>
                  </a:lnTo>
                  <a:lnTo>
                    <a:pt x="42418" y="148335"/>
                  </a:lnTo>
                  <a:lnTo>
                    <a:pt x="42418" y="169037"/>
                  </a:lnTo>
                  <a:lnTo>
                    <a:pt x="4699" y="169037"/>
                  </a:lnTo>
                  <a:lnTo>
                    <a:pt x="0" y="173735"/>
                  </a:lnTo>
                  <a:lnTo>
                    <a:pt x="0" y="185928"/>
                  </a:lnTo>
                  <a:lnTo>
                    <a:pt x="4699" y="190626"/>
                  </a:lnTo>
                  <a:lnTo>
                    <a:pt x="42418" y="190626"/>
                  </a:lnTo>
                  <a:lnTo>
                    <a:pt x="42418" y="211328"/>
                  </a:lnTo>
                  <a:lnTo>
                    <a:pt x="4699" y="211328"/>
                  </a:lnTo>
                  <a:lnTo>
                    <a:pt x="0" y="216026"/>
                  </a:lnTo>
                  <a:lnTo>
                    <a:pt x="0" y="228219"/>
                  </a:lnTo>
                  <a:lnTo>
                    <a:pt x="4699" y="232917"/>
                  </a:lnTo>
                  <a:lnTo>
                    <a:pt x="42418" y="232917"/>
                  </a:lnTo>
                  <a:lnTo>
                    <a:pt x="42418" y="253491"/>
                  </a:lnTo>
                  <a:lnTo>
                    <a:pt x="4699" y="253491"/>
                  </a:lnTo>
                  <a:lnTo>
                    <a:pt x="0" y="258190"/>
                  </a:lnTo>
                  <a:lnTo>
                    <a:pt x="0" y="270382"/>
                  </a:lnTo>
                  <a:lnTo>
                    <a:pt x="4699" y="275081"/>
                  </a:lnTo>
                  <a:lnTo>
                    <a:pt x="42418" y="275081"/>
                  </a:lnTo>
                  <a:lnTo>
                    <a:pt x="42418" y="285495"/>
                  </a:lnTo>
                  <a:lnTo>
                    <a:pt x="44884" y="297977"/>
                  </a:lnTo>
                  <a:lnTo>
                    <a:pt x="51577" y="308102"/>
                  </a:lnTo>
                  <a:lnTo>
                    <a:pt x="61438" y="314892"/>
                  </a:lnTo>
                  <a:lnTo>
                    <a:pt x="73406" y="317372"/>
                  </a:lnTo>
                  <a:lnTo>
                    <a:pt x="84709" y="317372"/>
                  </a:lnTo>
                  <a:lnTo>
                    <a:pt x="84709" y="354964"/>
                  </a:lnTo>
                  <a:lnTo>
                    <a:pt x="89408" y="359663"/>
                  </a:lnTo>
                  <a:lnTo>
                    <a:pt x="100711" y="359663"/>
                  </a:lnTo>
                  <a:lnTo>
                    <a:pt x="105410" y="354964"/>
                  </a:lnTo>
                  <a:lnTo>
                    <a:pt x="105410" y="314578"/>
                  </a:lnTo>
                  <a:lnTo>
                    <a:pt x="285242" y="314578"/>
                  </a:lnTo>
                  <a:lnTo>
                    <a:pt x="297797" y="312098"/>
                  </a:lnTo>
                  <a:lnTo>
                    <a:pt x="307959" y="305307"/>
                  </a:lnTo>
                  <a:lnTo>
                    <a:pt x="314763" y="295183"/>
                  </a:lnTo>
                  <a:lnTo>
                    <a:pt x="314821" y="294894"/>
                  </a:lnTo>
                  <a:lnTo>
                    <a:pt x="69723" y="294894"/>
                  </a:lnTo>
                  <a:lnTo>
                    <a:pt x="65912" y="290194"/>
                  </a:lnTo>
                  <a:lnTo>
                    <a:pt x="65912" y="69468"/>
                  </a:lnTo>
                  <a:lnTo>
                    <a:pt x="69723" y="64769"/>
                  </a:lnTo>
                  <a:lnTo>
                    <a:pt x="315376" y="64769"/>
                  </a:lnTo>
                  <a:lnTo>
                    <a:pt x="314763" y="61686"/>
                  </a:lnTo>
                  <a:lnTo>
                    <a:pt x="307959" y="51562"/>
                  </a:lnTo>
                  <a:lnTo>
                    <a:pt x="297797" y="44771"/>
                  </a:lnTo>
                  <a:lnTo>
                    <a:pt x="285242" y="42290"/>
                  </a:lnTo>
                  <a:close/>
                </a:path>
                <a:path w="360044" h="360045">
                  <a:moveTo>
                    <a:pt x="147828" y="314578"/>
                  </a:moveTo>
                  <a:lnTo>
                    <a:pt x="127127" y="314578"/>
                  </a:lnTo>
                  <a:lnTo>
                    <a:pt x="127127" y="352170"/>
                  </a:lnTo>
                  <a:lnTo>
                    <a:pt x="131826" y="356869"/>
                  </a:lnTo>
                  <a:lnTo>
                    <a:pt x="143129" y="356869"/>
                  </a:lnTo>
                  <a:lnTo>
                    <a:pt x="147828" y="352170"/>
                  </a:lnTo>
                  <a:lnTo>
                    <a:pt x="147828" y="314578"/>
                  </a:lnTo>
                  <a:close/>
                </a:path>
                <a:path w="360044" h="360045">
                  <a:moveTo>
                    <a:pt x="190246" y="314578"/>
                  </a:moveTo>
                  <a:lnTo>
                    <a:pt x="169418" y="314578"/>
                  </a:lnTo>
                  <a:lnTo>
                    <a:pt x="169418" y="352170"/>
                  </a:lnTo>
                  <a:lnTo>
                    <a:pt x="174244" y="356869"/>
                  </a:lnTo>
                  <a:lnTo>
                    <a:pt x="185420" y="356869"/>
                  </a:lnTo>
                  <a:lnTo>
                    <a:pt x="190246" y="352170"/>
                  </a:lnTo>
                  <a:lnTo>
                    <a:pt x="190246" y="314578"/>
                  </a:lnTo>
                  <a:close/>
                </a:path>
                <a:path w="360044" h="360045">
                  <a:moveTo>
                    <a:pt x="232537" y="314578"/>
                  </a:moveTo>
                  <a:lnTo>
                    <a:pt x="211836" y="314578"/>
                  </a:lnTo>
                  <a:lnTo>
                    <a:pt x="211836" y="352170"/>
                  </a:lnTo>
                  <a:lnTo>
                    <a:pt x="216535" y="356869"/>
                  </a:lnTo>
                  <a:lnTo>
                    <a:pt x="227837" y="356869"/>
                  </a:lnTo>
                  <a:lnTo>
                    <a:pt x="232537" y="352170"/>
                  </a:lnTo>
                  <a:lnTo>
                    <a:pt x="232537" y="314578"/>
                  </a:lnTo>
                  <a:close/>
                </a:path>
                <a:path w="360044" h="360045">
                  <a:moveTo>
                    <a:pt x="274955" y="314578"/>
                  </a:moveTo>
                  <a:lnTo>
                    <a:pt x="254254" y="314578"/>
                  </a:lnTo>
                  <a:lnTo>
                    <a:pt x="254254" y="352170"/>
                  </a:lnTo>
                  <a:lnTo>
                    <a:pt x="258953" y="356869"/>
                  </a:lnTo>
                  <a:lnTo>
                    <a:pt x="270256" y="356869"/>
                  </a:lnTo>
                  <a:lnTo>
                    <a:pt x="274955" y="352170"/>
                  </a:lnTo>
                  <a:lnTo>
                    <a:pt x="274955" y="314578"/>
                  </a:lnTo>
                  <a:close/>
                </a:path>
                <a:path w="360044" h="360045">
                  <a:moveTo>
                    <a:pt x="315376" y="64769"/>
                  </a:moveTo>
                  <a:lnTo>
                    <a:pt x="290956" y="64769"/>
                  </a:lnTo>
                  <a:lnTo>
                    <a:pt x="295656" y="69468"/>
                  </a:lnTo>
                  <a:lnTo>
                    <a:pt x="295656" y="290194"/>
                  </a:lnTo>
                  <a:lnTo>
                    <a:pt x="290956" y="294894"/>
                  </a:lnTo>
                  <a:lnTo>
                    <a:pt x="314821" y="294894"/>
                  </a:lnTo>
                  <a:lnTo>
                    <a:pt x="317246" y="282701"/>
                  </a:lnTo>
                  <a:lnTo>
                    <a:pt x="317246" y="272288"/>
                  </a:lnTo>
                  <a:lnTo>
                    <a:pt x="354965" y="272288"/>
                  </a:lnTo>
                  <a:lnTo>
                    <a:pt x="359664" y="267588"/>
                  </a:lnTo>
                  <a:lnTo>
                    <a:pt x="359664" y="256412"/>
                  </a:lnTo>
                  <a:lnTo>
                    <a:pt x="354965" y="251713"/>
                  </a:lnTo>
                  <a:lnTo>
                    <a:pt x="317246" y="251713"/>
                  </a:lnTo>
                  <a:lnTo>
                    <a:pt x="317246" y="230123"/>
                  </a:lnTo>
                  <a:lnTo>
                    <a:pt x="354965" y="230123"/>
                  </a:lnTo>
                  <a:lnTo>
                    <a:pt x="359664" y="225425"/>
                  </a:lnTo>
                  <a:lnTo>
                    <a:pt x="359664" y="213232"/>
                  </a:lnTo>
                  <a:lnTo>
                    <a:pt x="354965" y="208534"/>
                  </a:lnTo>
                  <a:lnTo>
                    <a:pt x="317246" y="208534"/>
                  </a:lnTo>
                  <a:lnTo>
                    <a:pt x="317246" y="187832"/>
                  </a:lnTo>
                  <a:lnTo>
                    <a:pt x="354965" y="187832"/>
                  </a:lnTo>
                  <a:lnTo>
                    <a:pt x="359664" y="183134"/>
                  </a:lnTo>
                  <a:lnTo>
                    <a:pt x="359664" y="170941"/>
                  </a:lnTo>
                  <a:lnTo>
                    <a:pt x="354965" y="166242"/>
                  </a:lnTo>
                  <a:lnTo>
                    <a:pt x="317246" y="166242"/>
                  </a:lnTo>
                  <a:lnTo>
                    <a:pt x="317246" y="145541"/>
                  </a:lnTo>
                  <a:lnTo>
                    <a:pt x="357759" y="145541"/>
                  </a:lnTo>
                  <a:lnTo>
                    <a:pt x="359664" y="143637"/>
                  </a:lnTo>
                  <a:lnTo>
                    <a:pt x="359664" y="131444"/>
                  </a:lnTo>
                  <a:lnTo>
                    <a:pt x="354965" y="126745"/>
                  </a:lnTo>
                  <a:lnTo>
                    <a:pt x="317246" y="126745"/>
                  </a:lnTo>
                  <a:lnTo>
                    <a:pt x="317246" y="105156"/>
                  </a:lnTo>
                  <a:lnTo>
                    <a:pt x="354965" y="105156"/>
                  </a:lnTo>
                  <a:lnTo>
                    <a:pt x="359664" y="100456"/>
                  </a:lnTo>
                  <a:lnTo>
                    <a:pt x="359664" y="89281"/>
                  </a:lnTo>
                  <a:lnTo>
                    <a:pt x="354965" y="84581"/>
                  </a:lnTo>
                  <a:lnTo>
                    <a:pt x="317246" y="84581"/>
                  </a:lnTo>
                  <a:lnTo>
                    <a:pt x="317246" y="74168"/>
                  </a:lnTo>
                  <a:lnTo>
                    <a:pt x="315376" y="64769"/>
                  </a:lnTo>
                  <a:close/>
                </a:path>
                <a:path w="360044" h="360045">
                  <a:moveTo>
                    <a:pt x="357759" y="145541"/>
                  </a:moveTo>
                  <a:lnTo>
                    <a:pt x="349250" y="145541"/>
                  </a:lnTo>
                  <a:lnTo>
                    <a:pt x="349250" y="148335"/>
                  </a:lnTo>
                  <a:lnTo>
                    <a:pt x="354965" y="148335"/>
                  </a:lnTo>
                  <a:lnTo>
                    <a:pt x="357759" y="145541"/>
                  </a:lnTo>
                  <a:close/>
                </a:path>
                <a:path w="360044" h="360045">
                  <a:moveTo>
                    <a:pt x="100711" y="0"/>
                  </a:moveTo>
                  <a:lnTo>
                    <a:pt x="89408" y="0"/>
                  </a:lnTo>
                  <a:lnTo>
                    <a:pt x="84709" y="4699"/>
                  </a:lnTo>
                  <a:lnTo>
                    <a:pt x="84709" y="42290"/>
                  </a:lnTo>
                  <a:lnTo>
                    <a:pt x="105410" y="42290"/>
                  </a:lnTo>
                  <a:lnTo>
                    <a:pt x="105410" y="4699"/>
                  </a:lnTo>
                  <a:lnTo>
                    <a:pt x="100711" y="0"/>
                  </a:lnTo>
                  <a:close/>
                </a:path>
                <a:path w="360044" h="360045">
                  <a:moveTo>
                    <a:pt x="143129" y="0"/>
                  </a:moveTo>
                  <a:lnTo>
                    <a:pt x="131826" y="0"/>
                  </a:lnTo>
                  <a:lnTo>
                    <a:pt x="127127" y="4699"/>
                  </a:lnTo>
                  <a:lnTo>
                    <a:pt x="127127" y="42290"/>
                  </a:lnTo>
                  <a:lnTo>
                    <a:pt x="147828" y="42290"/>
                  </a:lnTo>
                  <a:lnTo>
                    <a:pt x="147828" y="4699"/>
                  </a:lnTo>
                  <a:lnTo>
                    <a:pt x="143129" y="0"/>
                  </a:lnTo>
                  <a:close/>
                </a:path>
                <a:path w="360044" h="360045">
                  <a:moveTo>
                    <a:pt x="185420" y="0"/>
                  </a:moveTo>
                  <a:lnTo>
                    <a:pt x="174244" y="0"/>
                  </a:lnTo>
                  <a:lnTo>
                    <a:pt x="169418" y="4699"/>
                  </a:lnTo>
                  <a:lnTo>
                    <a:pt x="169418" y="42290"/>
                  </a:lnTo>
                  <a:lnTo>
                    <a:pt x="190246" y="42290"/>
                  </a:lnTo>
                  <a:lnTo>
                    <a:pt x="190246" y="4699"/>
                  </a:lnTo>
                  <a:lnTo>
                    <a:pt x="185420" y="0"/>
                  </a:lnTo>
                  <a:close/>
                </a:path>
                <a:path w="360044" h="360045">
                  <a:moveTo>
                    <a:pt x="227837" y="0"/>
                  </a:moveTo>
                  <a:lnTo>
                    <a:pt x="216535" y="0"/>
                  </a:lnTo>
                  <a:lnTo>
                    <a:pt x="211836" y="4699"/>
                  </a:lnTo>
                  <a:lnTo>
                    <a:pt x="211836" y="42290"/>
                  </a:lnTo>
                  <a:lnTo>
                    <a:pt x="232537" y="42290"/>
                  </a:lnTo>
                  <a:lnTo>
                    <a:pt x="232537" y="4699"/>
                  </a:lnTo>
                  <a:lnTo>
                    <a:pt x="227837" y="0"/>
                  </a:lnTo>
                  <a:close/>
                </a:path>
                <a:path w="360044" h="360045">
                  <a:moveTo>
                    <a:pt x="270256" y="0"/>
                  </a:moveTo>
                  <a:lnTo>
                    <a:pt x="258953" y="0"/>
                  </a:lnTo>
                  <a:lnTo>
                    <a:pt x="254254" y="4699"/>
                  </a:lnTo>
                  <a:lnTo>
                    <a:pt x="254254" y="42290"/>
                  </a:lnTo>
                  <a:lnTo>
                    <a:pt x="274955" y="42290"/>
                  </a:lnTo>
                  <a:lnTo>
                    <a:pt x="274955" y="4699"/>
                  </a:lnTo>
                  <a:lnTo>
                    <a:pt x="270256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55163" y="3477767"/>
              <a:ext cx="188975" cy="18897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715768" y="3390900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5">
                  <a:moveTo>
                    <a:pt x="285242" y="42291"/>
                  </a:moveTo>
                  <a:lnTo>
                    <a:pt x="73406" y="42291"/>
                  </a:lnTo>
                  <a:lnTo>
                    <a:pt x="61438" y="44771"/>
                  </a:lnTo>
                  <a:lnTo>
                    <a:pt x="51577" y="51562"/>
                  </a:lnTo>
                  <a:lnTo>
                    <a:pt x="44884" y="61686"/>
                  </a:lnTo>
                  <a:lnTo>
                    <a:pt x="42418" y="74168"/>
                  </a:lnTo>
                  <a:lnTo>
                    <a:pt x="42418" y="84581"/>
                  </a:lnTo>
                  <a:lnTo>
                    <a:pt x="4699" y="84581"/>
                  </a:lnTo>
                  <a:lnTo>
                    <a:pt x="0" y="89281"/>
                  </a:lnTo>
                  <a:lnTo>
                    <a:pt x="0" y="100456"/>
                  </a:lnTo>
                  <a:lnTo>
                    <a:pt x="4699" y="105156"/>
                  </a:lnTo>
                  <a:lnTo>
                    <a:pt x="42418" y="105156"/>
                  </a:lnTo>
                  <a:lnTo>
                    <a:pt x="42418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7"/>
                  </a:lnTo>
                  <a:lnTo>
                    <a:pt x="4699" y="148336"/>
                  </a:lnTo>
                  <a:lnTo>
                    <a:pt x="42418" y="148336"/>
                  </a:lnTo>
                  <a:lnTo>
                    <a:pt x="42418" y="169037"/>
                  </a:lnTo>
                  <a:lnTo>
                    <a:pt x="4699" y="169037"/>
                  </a:lnTo>
                  <a:lnTo>
                    <a:pt x="0" y="173736"/>
                  </a:lnTo>
                  <a:lnTo>
                    <a:pt x="0" y="185928"/>
                  </a:lnTo>
                  <a:lnTo>
                    <a:pt x="4699" y="190627"/>
                  </a:lnTo>
                  <a:lnTo>
                    <a:pt x="42418" y="190627"/>
                  </a:lnTo>
                  <a:lnTo>
                    <a:pt x="42418" y="211328"/>
                  </a:lnTo>
                  <a:lnTo>
                    <a:pt x="4699" y="211328"/>
                  </a:lnTo>
                  <a:lnTo>
                    <a:pt x="0" y="216027"/>
                  </a:lnTo>
                  <a:lnTo>
                    <a:pt x="0" y="228219"/>
                  </a:lnTo>
                  <a:lnTo>
                    <a:pt x="4699" y="232918"/>
                  </a:lnTo>
                  <a:lnTo>
                    <a:pt x="42418" y="232918"/>
                  </a:lnTo>
                  <a:lnTo>
                    <a:pt x="42418" y="253491"/>
                  </a:lnTo>
                  <a:lnTo>
                    <a:pt x="4699" y="253491"/>
                  </a:lnTo>
                  <a:lnTo>
                    <a:pt x="0" y="258190"/>
                  </a:lnTo>
                  <a:lnTo>
                    <a:pt x="0" y="270383"/>
                  </a:lnTo>
                  <a:lnTo>
                    <a:pt x="4699" y="275081"/>
                  </a:lnTo>
                  <a:lnTo>
                    <a:pt x="42418" y="275081"/>
                  </a:lnTo>
                  <a:lnTo>
                    <a:pt x="42418" y="285496"/>
                  </a:lnTo>
                  <a:lnTo>
                    <a:pt x="44884" y="297977"/>
                  </a:lnTo>
                  <a:lnTo>
                    <a:pt x="51577" y="308101"/>
                  </a:lnTo>
                  <a:lnTo>
                    <a:pt x="61438" y="314892"/>
                  </a:lnTo>
                  <a:lnTo>
                    <a:pt x="73406" y="317372"/>
                  </a:lnTo>
                  <a:lnTo>
                    <a:pt x="84708" y="317372"/>
                  </a:lnTo>
                  <a:lnTo>
                    <a:pt x="84708" y="354965"/>
                  </a:lnTo>
                  <a:lnTo>
                    <a:pt x="89407" y="359663"/>
                  </a:lnTo>
                  <a:lnTo>
                    <a:pt x="100711" y="359663"/>
                  </a:lnTo>
                  <a:lnTo>
                    <a:pt x="105409" y="354965"/>
                  </a:lnTo>
                  <a:lnTo>
                    <a:pt x="105409" y="314578"/>
                  </a:lnTo>
                  <a:lnTo>
                    <a:pt x="285242" y="314578"/>
                  </a:lnTo>
                  <a:lnTo>
                    <a:pt x="297797" y="312098"/>
                  </a:lnTo>
                  <a:lnTo>
                    <a:pt x="307959" y="305307"/>
                  </a:lnTo>
                  <a:lnTo>
                    <a:pt x="314763" y="295183"/>
                  </a:lnTo>
                  <a:lnTo>
                    <a:pt x="314821" y="294894"/>
                  </a:lnTo>
                  <a:lnTo>
                    <a:pt x="69723" y="294894"/>
                  </a:lnTo>
                  <a:lnTo>
                    <a:pt x="65912" y="290194"/>
                  </a:lnTo>
                  <a:lnTo>
                    <a:pt x="65912" y="69468"/>
                  </a:lnTo>
                  <a:lnTo>
                    <a:pt x="69723" y="64769"/>
                  </a:lnTo>
                  <a:lnTo>
                    <a:pt x="315376" y="64769"/>
                  </a:lnTo>
                  <a:lnTo>
                    <a:pt x="314763" y="61686"/>
                  </a:lnTo>
                  <a:lnTo>
                    <a:pt x="307959" y="51562"/>
                  </a:lnTo>
                  <a:lnTo>
                    <a:pt x="297797" y="44771"/>
                  </a:lnTo>
                  <a:lnTo>
                    <a:pt x="285242" y="42291"/>
                  </a:lnTo>
                  <a:close/>
                </a:path>
                <a:path w="360044" h="360045">
                  <a:moveTo>
                    <a:pt x="147827" y="314578"/>
                  </a:moveTo>
                  <a:lnTo>
                    <a:pt x="127126" y="314578"/>
                  </a:lnTo>
                  <a:lnTo>
                    <a:pt x="127126" y="352171"/>
                  </a:lnTo>
                  <a:lnTo>
                    <a:pt x="131825" y="356869"/>
                  </a:lnTo>
                  <a:lnTo>
                    <a:pt x="143129" y="356869"/>
                  </a:lnTo>
                  <a:lnTo>
                    <a:pt x="147827" y="352171"/>
                  </a:lnTo>
                  <a:lnTo>
                    <a:pt x="147827" y="314578"/>
                  </a:lnTo>
                  <a:close/>
                </a:path>
                <a:path w="360044" h="360045">
                  <a:moveTo>
                    <a:pt x="190245" y="314578"/>
                  </a:moveTo>
                  <a:lnTo>
                    <a:pt x="169418" y="314578"/>
                  </a:lnTo>
                  <a:lnTo>
                    <a:pt x="169418" y="352171"/>
                  </a:lnTo>
                  <a:lnTo>
                    <a:pt x="174244" y="356869"/>
                  </a:lnTo>
                  <a:lnTo>
                    <a:pt x="185419" y="356869"/>
                  </a:lnTo>
                  <a:lnTo>
                    <a:pt x="190245" y="352171"/>
                  </a:lnTo>
                  <a:lnTo>
                    <a:pt x="190245" y="314578"/>
                  </a:lnTo>
                  <a:close/>
                </a:path>
                <a:path w="360044" h="360045">
                  <a:moveTo>
                    <a:pt x="232537" y="314578"/>
                  </a:moveTo>
                  <a:lnTo>
                    <a:pt x="211836" y="314578"/>
                  </a:lnTo>
                  <a:lnTo>
                    <a:pt x="211836" y="352171"/>
                  </a:lnTo>
                  <a:lnTo>
                    <a:pt x="216534" y="356869"/>
                  </a:lnTo>
                  <a:lnTo>
                    <a:pt x="227837" y="356869"/>
                  </a:lnTo>
                  <a:lnTo>
                    <a:pt x="232537" y="352171"/>
                  </a:lnTo>
                  <a:lnTo>
                    <a:pt x="232537" y="314578"/>
                  </a:lnTo>
                  <a:close/>
                </a:path>
                <a:path w="360044" h="360045">
                  <a:moveTo>
                    <a:pt x="274955" y="314578"/>
                  </a:moveTo>
                  <a:lnTo>
                    <a:pt x="254254" y="314578"/>
                  </a:lnTo>
                  <a:lnTo>
                    <a:pt x="254254" y="352171"/>
                  </a:lnTo>
                  <a:lnTo>
                    <a:pt x="258952" y="356869"/>
                  </a:lnTo>
                  <a:lnTo>
                    <a:pt x="270256" y="356869"/>
                  </a:lnTo>
                  <a:lnTo>
                    <a:pt x="274955" y="352171"/>
                  </a:lnTo>
                  <a:lnTo>
                    <a:pt x="274955" y="314578"/>
                  </a:lnTo>
                  <a:close/>
                </a:path>
                <a:path w="360044" h="360045">
                  <a:moveTo>
                    <a:pt x="315376" y="64769"/>
                  </a:moveTo>
                  <a:lnTo>
                    <a:pt x="290956" y="64769"/>
                  </a:lnTo>
                  <a:lnTo>
                    <a:pt x="295656" y="69468"/>
                  </a:lnTo>
                  <a:lnTo>
                    <a:pt x="295656" y="290194"/>
                  </a:lnTo>
                  <a:lnTo>
                    <a:pt x="290956" y="294894"/>
                  </a:lnTo>
                  <a:lnTo>
                    <a:pt x="314821" y="294894"/>
                  </a:lnTo>
                  <a:lnTo>
                    <a:pt x="317245" y="282702"/>
                  </a:lnTo>
                  <a:lnTo>
                    <a:pt x="317245" y="272288"/>
                  </a:lnTo>
                  <a:lnTo>
                    <a:pt x="354964" y="272288"/>
                  </a:lnTo>
                  <a:lnTo>
                    <a:pt x="359663" y="267588"/>
                  </a:lnTo>
                  <a:lnTo>
                    <a:pt x="359663" y="256412"/>
                  </a:lnTo>
                  <a:lnTo>
                    <a:pt x="354964" y="251713"/>
                  </a:lnTo>
                  <a:lnTo>
                    <a:pt x="317245" y="251713"/>
                  </a:lnTo>
                  <a:lnTo>
                    <a:pt x="317245" y="230124"/>
                  </a:lnTo>
                  <a:lnTo>
                    <a:pt x="354964" y="230124"/>
                  </a:lnTo>
                  <a:lnTo>
                    <a:pt x="359663" y="225425"/>
                  </a:lnTo>
                  <a:lnTo>
                    <a:pt x="359663" y="213233"/>
                  </a:lnTo>
                  <a:lnTo>
                    <a:pt x="354964" y="208534"/>
                  </a:lnTo>
                  <a:lnTo>
                    <a:pt x="317245" y="208534"/>
                  </a:lnTo>
                  <a:lnTo>
                    <a:pt x="317245" y="187833"/>
                  </a:lnTo>
                  <a:lnTo>
                    <a:pt x="354964" y="187833"/>
                  </a:lnTo>
                  <a:lnTo>
                    <a:pt x="359663" y="183134"/>
                  </a:lnTo>
                  <a:lnTo>
                    <a:pt x="359663" y="170941"/>
                  </a:lnTo>
                  <a:lnTo>
                    <a:pt x="354964" y="166243"/>
                  </a:lnTo>
                  <a:lnTo>
                    <a:pt x="317245" y="166243"/>
                  </a:lnTo>
                  <a:lnTo>
                    <a:pt x="317245" y="145541"/>
                  </a:lnTo>
                  <a:lnTo>
                    <a:pt x="357759" y="145541"/>
                  </a:lnTo>
                  <a:lnTo>
                    <a:pt x="359663" y="143637"/>
                  </a:lnTo>
                  <a:lnTo>
                    <a:pt x="359663" y="131444"/>
                  </a:lnTo>
                  <a:lnTo>
                    <a:pt x="354964" y="126745"/>
                  </a:lnTo>
                  <a:lnTo>
                    <a:pt x="317245" y="126745"/>
                  </a:lnTo>
                  <a:lnTo>
                    <a:pt x="317245" y="105156"/>
                  </a:lnTo>
                  <a:lnTo>
                    <a:pt x="354964" y="105156"/>
                  </a:lnTo>
                  <a:lnTo>
                    <a:pt x="359663" y="100456"/>
                  </a:lnTo>
                  <a:lnTo>
                    <a:pt x="359663" y="89281"/>
                  </a:lnTo>
                  <a:lnTo>
                    <a:pt x="354964" y="84581"/>
                  </a:lnTo>
                  <a:lnTo>
                    <a:pt x="317245" y="84581"/>
                  </a:lnTo>
                  <a:lnTo>
                    <a:pt x="317245" y="74168"/>
                  </a:lnTo>
                  <a:lnTo>
                    <a:pt x="315376" y="64769"/>
                  </a:lnTo>
                  <a:close/>
                </a:path>
                <a:path w="360044" h="360045">
                  <a:moveTo>
                    <a:pt x="357759" y="145541"/>
                  </a:moveTo>
                  <a:lnTo>
                    <a:pt x="349250" y="145541"/>
                  </a:lnTo>
                  <a:lnTo>
                    <a:pt x="349250" y="148336"/>
                  </a:lnTo>
                  <a:lnTo>
                    <a:pt x="354964" y="148336"/>
                  </a:lnTo>
                  <a:lnTo>
                    <a:pt x="357759" y="145541"/>
                  </a:lnTo>
                  <a:close/>
                </a:path>
                <a:path w="360044" h="360045">
                  <a:moveTo>
                    <a:pt x="100711" y="0"/>
                  </a:moveTo>
                  <a:lnTo>
                    <a:pt x="89407" y="0"/>
                  </a:lnTo>
                  <a:lnTo>
                    <a:pt x="84708" y="4699"/>
                  </a:lnTo>
                  <a:lnTo>
                    <a:pt x="84708" y="42291"/>
                  </a:lnTo>
                  <a:lnTo>
                    <a:pt x="105409" y="42291"/>
                  </a:lnTo>
                  <a:lnTo>
                    <a:pt x="105409" y="4699"/>
                  </a:lnTo>
                  <a:lnTo>
                    <a:pt x="100711" y="0"/>
                  </a:lnTo>
                  <a:close/>
                </a:path>
                <a:path w="360044" h="360045">
                  <a:moveTo>
                    <a:pt x="143129" y="0"/>
                  </a:moveTo>
                  <a:lnTo>
                    <a:pt x="131825" y="0"/>
                  </a:lnTo>
                  <a:lnTo>
                    <a:pt x="127126" y="4699"/>
                  </a:lnTo>
                  <a:lnTo>
                    <a:pt x="127126" y="42291"/>
                  </a:lnTo>
                  <a:lnTo>
                    <a:pt x="147827" y="42291"/>
                  </a:lnTo>
                  <a:lnTo>
                    <a:pt x="147827" y="4699"/>
                  </a:lnTo>
                  <a:lnTo>
                    <a:pt x="143129" y="0"/>
                  </a:lnTo>
                  <a:close/>
                </a:path>
                <a:path w="360044" h="360045">
                  <a:moveTo>
                    <a:pt x="185419" y="0"/>
                  </a:moveTo>
                  <a:lnTo>
                    <a:pt x="174244" y="0"/>
                  </a:lnTo>
                  <a:lnTo>
                    <a:pt x="169418" y="4699"/>
                  </a:lnTo>
                  <a:lnTo>
                    <a:pt x="169418" y="42291"/>
                  </a:lnTo>
                  <a:lnTo>
                    <a:pt x="190245" y="42291"/>
                  </a:lnTo>
                  <a:lnTo>
                    <a:pt x="190245" y="4699"/>
                  </a:lnTo>
                  <a:lnTo>
                    <a:pt x="185419" y="0"/>
                  </a:lnTo>
                  <a:close/>
                </a:path>
                <a:path w="360044" h="360045">
                  <a:moveTo>
                    <a:pt x="227837" y="0"/>
                  </a:moveTo>
                  <a:lnTo>
                    <a:pt x="216534" y="0"/>
                  </a:lnTo>
                  <a:lnTo>
                    <a:pt x="211836" y="4699"/>
                  </a:lnTo>
                  <a:lnTo>
                    <a:pt x="211836" y="42291"/>
                  </a:lnTo>
                  <a:lnTo>
                    <a:pt x="232537" y="42291"/>
                  </a:lnTo>
                  <a:lnTo>
                    <a:pt x="232537" y="4699"/>
                  </a:lnTo>
                  <a:lnTo>
                    <a:pt x="227837" y="0"/>
                  </a:lnTo>
                  <a:close/>
                </a:path>
                <a:path w="360044" h="360045">
                  <a:moveTo>
                    <a:pt x="270256" y="0"/>
                  </a:moveTo>
                  <a:lnTo>
                    <a:pt x="258952" y="0"/>
                  </a:lnTo>
                  <a:lnTo>
                    <a:pt x="254254" y="4699"/>
                  </a:lnTo>
                  <a:lnTo>
                    <a:pt x="254254" y="42291"/>
                  </a:lnTo>
                  <a:lnTo>
                    <a:pt x="274955" y="42291"/>
                  </a:lnTo>
                  <a:lnTo>
                    <a:pt x="274955" y="4699"/>
                  </a:lnTo>
                  <a:lnTo>
                    <a:pt x="270256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02636" y="3476244"/>
              <a:ext cx="188975" cy="18897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795772" y="3529583"/>
              <a:ext cx="358140" cy="360045"/>
            </a:xfrm>
            <a:custGeom>
              <a:avLst/>
              <a:gdLst/>
              <a:ahLst/>
              <a:cxnLst/>
              <a:rect l="l" t="t" r="r" b="b"/>
              <a:pathLst>
                <a:path w="358139" h="360045">
                  <a:moveTo>
                    <a:pt x="284099" y="42290"/>
                  </a:moveTo>
                  <a:lnTo>
                    <a:pt x="73151" y="42290"/>
                  </a:lnTo>
                  <a:lnTo>
                    <a:pt x="61184" y="44771"/>
                  </a:lnTo>
                  <a:lnTo>
                    <a:pt x="51323" y="51561"/>
                  </a:lnTo>
                  <a:lnTo>
                    <a:pt x="44630" y="61686"/>
                  </a:lnTo>
                  <a:lnTo>
                    <a:pt x="42163" y="74167"/>
                  </a:lnTo>
                  <a:lnTo>
                    <a:pt x="42163" y="84581"/>
                  </a:lnTo>
                  <a:lnTo>
                    <a:pt x="4699" y="84581"/>
                  </a:lnTo>
                  <a:lnTo>
                    <a:pt x="0" y="89280"/>
                  </a:lnTo>
                  <a:lnTo>
                    <a:pt x="0" y="100456"/>
                  </a:lnTo>
                  <a:lnTo>
                    <a:pt x="4699" y="105155"/>
                  </a:lnTo>
                  <a:lnTo>
                    <a:pt x="42163" y="105155"/>
                  </a:lnTo>
                  <a:lnTo>
                    <a:pt x="42163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6"/>
                  </a:lnTo>
                  <a:lnTo>
                    <a:pt x="4699" y="148335"/>
                  </a:lnTo>
                  <a:lnTo>
                    <a:pt x="42163" y="148335"/>
                  </a:lnTo>
                  <a:lnTo>
                    <a:pt x="42163" y="169036"/>
                  </a:lnTo>
                  <a:lnTo>
                    <a:pt x="4699" y="169036"/>
                  </a:lnTo>
                  <a:lnTo>
                    <a:pt x="0" y="173735"/>
                  </a:lnTo>
                  <a:lnTo>
                    <a:pt x="0" y="185927"/>
                  </a:lnTo>
                  <a:lnTo>
                    <a:pt x="4699" y="190626"/>
                  </a:lnTo>
                  <a:lnTo>
                    <a:pt x="42163" y="190626"/>
                  </a:lnTo>
                  <a:lnTo>
                    <a:pt x="42163" y="211327"/>
                  </a:lnTo>
                  <a:lnTo>
                    <a:pt x="4699" y="211327"/>
                  </a:lnTo>
                  <a:lnTo>
                    <a:pt x="0" y="216026"/>
                  </a:lnTo>
                  <a:lnTo>
                    <a:pt x="0" y="228218"/>
                  </a:lnTo>
                  <a:lnTo>
                    <a:pt x="4699" y="232917"/>
                  </a:lnTo>
                  <a:lnTo>
                    <a:pt x="42163" y="232917"/>
                  </a:lnTo>
                  <a:lnTo>
                    <a:pt x="42163" y="253491"/>
                  </a:lnTo>
                  <a:lnTo>
                    <a:pt x="4699" y="253491"/>
                  </a:lnTo>
                  <a:lnTo>
                    <a:pt x="0" y="258190"/>
                  </a:lnTo>
                  <a:lnTo>
                    <a:pt x="0" y="270382"/>
                  </a:lnTo>
                  <a:lnTo>
                    <a:pt x="4699" y="275081"/>
                  </a:lnTo>
                  <a:lnTo>
                    <a:pt x="42163" y="275081"/>
                  </a:lnTo>
                  <a:lnTo>
                    <a:pt x="42163" y="285495"/>
                  </a:lnTo>
                  <a:lnTo>
                    <a:pt x="44630" y="297977"/>
                  </a:lnTo>
                  <a:lnTo>
                    <a:pt x="51323" y="308101"/>
                  </a:lnTo>
                  <a:lnTo>
                    <a:pt x="61184" y="314892"/>
                  </a:lnTo>
                  <a:lnTo>
                    <a:pt x="73151" y="317372"/>
                  </a:lnTo>
                  <a:lnTo>
                    <a:pt x="84327" y="317372"/>
                  </a:lnTo>
                  <a:lnTo>
                    <a:pt x="84327" y="354952"/>
                  </a:lnTo>
                  <a:lnTo>
                    <a:pt x="89026" y="359638"/>
                  </a:lnTo>
                  <a:lnTo>
                    <a:pt x="100329" y="359638"/>
                  </a:lnTo>
                  <a:lnTo>
                    <a:pt x="105028" y="354952"/>
                  </a:lnTo>
                  <a:lnTo>
                    <a:pt x="105028" y="314578"/>
                  </a:lnTo>
                  <a:lnTo>
                    <a:pt x="284099" y="314578"/>
                  </a:lnTo>
                  <a:lnTo>
                    <a:pt x="296580" y="312098"/>
                  </a:lnTo>
                  <a:lnTo>
                    <a:pt x="306704" y="305307"/>
                  </a:lnTo>
                  <a:lnTo>
                    <a:pt x="313495" y="295183"/>
                  </a:lnTo>
                  <a:lnTo>
                    <a:pt x="313553" y="294893"/>
                  </a:lnTo>
                  <a:lnTo>
                    <a:pt x="69341" y="294893"/>
                  </a:lnTo>
                  <a:lnTo>
                    <a:pt x="65658" y="290194"/>
                  </a:lnTo>
                  <a:lnTo>
                    <a:pt x="65658" y="69468"/>
                  </a:lnTo>
                  <a:lnTo>
                    <a:pt x="69341" y="64769"/>
                  </a:lnTo>
                  <a:lnTo>
                    <a:pt x="314108" y="64769"/>
                  </a:lnTo>
                  <a:lnTo>
                    <a:pt x="313495" y="61686"/>
                  </a:lnTo>
                  <a:lnTo>
                    <a:pt x="306704" y="51561"/>
                  </a:lnTo>
                  <a:lnTo>
                    <a:pt x="296580" y="44771"/>
                  </a:lnTo>
                  <a:lnTo>
                    <a:pt x="284099" y="42290"/>
                  </a:lnTo>
                  <a:close/>
                </a:path>
                <a:path w="358139" h="360045">
                  <a:moveTo>
                    <a:pt x="147192" y="314578"/>
                  </a:moveTo>
                  <a:lnTo>
                    <a:pt x="126618" y="314578"/>
                  </a:lnTo>
                  <a:lnTo>
                    <a:pt x="126618" y="352120"/>
                  </a:lnTo>
                  <a:lnTo>
                    <a:pt x="131190" y="356831"/>
                  </a:lnTo>
                  <a:lnTo>
                    <a:pt x="142493" y="356831"/>
                  </a:lnTo>
                  <a:lnTo>
                    <a:pt x="147192" y="352120"/>
                  </a:lnTo>
                  <a:lnTo>
                    <a:pt x="147192" y="314578"/>
                  </a:lnTo>
                  <a:close/>
                </a:path>
                <a:path w="358139" h="360045">
                  <a:moveTo>
                    <a:pt x="189356" y="314578"/>
                  </a:moveTo>
                  <a:lnTo>
                    <a:pt x="168782" y="314578"/>
                  </a:lnTo>
                  <a:lnTo>
                    <a:pt x="168782" y="352120"/>
                  </a:lnTo>
                  <a:lnTo>
                    <a:pt x="173481" y="356831"/>
                  </a:lnTo>
                  <a:lnTo>
                    <a:pt x="184657" y="356831"/>
                  </a:lnTo>
                  <a:lnTo>
                    <a:pt x="189356" y="352120"/>
                  </a:lnTo>
                  <a:lnTo>
                    <a:pt x="189356" y="314578"/>
                  </a:lnTo>
                  <a:close/>
                </a:path>
                <a:path w="358139" h="360045">
                  <a:moveTo>
                    <a:pt x="231520" y="314578"/>
                  </a:moveTo>
                  <a:lnTo>
                    <a:pt x="210947" y="314578"/>
                  </a:lnTo>
                  <a:lnTo>
                    <a:pt x="210947" y="352120"/>
                  </a:lnTo>
                  <a:lnTo>
                    <a:pt x="215645" y="356831"/>
                  </a:lnTo>
                  <a:lnTo>
                    <a:pt x="226949" y="356831"/>
                  </a:lnTo>
                  <a:lnTo>
                    <a:pt x="231520" y="352120"/>
                  </a:lnTo>
                  <a:lnTo>
                    <a:pt x="231520" y="314578"/>
                  </a:lnTo>
                  <a:close/>
                </a:path>
                <a:path w="358139" h="360045">
                  <a:moveTo>
                    <a:pt x="273812" y="314578"/>
                  </a:moveTo>
                  <a:lnTo>
                    <a:pt x="253111" y="314578"/>
                  </a:lnTo>
                  <a:lnTo>
                    <a:pt x="253111" y="352120"/>
                  </a:lnTo>
                  <a:lnTo>
                    <a:pt x="257810" y="356831"/>
                  </a:lnTo>
                  <a:lnTo>
                    <a:pt x="269113" y="356831"/>
                  </a:lnTo>
                  <a:lnTo>
                    <a:pt x="273812" y="352120"/>
                  </a:lnTo>
                  <a:lnTo>
                    <a:pt x="273812" y="314578"/>
                  </a:lnTo>
                  <a:close/>
                </a:path>
                <a:path w="358139" h="360045">
                  <a:moveTo>
                    <a:pt x="314108" y="64769"/>
                  </a:moveTo>
                  <a:lnTo>
                    <a:pt x="289687" y="64769"/>
                  </a:lnTo>
                  <a:lnTo>
                    <a:pt x="294386" y="69468"/>
                  </a:lnTo>
                  <a:lnTo>
                    <a:pt x="294386" y="290194"/>
                  </a:lnTo>
                  <a:lnTo>
                    <a:pt x="289687" y="294893"/>
                  </a:lnTo>
                  <a:lnTo>
                    <a:pt x="313553" y="294893"/>
                  </a:lnTo>
                  <a:lnTo>
                    <a:pt x="315975" y="282701"/>
                  </a:lnTo>
                  <a:lnTo>
                    <a:pt x="315975" y="272287"/>
                  </a:lnTo>
                  <a:lnTo>
                    <a:pt x="353440" y="272287"/>
                  </a:lnTo>
                  <a:lnTo>
                    <a:pt x="358139" y="267588"/>
                  </a:lnTo>
                  <a:lnTo>
                    <a:pt x="358139" y="256412"/>
                  </a:lnTo>
                  <a:lnTo>
                    <a:pt x="353440" y="251713"/>
                  </a:lnTo>
                  <a:lnTo>
                    <a:pt x="315975" y="251713"/>
                  </a:lnTo>
                  <a:lnTo>
                    <a:pt x="315975" y="230123"/>
                  </a:lnTo>
                  <a:lnTo>
                    <a:pt x="353440" y="230123"/>
                  </a:lnTo>
                  <a:lnTo>
                    <a:pt x="358139" y="225424"/>
                  </a:lnTo>
                  <a:lnTo>
                    <a:pt x="358139" y="213232"/>
                  </a:lnTo>
                  <a:lnTo>
                    <a:pt x="353440" y="208533"/>
                  </a:lnTo>
                  <a:lnTo>
                    <a:pt x="315975" y="208533"/>
                  </a:lnTo>
                  <a:lnTo>
                    <a:pt x="315975" y="187832"/>
                  </a:lnTo>
                  <a:lnTo>
                    <a:pt x="353440" y="187832"/>
                  </a:lnTo>
                  <a:lnTo>
                    <a:pt x="358139" y="183133"/>
                  </a:lnTo>
                  <a:lnTo>
                    <a:pt x="358139" y="170941"/>
                  </a:lnTo>
                  <a:lnTo>
                    <a:pt x="353440" y="166242"/>
                  </a:lnTo>
                  <a:lnTo>
                    <a:pt x="315975" y="166242"/>
                  </a:lnTo>
                  <a:lnTo>
                    <a:pt x="315975" y="145541"/>
                  </a:lnTo>
                  <a:lnTo>
                    <a:pt x="356235" y="145541"/>
                  </a:lnTo>
                  <a:lnTo>
                    <a:pt x="358139" y="143636"/>
                  </a:lnTo>
                  <a:lnTo>
                    <a:pt x="358139" y="131444"/>
                  </a:lnTo>
                  <a:lnTo>
                    <a:pt x="353440" y="126745"/>
                  </a:lnTo>
                  <a:lnTo>
                    <a:pt x="315975" y="126745"/>
                  </a:lnTo>
                  <a:lnTo>
                    <a:pt x="315975" y="105155"/>
                  </a:lnTo>
                  <a:lnTo>
                    <a:pt x="353440" y="105155"/>
                  </a:lnTo>
                  <a:lnTo>
                    <a:pt x="358139" y="100456"/>
                  </a:lnTo>
                  <a:lnTo>
                    <a:pt x="358139" y="89280"/>
                  </a:lnTo>
                  <a:lnTo>
                    <a:pt x="353440" y="84581"/>
                  </a:lnTo>
                  <a:lnTo>
                    <a:pt x="315975" y="84581"/>
                  </a:lnTo>
                  <a:lnTo>
                    <a:pt x="315975" y="74167"/>
                  </a:lnTo>
                  <a:lnTo>
                    <a:pt x="314108" y="64769"/>
                  </a:lnTo>
                  <a:close/>
                </a:path>
                <a:path w="358139" h="360045">
                  <a:moveTo>
                    <a:pt x="356235" y="145541"/>
                  </a:moveTo>
                  <a:lnTo>
                    <a:pt x="347852" y="145541"/>
                  </a:lnTo>
                  <a:lnTo>
                    <a:pt x="347852" y="148335"/>
                  </a:lnTo>
                  <a:lnTo>
                    <a:pt x="353440" y="148335"/>
                  </a:lnTo>
                  <a:lnTo>
                    <a:pt x="356235" y="145541"/>
                  </a:lnTo>
                  <a:close/>
                </a:path>
                <a:path w="358139" h="360045">
                  <a:moveTo>
                    <a:pt x="100329" y="0"/>
                  </a:moveTo>
                  <a:lnTo>
                    <a:pt x="89026" y="0"/>
                  </a:lnTo>
                  <a:lnTo>
                    <a:pt x="84327" y="4698"/>
                  </a:lnTo>
                  <a:lnTo>
                    <a:pt x="84327" y="42290"/>
                  </a:lnTo>
                  <a:lnTo>
                    <a:pt x="105028" y="42290"/>
                  </a:lnTo>
                  <a:lnTo>
                    <a:pt x="105028" y="4698"/>
                  </a:lnTo>
                  <a:lnTo>
                    <a:pt x="100329" y="0"/>
                  </a:lnTo>
                  <a:close/>
                </a:path>
                <a:path w="358139" h="360045">
                  <a:moveTo>
                    <a:pt x="142493" y="0"/>
                  </a:moveTo>
                  <a:lnTo>
                    <a:pt x="131190" y="0"/>
                  </a:lnTo>
                  <a:lnTo>
                    <a:pt x="126618" y="4698"/>
                  </a:lnTo>
                  <a:lnTo>
                    <a:pt x="126618" y="42290"/>
                  </a:lnTo>
                  <a:lnTo>
                    <a:pt x="147192" y="42290"/>
                  </a:lnTo>
                  <a:lnTo>
                    <a:pt x="147192" y="4698"/>
                  </a:lnTo>
                  <a:lnTo>
                    <a:pt x="142493" y="0"/>
                  </a:lnTo>
                  <a:close/>
                </a:path>
                <a:path w="358139" h="360045">
                  <a:moveTo>
                    <a:pt x="184657" y="0"/>
                  </a:moveTo>
                  <a:lnTo>
                    <a:pt x="173481" y="0"/>
                  </a:lnTo>
                  <a:lnTo>
                    <a:pt x="168782" y="4698"/>
                  </a:lnTo>
                  <a:lnTo>
                    <a:pt x="168782" y="42290"/>
                  </a:lnTo>
                  <a:lnTo>
                    <a:pt x="189356" y="42290"/>
                  </a:lnTo>
                  <a:lnTo>
                    <a:pt x="189356" y="4698"/>
                  </a:lnTo>
                  <a:lnTo>
                    <a:pt x="184657" y="0"/>
                  </a:lnTo>
                  <a:close/>
                </a:path>
                <a:path w="358139" h="360045">
                  <a:moveTo>
                    <a:pt x="226949" y="0"/>
                  </a:moveTo>
                  <a:lnTo>
                    <a:pt x="215645" y="0"/>
                  </a:lnTo>
                  <a:lnTo>
                    <a:pt x="210947" y="4698"/>
                  </a:lnTo>
                  <a:lnTo>
                    <a:pt x="210947" y="42290"/>
                  </a:lnTo>
                  <a:lnTo>
                    <a:pt x="231520" y="42290"/>
                  </a:lnTo>
                  <a:lnTo>
                    <a:pt x="231520" y="4698"/>
                  </a:lnTo>
                  <a:lnTo>
                    <a:pt x="226949" y="0"/>
                  </a:lnTo>
                  <a:close/>
                </a:path>
                <a:path w="358139" h="360045">
                  <a:moveTo>
                    <a:pt x="269113" y="0"/>
                  </a:moveTo>
                  <a:lnTo>
                    <a:pt x="257810" y="0"/>
                  </a:lnTo>
                  <a:lnTo>
                    <a:pt x="253111" y="4698"/>
                  </a:lnTo>
                  <a:lnTo>
                    <a:pt x="253111" y="42290"/>
                  </a:lnTo>
                  <a:lnTo>
                    <a:pt x="273812" y="42290"/>
                  </a:lnTo>
                  <a:lnTo>
                    <a:pt x="273812" y="4698"/>
                  </a:lnTo>
                  <a:lnTo>
                    <a:pt x="269113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81116" y="3613404"/>
              <a:ext cx="188975" cy="18897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143243" y="3528060"/>
              <a:ext cx="358140" cy="360045"/>
            </a:xfrm>
            <a:custGeom>
              <a:avLst/>
              <a:gdLst/>
              <a:ahLst/>
              <a:cxnLst/>
              <a:rect l="l" t="t" r="r" b="b"/>
              <a:pathLst>
                <a:path w="358139" h="360045">
                  <a:moveTo>
                    <a:pt x="284098" y="42290"/>
                  </a:moveTo>
                  <a:lnTo>
                    <a:pt x="73151" y="42290"/>
                  </a:lnTo>
                  <a:lnTo>
                    <a:pt x="61184" y="44771"/>
                  </a:lnTo>
                  <a:lnTo>
                    <a:pt x="51323" y="51561"/>
                  </a:lnTo>
                  <a:lnTo>
                    <a:pt x="44630" y="61686"/>
                  </a:lnTo>
                  <a:lnTo>
                    <a:pt x="42163" y="74167"/>
                  </a:lnTo>
                  <a:lnTo>
                    <a:pt x="42163" y="84581"/>
                  </a:lnTo>
                  <a:lnTo>
                    <a:pt x="4698" y="84581"/>
                  </a:lnTo>
                  <a:lnTo>
                    <a:pt x="0" y="89280"/>
                  </a:lnTo>
                  <a:lnTo>
                    <a:pt x="0" y="100456"/>
                  </a:lnTo>
                  <a:lnTo>
                    <a:pt x="4698" y="105155"/>
                  </a:lnTo>
                  <a:lnTo>
                    <a:pt x="42163" y="105155"/>
                  </a:lnTo>
                  <a:lnTo>
                    <a:pt x="42163" y="126745"/>
                  </a:lnTo>
                  <a:lnTo>
                    <a:pt x="4698" y="126745"/>
                  </a:lnTo>
                  <a:lnTo>
                    <a:pt x="0" y="131444"/>
                  </a:lnTo>
                  <a:lnTo>
                    <a:pt x="0" y="143636"/>
                  </a:lnTo>
                  <a:lnTo>
                    <a:pt x="4698" y="148335"/>
                  </a:lnTo>
                  <a:lnTo>
                    <a:pt x="42163" y="148335"/>
                  </a:lnTo>
                  <a:lnTo>
                    <a:pt x="42163" y="169036"/>
                  </a:lnTo>
                  <a:lnTo>
                    <a:pt x="4698" y="169036"/>
                  </a:lnTo>
                  <a:lnTo>
                    <a:pt x="0" y="173735"/>
                  </a:lnTo>
                  <a:lnTo>
                    <a:pt x="0" y="185927"/>
                  </a:lnTo>
                  <a:lnTo>
                    <a:pt x="4698" y="190626"/>
                  </a:lnTo>
                  <a:lnTo>
                    <a:pt x="42163" y="190626"/>
                  </a:lnTo>
                  <a:lnTo>
                    <a:pt x="42163" y="211327"/>
                  </a:lnTo>
                  <a:lnTo>
                    <a:pt x="4698" y="211327"/>
                  </a:lnTo>
                  <a:lnTo>
                    <a:pt x="0" y="216026"/>
                  </a:lnTo>
                  <a:lnTo>
                    <a:pt x="0" y="228218"/>
                  </a:lnTo>
                  <a:lnTo>
                    <a:pt x="4698" y="232917"/>
                  </a:lnTo>
                  <a:lnTo>
                    <a:pt x="42163" y="232917"/>
                  </a:lnTo>
                  <a:lnTo>
                    <a:pt x="42163" y="253491"/>
                  </a:lnTo>
                  <a:lnTo>
                    <a:pt x="4698" y="253491"/>
                  </a:lnTo>
                  <a:lnTo>
                    <a:pt x="0" y="258190"/>
                  </a:lnTo>
                  <a:lnTo>
                    <a:pt x="0" y="270382"/>
                  </a:lnTo>
                  <a:lnTo>
                    <a:pt x="4698" y="275081"/>
                  </a:lnTo>
                  <a:lnTo>
                    <a:pt x="42163" y="275081"/>
                  </a:lnTo>
                  <a:lnTo>
                    <a:pt x="42163" y="285495"/>
                  </a:lnTo>
                  <a:lnTo>
                    <a:pt x="44630" y="297977"/>
                  </a:lnTo>
                  <a:lnTo>
                    <a:pt x="51323" y="308102"/>
                  </a:lnTo>
                  <a:lnTo>
                    <a:pt x="61184" y="314892"/>
                  </a:lnTo>
                  <a:lnTo>
                    <a:pt x="73151" y="317372"/>
                  </a:lnTo>
                  <a:lnTo>
                    <a:pt x="84327" y="317372"/>
                  </a:lnTo>
                  <a:lnTo>
                    <a:pt x="84327" y="354952"/>
                  </a:lnTo>
                  <a:lnTo>
                    <a:pt x="89026" y="359638"/>
                  </a:lnTo>
                  <a:lnTo>
                    <a:pt x="100329" y="359638"/>
                  </a:lnTo>
                  <a:lnTo>
                    <a:pt x="105028" y="354952"/>
                  </a:lnTo>
                  <a:lnTo>
                    <a:pt x="105028" y="314578"/>
                  </a:lnTo>
                  <a:lnTo>
                    <a:pt x="284098" y="314578"/>
                  </a:lnTo>
                  <a:lnTo>
                    <a:pt x="296580" y="312098"/>
                  </a:lnTo>
                  <a:lnTo>
                    <a:pt x="306704" y="305307"/>
                  </a:lnTo>
                  <a:lnTo>
                    <a:pt x="313495" y="295183"/>
                  </a:lnTo>
                  <a:lnTo>
                    <a:pt x="313553" y="294893"/>
                  </a:lnTo>
                  <a:lnTo>
                    <a:pt x="69341" y="294893"/>
                  </a:lnTo>
                  <a:lnTo>
                    <a:pt x="65658" y="290194"/>
                  </a:lnTo>
                  <a:lnTo>
                    <a:pt x="65658" y="69468"/>
                  </a:lnTo>
                  <a:lnTo>
                    <a:pt x="69341" y="64769"/>
                  </a:lnTo>
                  <a:lnTo>
                    <a:pt x="314108" y="64769"/>
                  </a:lnTo>
                  <a:lnTo>
                    <a:pt x="313495" y="61686"/>
                  </a:lnTo>
                  <a:lnTo>
                    <a:pt x="306704" y="51561"/>
                  </a:lnTo>
                  <a:lnTo>
                    <a:pt x="296580" y="44771"/>
                  </a:lnTo>
                  <a:lnTo>
                    <a:pt x="284098" y="42290"/>
                  </a:lnTo>
                  <a:close/>
                </a:path>
                <a:path w="358139" h="360045">
                  <a:moveTo>
                    <a:pt x="147192" y="314578"/>
                  </a:moveTo>
                  <a:lnTo>
                    <a:pt x="126618" y="314578"/>
                  </a:lnTo>
                  <a:lnTo>
                    <a:pt x="126618" y="352120"/>
                  </a:lnTo>
                  <a:lnTo>
                    <a:pt x="131190" y="356831"/>
                  </a:lnTo>
                  <a:lnTo>
                    <a:pt x="142493" y="356831"/>
                  </a:lnTo>
                  <a:lnTo>
                    <a:pt x="147192" y="352120"/>
                  </a:lnTo>
                  <a:lnTo>
                    <a:pt x="147192" y="314578"/>
                  </a:lnTo>
                  <a:close/>
                </a:path>
                <a:path w="358139" h="360045">
                  <a:moveTo>
                    <a:pt x="189356" y="314578"/>
                  </a:moveTo>
                  <a:lnTo>
                    <a:pt x="168782" y="314578"/>
                  </a:lnTo>
                  <a:lnTo>
                    <a:pt x="168782" y="352120"/>
                  </a:lnTo>
                  <a:lnTo>
                    <a:pt x="173481" y="356831"/>
                  </a:lnTo>
                  <a:lnTo>
                    <a:pt x="184657" y="356831"/>
                  </a:lnTo>
                  <a:lnTo>
                    <a:pt x="189356" y="352120"/>
                  </a:lnTo>
                  <a:lnTo>
                    <a:pt x="189356" y="314578"/>
                  </a:lnTo>
                  <a:close/>
                </a:path>
                <a:path w="358139" h="360045">
                  <a:moveTo>
                    <a:pt x="231520" y="314578"/>
                  </a:moveTo>
                  <a:lnTo>
                    <a:pt x="210946" y="314578"/>
                  </a:lnTo>
                  <a:lnTo>
                    <a:pt x="210946" y="352120"/>
                  </a:lnTo>
                  <a:lnTo>
                    <a:pt x="215645" y="356831"/>
                  </a:lnTo>
                  <a:lnTo>
                    <a:pt x="226948" y="356831"/>
                  </a:lnTo>
                  <a:lnTo>
                    <a:pt x="231520" y="352120"/>
                  </a:lnTo>
                  <a:lnTo>
                    <a:pt x="231520" y="314578"/>
                  </a:lnTo>
                  <a:close/>
                </a:path>
                <a:path w="358139" h="360045">
                  <a:moveTo>
                    <a:pt x="273811" y="314578"/>
                  </a:moveTo>
                  <a:lnTo>
                    <a:pt x="253110" y="314578"/>
                  </a:lnTo>
                  <a:lnTo>
                    <a:pt x="253110" y="352120"/>
                  </a:lnTo>
                  <a:lnTo>
                    <a:pt x="257809" y="356831"/>
                  </a:lnTo>
                  <a:lnTo>
                    <a:pt x="269113" y="356831"/>
                  </a:lnTo>
                  <a:lnTo>
                    <a:pt x="273811" y="352120"/>
                  </a:lnTo>
                  <a:lnTo>
                    <a:pt x="273811" y="314578"/>
                  </a:lnTo>
                  <a:close/>
                </a:path>
                <a:path w="358139" h="360045">
                  <a:moveTo>
                    <a:pt x="314108" y="64769"/>
                  </a:moveTo>
                  <a:lnTo>
                    <a:pt x="289686" y="64769"/>
                  </a:lnTo>
                  <a:lnTo>
                    <a:pt x="294385" y="69468"/>
                  </a:lnTo>
                  <a:lnTo>
                    <a:pt x="294385" y="290194"/>
                  </a:lnTo>
                  <a:lnTo>
                    <a:pt x="289686" y="294893"/>
                  </a:lnTo>
                  <a:lnTo>
                    <a:pt x="313553" y="294893"/>
                  </a:lnTo>
                  <a:lnTo>
                    <a:pt x="315975" y="282701"/>
                  </a:lnTo>
                  <a:lnTo>
                    <a:pt x="315975" y="272287"/>
                  </a:lnTo>
                  <a:lnTo>
                    <a:pt x="353440" y="272287"/>
                  </a:lnTo>
                  <a:lnTo>
                    <a:pt x="358139" y="267588"/>
                  </a:lnTo>
                  <a:lnTo>
                    <a:pt x="358139" y="256412"/>
                  </a:lnTo>
                  <a:lnTo>
                    <a:pt x="353440" y="251713"/>
                  </a:lnTo>
                  <a:lnTo>
                    <a:pt x="315975" y="251713"/>
                  </a:lnTo>
                  <a:lnTo>
                    <a:pt x="315975" y="230123"/>
                  </a:lnTo>
                  <a:lnTo>
                    <a:pt x="353440" y="230123"/>
                  </a:lnTo>
                  <a:lnTo>
                    <a:pt x="358139" y="225424"/>
                  </a:lnTo>
                  <a:lnTo>
                    <a:pt x="358139" y="213232"/>
                  </a:lnTo>
                  <a:lnTo>
                    <a:pt x="353440" y="208533"/>
                  </a:lnTo>
                  <a:lnTo>
                    <a:pt x="315975" y="208533"/>
                  </a:lnTo>
                  <a:lnTo>
                    <a:pt x="315975" y="187832"/>
                  </a:lnTo>
                  <a:lnTo>
                    <a:pt x="353440" y="187832"/>
                  </a:lnTo>
                  <a:lnTo>
                    <a:pt x="358139" y="183133"/>
                  </a:lnTo>
                  <a:lnTo>
                    <a:pt x="358139" y="170941"/>
                  </a:lnTo>
                  <a:lnTo>
                    <a:pt x="353440" y="166242"/>
                  </a:lnTo>
                  <a:lnTo>
                    <a:pt x="315975" y="166242"/>
                  </a:lnTo>
                  <a:lnTo>
                    <a:pt x="315975" y="145541"/>
                  </a:lnTo>
                  <a:lnTo>
                    <a:pt x="356234" y="145541"/>
                  </a:lnTo>
                  <a:lnTo>
                    <a:pt x="358139" y="143636"/>
                  </a:lnTo>
                  <a:lnTo>
                    <a:pt x="358139" y="131444"/>
                  </a:lnTo>
                  <a:lnTo>
                    <a:pt x="353440" y="126745"/>
                  </a:lnTo>
                  <a:lnTo>
                    <a:pt x="315975" y="126745"/>
                  </a:lnTo>
                  <a:lnTo>
                    <a:pt x="315975" y="105155"/>
                  </a:lnTo>
                  <a:lnTo>
                    <a:pt x="353440" y="105155"/>
                  </a:lnTo>
                  <a:lnTo>
                    <a:pt x="358139" y="100456"/>
                  </a:lnTo>
                  <a:lnTo>
                    <a:pt x="358139" y="89280"/>
                  </a:lnTo>
                  <a:lnTo>
                    <a:pt x="353440" y="84581"/>
                  </a:lnTo>
                  <a:lnTo>
                    <a:pt x="315975" y="84581"/>
                  </a:lnTo>
                  <a:lnTo>
                    <a:pt x="315975" y="74167"/>
                  </a:lnTo>
                  <a:lnTo>
                    <a:pt x="314108" y="64769"/>
                  </a:lnTo>
                  <a:close/>
                </a:path>
                <a:path w="358139" h="360045">
                  <a:moveTo>
                    <a:pt x="356234" y="145541"/>
                  </a:moveTo>
                  <a:lnTo>
                    <a:pt x="347852" y="145541"/>
                  </a:lnTo>
                  <a:lnTo>
                    <a:pt x="347852" y="148335"/>
                  </a:lnTo>
                  <a:lnTo>
                    <a:pt x="353440" y="148335"/>
                  </a:lnTo>
                  <a:lnTo>
                    <a:pt x="356234" y="145541"/>
                  </a:lnTo>
                  <a:close/>
                </a:path>
                <a:path w="358139" h="360045">
                  <a:moveTo>
                    <a:pt x="100329" y="0"/>
                  </a:moveTo>
                  <a:lnTo>
                    <a:pt x="89026" y="0"/>
                  </a:lnTo>
                  <a:lnTo>
                    <a:pt x="84327" y="4698"/>
                  </a:lnTo>
                  <a:lnTo>
                    <a:pt x="84327" y="42290"/>
                  </a:lnTo>
                  <a:lnTo>
                    <a:pt x="105028" y="42290"/>
                  </a:lnTo>
                  <a:lnTo>
                    <a:pt x="105028" y="4698"/>
                  </a:lnTo>
                  <a:lnTo>
                    <a:pt x="100329" y="0"/>
                  </a:lnTo>
                  <a:close/>
                </a:path>
                <a:path w="358139" h="360045">
                  <a:moveTo>
                    <a:pt x="142493" y="0"/>
                  </a:moveTo>
                  <a:lnTo>
                    <a:pt x="131190" y="0"/>
                  </a:lnTo>
                  <a:lnTo>
                    <a:pt x="126618" y="4698"/>
                  </a:lnTo>
                  <a:lnTo>
                    <a:pt x="126618" y="42290"/>
                  </a:lnTo>
                  <a:lnTo>
                    <a:pt x="147192" y="42290"/>
                  </a:lnTo>
                  <a:lnTo>
                    <a:pt x="147192" y="4698"/>
                  </a:lnTo>
                  <a:lnTo>
                    <a:pt x="142493" y="0"/>
                  </a:lnTo>
                  <a:close/>
                </a:path>
                <a:path w="358139" h="360045">
                  <a:moveTo>
                    <a:pt x="184657" y="0"/>
                  </a:moveTo>
                  <a:lnTo>
                    <a:pt x="173481" y="0"/>
                  </a:lnTo>
                  <a:lnTo>
                    <a:pt x="168782" y="4698"/>
                  </a:lnTo>
                  <a:lnTo>
                    <a:pt x="168782" y="42290"/>
                  </a:lnTo>
                  <a:lnTo>
                    <a:pt x="189356" y="42290"/>
                  </a:lnTo>
                  <a:lnTo>
                    <a:pt x="189356" y="4698"/>
                  </a:lnTo>
                  <a:lnTo>
                    <a:pt x="184657" y="0"/>
                  </a:lnTo>
                  <a:close/>
                </a:path>
                <a:path w="358139" h="360045">
                  <a:moveTo>
                    <a:pt x="226948" y="0"/>
                  </a:moveTo>
                  <a:lnTo>
                    <a:pt x="215645" y="0"/>
                  </a:lnTo>
                  <a:lnTo>
                    <a:pt x="210946" y="4698"/>
                  </a:lnTo>
                  <a:lnTo>
                    <a:pt x="210946" y="42290"/>
                  </a:lnTo>
                  <a:lnTo>
                    <a:pt x="231520" y="42290"/>
                  </a:lnTo>
                  <a:lnTo>
                    <a:pt x="231520" y="4698"/>
                  </a:lnTo>
                  <a:lnTo>
                    <a:pt x="226948" y="0"/>
                  </a:lnTo>
                  <a:close/>
                </a:path>
                <a:path w="358139" h="360045">
                  <a:moveTo>
                    <a:pt x="269113" y="0"/>
                  </a:moveTo>
                  <a:lnTo>
                    <a:pt x="257809" y="0"/>
                  </a:lnTo>
                  <a:lnTo>
                    <a:pt x="253110" y="4698"/>
                  </a:lnTo>
                  <a:lnTo>
                    <a:pt x="253110" y="42290"/>
                  </a:lnTo>
                  <a:lnTo>
                    <a:pt x="273811" y="42290"/>
                  </a:lnTo>
                  <a:lnTo>
                    <a:pt x="273811" y="4698"/>
                  </a:lnTo>
                  <a:lnTo>
                    <a:pt x="269113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28587" y="3611879"/>
              <a:ext cx="188975" cy="18897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182643" y="2601937"/>
              <a:ext cx="488950" cy="662940"/>
            </a:xfrm>
            <a:custGeom>
              <a:avLst/>
              <a:gdLst/>
              <a:ahLst/>
              <a:cxnLst/>
              <a:rect l="l" t="t" r="r" b="b"/>
              <a:pathLst>
                <a:path w="488950" h="662939">
                  <a:moveTo>
                    <a:pt x="488442" y="453542"/>
                  </a:moveTo>
                  <a:lnTo>
                    <a:pt x="479679" y="472033"/>
                  </a:lnTo>
                  <a:lnTo>
                    <a:pt x="454964" y="488696"/>
                  </a:lnTo>
                  <a:lnTo>
                    <a:pt x="436105" y="495668"/>
                  </a:lnTo>
                  <a:lnTo>
                    <a:pt x="436105" y="565188"/>
                  </a:lnTo>
                  <a:lnTo>
                    <a:pt x="436105" y="586130"/>
                  </a:lnTo>
                  <a:lnTo>
                    <a:pt x="429120" y="593102"/>
                  </a:lnTo>
                  <a:lnTo>
                    <a:pt x="408190" y="593102"/>
                  </a:lnTo>
                  <a:lnTo>
                    <a:pt x="401218" y="586130"/>
                  </a:lnTo>
                  <a:lnTo>
                    <a:pt x="401218" y="565188"/>
                  </a:lnTo>
                  <a:lnTo>
                    <a:pt x="408190" y="558215"/>
                  </a:lnTo>
                  <a:lnTo>
                    <a:pt x="429120" y="558215"/>
                  </a:lnTo>
                  <a:lnTo>
                    <a:pt x="436105" y="565188"/>
                  </a:lnTo>
                  <a:lnTo>
                    <a:pt x="436105" y="495668"/>
                  </a:lnTo>
                  <a:lnTo>
                    <a:pt x="416699" y="502831"/>
                  </a:lnTo>
                  <a:lnTo>
                    <a:pt x="367233" y="513765"/>
                  </a:lnTo>
                  <a:lnTo>
                    <a:pt x="308940" y="520814"/>
                  </a:lnTo>
                  <a:lnTo>
                    <a:pt x="244221" y="523328"/>
                  </a:lnTo>
                  <a:lnTo>
                    <a:pt x="179489" y="520814"/>
                  </a:lnTo>
                  <a:lnTo>
                    <a:pt x="121196" y="513765"/>
                  </a:lnTo>
                  <a:lnTo>
                    <a:pt x="71729" y="502831"/>
                  </a:lnTo>
                  <a:lnTo>
                    <a:pt x="33464" y="488696"/>
                  </a:lnTo>
                  <a:lnTo>
                    <a:pt x="0" y="453542"/>
                  </a:lnTo>
                  <a:lnTo>
                    <a:pt x="0" y="593102"/>
                  </a:lnTo>
                  <a:lnTo>
                    <a:pt x="33464" y="628256"/>
                  </a:lnTo>
                  <a:lnTo>
                    <a:pt x="71729" y="642391"/>
                  </a:lnTo>
                  <a:lnTo>
                    <a:pt x="121196" y="653326"/>
                  </a:lnTo>
                  <a:lnTo>
                    <a:pt x="179489" y="660374"/>
                  </a:lnTo>
                  <a:lnTo>
                    <a:pt x="244221" y="662889"/>
                  </a:lnTo>
                  <a:lnTo>
                    <a:pt x="308940" y="660374"/>
                  </a:lnTo>
                  <a:lnTo>
                    <a:pt x="367233" y="653326"/>
                  </a:lnTo>
                  <a:lnTo>
                    <a:pt x="416699" y="642391"/>
                  </a:lnTo>
                  <a:lnTo>
                    <a:pt x="454964" y="628256"/>
                  </a:lnTo>
                  <a:lnTo>
                    <a:pt x="488442" y="593102"/>
                  </a:lnTo>
                  <a:lnTo>
                    <a:pt x="488442" y="558215"/>
                  </a:lnTo>
                  <a:lnTo>
                    <a:pt x="488442" y="523328"/>
                  </a:lnTo>
                  <a:lnTo>
                    <a:pt x="488442" y="453542"/>
                  </a:lnTo>
                  <a:close/>
                </a:path>
                <a:path w="488950" h="662939">
                  <a:moveTo>
                    <a:pt x="488442" y="279095"/>
                  </a:moveTo>
                  <a:lnTo>
                    <a:pt x="479679" y="297586"/>
                  </a:lnTo>
                  <a:lnTo>
                    <a:pt x="454964" y="314248"/>
                  </a:lnTo>
                  <a:lnTo>
                    <a:pt x="436105" y="321221"/>
                  </a:lnTo>
                  <a:lnTo>
                    <a:pt x="436105" y="390740"/>
                  </a:lnTo>
                  <a:lnTo>
                    <a:pt x="436105" y="411670"/>
                  </a:lnTo>
                  <a:lnTo>
                    <a:pt x="429120" y="418655"/>
                  </a:lnTo>
                  <a:lnTo>
                    <a:pt x="408190" y="418655"/>
                  </a:lnTo>
                  <a:lnTo>
                    <a:pt x="401218" y="411670"/>
                  </a:lnTo>
                  <a:lnTo>
                    <a:pt x="401218" y="390740"/>
                  </a:lnTo>
                  <a:lnTo>
                    <a:pt x="408190" y="383768"/>
                  </a:lnTo>
                  <a:lnTo>
                    <a:pt x="429120" y="383768"/>
                  </a:lnTo>
                  <a:lnTo>
                    <a:pt x="436105" y="390740"/>
                  </a:lnTo>
                  <a:lnTo>
                    <a:pt x="436105" y="321221"/>
                  </a:lnTo>
                  <a:lnTo>
                    <a:pt x="416699" y="328371"/>
                  </a:lnTo>
                  <a:lnTo>
                    <a:pt x="367233" y="339318"/>
                  </a:lnTo>
                  <a:lnTo>
                    <a:pt x="308940" y="346367"/>
                  </a:lnTo>
                  <a:lnTo>
                    <a:pt x="244221" y="348869"/>
                  </a:lnTo>
                  <a:lnTo>
                    <a:pt x="179489" y="346367"/>
                  </a:lnTo>
                  <a:lnTo>
                    <a:pt x="121196" y="339318"/>
                  </a:lnTo>
                  <a:lnTo>
                    <a:pt x="71729" y="328371"/>
                  </a:lnTo>
                  <a:lnTo>
                    <a:pt x="33464" y="314248"/>
                  </a:lnTo>
                  <a:lnTo>
                    <a:pt x="0" y="279095"/>
                  </a:lnTo>
                  <a:lnTo>
                    <a:pt x="0" y="418655"/>
                  </a:lnTo>
                  <a:lnTo>
                    <a:pt x="33464" y="453809"/>
                  </a:lnTo>
                  <a:lnTo>
                    <a:pt x="71729" y="467931"/>
                  </a:lnTo>
                  <a:lnTo>
                    <a:pt x="121196" y="478866"/>
                  </a:lnTo>
                  <a:lnTo>
                    <a:pt x="179489" y="485927"/>
                  </a:lnTo>
                  <a:lnTo>
                    <a:pt x="244221" y="488429"/>
                  </a:lnTo>
                  <a:lnTo>
                    <a:pt x="308940" y="485927"/>
                  </a:lnTo>
                  <a:lnTo>
                    <a:pt x="367233" y="478866"/>
                  </a:lnTo>
                  <a:lnTo>
                    <a:pt x="416699" y="467931"/>
                  </a:lnTo>
                  <a:lnTo>
                    <a:pt x="454964" y="453809"/>
                  </a:lnTo>
                  <a:lnTo>
                    <a:pt x="488442" y="418655"/>
                  </a:lnTo>
                  <a:lnTo>
                    <a:pt x="488442" y="383768"/>
                  </a:lnTo>
                  <a:lnTo>
                    <a:pt x="488442" y="348869"/>
                  </a:lnTo>
                  <a:lnTo>
                    <a:pt x="488442" y="279095"/>
                  </a:lnTo>
                  <a:close/>
                </a:path>
                <a:path w="488950" h="662939">
                  <a:moveTo>
                    <a:pt x="488442" y="104648"/>
                  </a:moveTo>
                  <a:lnTo>
                    <a:pt x="479679" y="123139"/>
                  </a:lnTo>
                  <a:lnTo>
                    <a:pt x="454964" y="139788"/>
                  </a:lnTo>
                  <a:lnTo>
                    <a:pt x="436105" y="146761"/>
                  </a:lnTo>
                  <a:lnTo>
                    <a:pt x="436105" y="216293"/>
                  </a:lnTo>
                  <a:lnTo>
                    <a:pt x="436105" y="237223"/>
                  </a:lnTo>
                  <a:lnTo>
                    <a:pt x="429120" y="244208"/>
                  </a:lnTo>
                  <a:lnTo>
                    <a:pt x="408190" y="244208"/>
                  </a:lnTo>
                  <a:lnTo>
                    <a:pt x="401218" y="237223"/>
                  </a:lnTo>
                  <a:lnTo>
                    <a:pt x="401218" y="216293"/>
                  </a:lnTo>
                  <a:lnTo>
                    <a:pt x="408190" y="209321"/>
                  </a:lnTo>
                  <a:lnTo>
                    <a:pt x="429120" y="209321"/>
                  </a:lnTo>
                  <a:lnTo>
                    <a:pt x="436105" y="216293"/>
                  </a:lnTo>
                  <a:lnTo>
                    <a:pt x="436105" y="146761"/>
                  </a:lnTo>
                  <a:lnTo>
                    <a:pt x="416699" y="153924"/>
                  </a:lnTo>
                  <a:lnTo>
                    <a:pt x="367233" y="164858"/>
                  </a:lnTo>
                  <a:lnTo>
                    <a:pt x="308940" y="171919"/>
                  </a:lnTo>
                  <a:lnTo>
                    <a:pt x="244221" y="174421"/>
                  </a:lnTo>
                  <a:lnTo>
                    <a:pt x="179489" y="171919"/>
                  </a:lnTo>
                  <a:lnTo>
                    <a:pt x="121196" y="164858"/>
                  </a:lnTo>
                  <a:lnTo>
                    <a:pt x="71729" y="153924"/>
                  </a:lnTo>
                  <a:lnTo>
                    <a:pt x="33464" y="139788"/>
                  </a:lnTo>
                  <a:lnTo>
                    <a:pt x="0" y="104648"/>
                  </a:lnTo>
                  <a:lnTo>
                    <a:pt x="0" y="244208"/>
                  </a:lnTo>
                  <a:lnTo>
                    <a:pt x="33464" y="279349"/>
                  </a:lnTo>
                  <a:lnTo>
                    <a:pt x="71729" y="293484"/>
                  </a:lnTo>
                  <a:lnTo>
                    <a:pt x="121196" y="304419"/>
                  </a:lnTo>
                  <a:lnTo>
                    <a:pt x="179489" y="311480"/>
                  </a:lnTo>
                  <a:lnTo>
                    <a:pt x="244221" y="313982"/>
                  </a:lnTo>
                  <a:lnTo>
                    <a:pt x="308940" y="311480"/>
                  </a:lnTo>
                  <a:lnTo>
                    <a:pt x="367233" y="304419"/>
                  </a:lnTo>
                  <a:lnTo>
                    <a:pt x="416699" y="293484"/>
                  </a:lnTo>
                  <a:lnTo>
                    <a:pt x="454964" y="279349"/>
                  </a:lnTo>
                  <a:lnTo>
                    <a:pt x="488442" y="244208"/>
                  </a:lnTo>
                  <a:lnTo>
                    <a:pt x="488442" y="209321"/>
                  </a:lnTo>
                  <a:lnTo>
                    <a:pt x="488442" y="174421"/>
                  </a:lnTo>
                  <a:lnTo>
                    <a:pt x="488442" y="104648"/>
                  </a:lnTo>
                  <a:close/>
                </a:path>
                <a:path w="488950" h="662939">
                  <a:moveTo>
                    <a:pt x="488442" y="69761"/>
                  </a:moveTo>
                  <a:lnTo>
                    <a:pt x="455091" y="34544"/>
                  </a:lnTo>
                  <a:lnTo>
                    <a:pt x="416902" y="20434"/>
                  </a:lnTo>
                  <a:lnTo>
                    <a:pt x="367474" y="9525"/>
                  </a:lnTo>
                  <a:lnTo>
                    <a:pt x="309143" y="2501"/>
                  </a:lnTo>
                  <a:lnTo>
                    <a:pt x="244221" y="0"/>
                  </a:lnTo>
                  <a:lnTo>
                    <a:pt x="179298" y="2501"/>
                  </a:lnTo>
                  <a:lnTo>
                    <a:pt x="120954" y="9525"/>
                  </a:lnTo>
                  <a:lnTo>
                    <a:pt x="71526" y="20434"/>
                  </a:lnTo>
                  <a:lnTo>
                    <a:pt x="33337" y="34544"/>
                  </a:lnTo>
                  <a:lnTo>
                    <a:pt x="0" y="69761"/>
                  </a:lnTo>
                  <a:lnTo>
                    <a:pt x="8724" y="88303"/>
                  </a:lnTo>
                  <a:lnTo>
                    <a:pt x="71526" y="119100"/>
                  </a:lnTo>
                  <a:lnTo>
                    <a:pt x="120954" y="130009"/>
                  </a:lnTo>
                  <a:lnTo>
                    <a:pt x="179298" y="137045"/>
                  </a:lnTo>
                  <a:lnTo>
                    <a:pt x="244221" y="139534"/>
                  </a:lnTo>
                  <a:lnTo>
                    <a:pt x="309143" y="137045"/>
                  </a:lnTo>
                  <a:lnTo>
                    <a:pt x="367474" y="130009"/>
                  </a:lnTo>
                  <a:lnTo>
                    <a:pt x="416902" y="119100"/>
                  </a:lnTo>
                  <a:lnTo>
                    <a:pt x="455091" y="104978"/>
                  </a:lnTo>
                  <a:lnTo>
                    <a:pt x="488442" y="69761"/>
                  </a:lnTo>
                  <a:close/>
                </a:path>
              </a:pathLst>
            </a:custGeom>
            <a:solidFill>
              <a:srgbClr val="66BE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68908" y="2074202"/>
              <a:ext cx="1383792" cy="22868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216152" y="2107691"/>
              <a:ext cx="1292352" cy="12496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216152" y="2107691"/>
              <a:ext cx="1292860" cy="125095"/>
            </a:xfrm>
            <a:custGeom>
              <a:avLst/>
              <a:gdLst/>
              <a:ahLst/>
              <a:cxnLst/>
              <a:rect l="l" t="t" r="r" b="b"/>
              <a:pathLst>
                <a:path w="1292860" h="125094">
                  <a:moveTo>
                    <a:pt x="0" y="31241"/>
                  </a:moveTo>
                  <a:lnTo>
                    <a:pt x="1229867" y="31241"/>
                  </a:lnTo>
                  <a:lnTo>
                    <a:pt x="1229867" y="0"/>
                  </a:lnTo>
                  <a:lnTo>
                    <a:pt x="1292352" y="62483"/>
                  </a:lnTo>
                  <a:lnTo>
                    <a:pt x="1229867" y="124968"/>
                  </a:lnTo>
                  <a:lnTo>
                    <a:pt x="1229867" y="93725"/>
                  </a:lnTo>
                  <a:lnTo>
                    <a:pt x="0" y="93725"/>
                  </a:lnTo>
                  <a:lnTo>
                    <a:pt x="0" y="31241"/>
                  </a:lnTo>
                  <a:close/>
                </a:path>
              </a:pathLst>
            </a:custGeom>
            <a:ln w="9525">
              <a:solidFill>
                <a:srgbClr val="3737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07340" y="2818892"/>
            <a:ext cx="8896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scources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98348" y="1324355"/>
            <a:ext cx="601980" cy="1392936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1602994" y="1862073"/>
            <a:ext cx="5105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ETL/ELT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1" name="object 3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775602" y="1032383"/>
            <a:ext cx="146706" cy="199098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1313688" y="2008632"/>
            <a:ext cx="5431790" cy="2463165"/>
            <a:chOff x="1313688" y="2008632"/>
            <a:chExt cx="5431790" cy="2463165"/>
          </a:xfrm>
        </p:grpSpPr>
        <p:sp>
          <p:nvSpPr>
            <p:cNvPr id="33" name="object 33"/>
            <p:cNvSpPr/>
            <p:nvPr/>
          </p:nvSpPr>
          <p:spPr>
            <a:xfrm>
              <a:off x="2589276" y="2008632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4" h="360044">
                  <a:moveTo>
                    <a:pt x="285242" y="42291"/>
                  </a:moveTo>
                  <a:lnTo>
                    <a:pt x="73406" y="42291"/>
                  </a:lnTo>
                  <a:lnTo>
                    <a:pt x="61438" y="44771"/>
                  </a:lnTo>
                  <a:lnTo>
                    <a:pt x="51577" y="51562"/>
                  </a:lnTo>
                  <a:lnTo>
                    <a:pt x="44884" y="61686"/>
                  </a:lnTo>
                  <a:lnTo>
                    <a:pt x="42418" y="74168"/>
                  </a:lnTo>
                  <a:lnTo>
                    <a:pt x="42418" y="84581"/>
                  </a:lnTo>
                  <a:lnTo>
                    <a:pt x="4699" y="84581"/>
                  </a:lnTo>
                  <a:lnTo>
                    <a:pt x="0" y="89281"/>
                  </a:lnTo>
                  <a:lnTo>
                    <a:pt x="0" y="100456"/>
                  </a:lnTo>
                  <a:lnTo>
                    <a:pt x="4699" y="105156"/>
                  </a:lnTo>
                  <a:lnTo>
                    <a:pt x="42418" y="105156"/>
                  </a:lnTo>
                  <a:lnTo>
                    <a:pt x="42418" y="126745"/>
                  </a:lnTo>
                  <a:lnTo>
                    <a:pt x="4699" y="126745"/>
                  </a:lnTo>
                  <a:lnTo>
                    <a:pt x="0" y="131444"/>
                  </a:lnTo>
                  <a:lnTo>
                    <a:pt x="0" y="143637"/>
                  </a:lnTo>
                  <a:lnTo>
                    <a:pt x="4699" y="148336"/>
                  </a:lnTo>
                  <a:lnTo>
                    <a:pt x="42418" y="148336"/>
                  </a:lnTo>
                  <a:lnTo>
                    <a:pt x="42418" y="169037"/>
                  </a:lnTo>
                  <a:lnTo>
                    <a:pt x="4699" y="169037"/>
                  </a:lnTo>
                  <a:lnTo>
                    <a:pt x="0" y="173736"/>
                  </a:lnTo>
                  <a:lnTo>
                    <a:pt x="0" y="185928"/>
                  </a:lnTo>
                  <a:lnTo>
                    <a:pt x="4699" y="190626"/>
                  </a:lnTo>
                  <a:lnTo>
                    <a:pt x="42418" y="190626"/>
                  </a:lnTo>
                  <a:lnTo>
                    <a:pt x="42418" y="211328"/>
                  </a:lnTo>
                  <a:lnTo>
                    <a:pt x="4699" y="211328"/>
                  </a:lnTo>
                  <a:lnTo>
                    <a:pt x="0" y="216026"/>
                  </a:lnTo>
                  <a:lnTo>
                    <a:pt x="0" y="228219"/>
                  </a:lnTo>
                  <a:lnTo>
                    <a:pt x="4699" y="232918"/>
                  </a:lnTo>
                  <a:lnTo>
                    <a:pt x="42418" y="232918"/>
                  </a:lnTo>
                  <a:lnTo>
                    <a:pt x="42418" y="253492"/>
                  </a:lnTo>
                  <a:lnTo>
                    <a:pt x="4699" y="253492"/>
                  </a:lnTo>
                  <a:lnTo>
                    <a:pt x="0" y="258191"/>
                  </a:lnTo>
                  <a:lnTo>
                    <a:pt x="0" y="270382"/>
                  </a:lnTo>
                  <a:lnTo>
                    <a:pt x="4699" y="275081"/>
                  </a:lnTo>
                  <a:lnTo>
                    <a:pt x="42418" y="275081"/>
                  </a:lnTo>
                  <a:lnTo>
                    <a:pt x="42418" y="285495"/>
                  </a:lnTo>
                  <a:lnTo>
                    <a:pt x="44884" y="297977"/>
                  </a:lnTo>
                  <a:lnTo>
                    <a:pt x="51577" y="308101"/>
                  </a:lnTo>
                  <a:lnTo>
                    <a:pt x="61438" y="314892"/>
                  </a:lnTo>
                  <a:lnTo>
                    <a:pt x="73406" y="317373"/>
                  </a:lnTo>
                  <a:lnTo>
                    <a:pt x="84709" y="317373"/>
                  </a:lnTo>
                  <a:lnTo>
                    <a:pt x="84709" y="354965"/>
                  </a:lnTo>
                  <a:lnTo>
                    <a:pt x="89407" y="359663"/>
                  </a:lnTo>
                  <a:lnTo>
                    <a:pt x="100711" y="359663"/>
                  </a:lnTo>
                  <a:lnTo>
                    <a:pt x="105410" y="354965"/>
                  </a:lnTo>
                  <a:lnTo>
                    <a:pt x="105410" y="314579"/>
                  </a:lnTo>
                  <a:lnTo>
                    <a:pt x="285242" y="314579"/>
                  </a:lnTo>
                  <a:lnTo>
                    <a:pt x="297797" y="312098"/>
                  </a:lnTo>
                  <a:lnTo>
                    <a:pt x="307959" y="305307"/>
                  </a:lnTo>
                  <a:lnTo>
                    <a:pt x="314763" y="295183"/>
                  </a:lnTo>
                  <a:lnTo>
                    <a:pt x="314821" y="294894"/>
                  </a:lnTo>
                  <a:lnTo>
                    <a:pt x="69723" y="294894"/>
                  </a:lnTo>
                  <a:lnTo>
                    <a:pt x="65912" y="290194"/>
                  </a:lnTo>
                  <a:lnTo>
                    <a:pt x="65912" y="69468"/>
                  </a:lnTo>
                  <a:lnTo>
                    <a:pt x="69723" y="64769"/>
                  </a:lnTo>
                  <a:lnTo>
                    <a:pt x="315376" y="64769"/>
                  </a:lnTo>
                  <a:lnTo>
                    <a:pt x="314763" y="61686"/>
                  </a:lnTo>
                  <a:lnTo>
                    <a:pt x="307959" y="51562"/>
                  </a:lnTo>
                  <a:lnTo>
                    <a:pt x="297797" y="44771"/>
                  </a:lnTo>
                  <a:lnTo>
                    <a:pt x="285242" y="42291"/>
                  </a:lnTo>
                  <a:close/>
                </a:path>
                <a:path w="360044" h="360044">
                  <a:moveTo>
                    <a:pt x="147828" y="314579"/>
                  </a:moveTo>
                  <a:lnTo>
                    <a:pt x="127126" y="314579"/>
                  </a:lnTo>
                  <a:lnTo>
                    <a:pt x="127126" y="352170"/>
                  </a:lnTo>
                  <a:lnTo>
                    <a:pt x="131825" y="356869"/>
                  </a:lnTo>
                  <a:lnTo>
                    <a:pt x="143129" y="356869"/>
                  </a:lnTo>
                  <a:lnTo>
                    <a:pt x="147828" y="352170"/>
                  </a:lnTo>
                  <a:lnTo>
                    <a:pt x="147828" y="314579"/>
                  </a:lnTo>
                  <a:close/>
                </a:path>
                <a:path w="360044" h="360044">
                  <a:moveTo>
                    <a:pt x="190246" y="314579"/>
                  </a:moveTo>
                  <a:lnTo>
                    <a:pt x="169418" y="314579"/>
                  </a:lnTo>
                  <a:lnTo>
                    <a:pt x="169418" y="352170"/>
                  </a:lnTo>
                  <a:lnTo>
                    <a:pt x="174244" y="356869"/>
                  </a:lnTo>
                  <a:lnTo>
                    <a:pt x="185419" y="356869"/>
                  </a:lnTo>
                  <a:lnTo>
                    <a:pt x="190246" y="352170"/>
                  </a:lnTo>
                  <a:lnTo>
                    <a:pt x="190246" y="314579"/>
                  </a:lnTo>
                  <a:close/>
                </a:path>
                <a:path w="360044" h="360044">
                  <a:moveTo>
                    <a:pt x="232537" y="314579"/>
                  </a:moveTo>
                  <a:lnTo>
                    <a:pt x="211836" y="314579"/>
                  </a:lnTo>
                  <a:lnTo>
                    <a:pt x="211836" y="352170"/>
                  </a:lnTo>
                  <a:lnTo>
                    <a:pt x="216535" y="356869"/>
                  </a:lnTo>
                  <a:lnTo>
                    <a:pt x="227837" y="356869"/>
                  </a:lnTo>
                  <a:lnTo>
                    <a:pt x="232537" y="352170"/>
                  </a:lnTo>
                  <a:lnTo>
                    <a:pt x="232537" y="314579"/>
                  </a:lnTo>
                  <a:close/>
                </a:path>
                <a:path w="360044" h="360044">
                  <a:moveTo>
                    <a:pt x="274955" y="314579"/>
                  </a:moveTo>
                  <a:lnTo>
                    <a:pt x="254254" y="314579"/>
                  </a:lnTo>
                  <a:lnTo>
                    <a:pt x="254254" y="352170"/>
                  </a:lnTo>
                  <a:lnTo>
                    <a:pt x="258953" y="356869"/>
                  </a:lnTo>
                  <a:lnTo>
                    <a:pt x="270256" y="356869"/>
                  </a:lnTo>
                  <a:lnTo>
                    <a:pt x="274955" y="352170"/>
                  </a:lnTo>
                  <a:lnTo>
                    <a:pt x="274955" y="314579"/>
                  </a:lnTo>
                  <a:close/>
                </a:path>
                <a:path w="360044" h="360044">
                  <a:moveTo>
                    <a:pt x="315376" y="64769"/>
                  </a:moveTo>
                  <a:lnTo>
                    <a:pt x="290956" y="64769"/>
                  </a:lnTo>
                  <a:lnTo>
                    <a:pt x="295656" y="69468"/>
                  </a:lnTo>
                  <a:lnTo>
                    <a:pt x="295656" y="290194"/>
                  </a:lnTo>
                  <a:lnTo>
                    <a:pt x="290956" y="294894"/>
                  </a:lnTo>
                  <a:lnTo>
                    <a:pt x="314821" y="294894"/>
                  </a:lnTo>
                  <a:lnTo>
                    <a:pt x="317246" y="282701"/>
                  </a:lnTo>
                  <a:lnTo>
                    <a:pt x="317246" y="272288"/>
                  </a:lnTo>
                  <a:lnTo>
                    <a:pt x="354965" y="272288"/>
                  </a:lnTo>
                  <a:lnTo>
                    <a:pt x="359663" y="267588"/>
                  </a:lnTo>
                  <a:lnTo>
                    <a:pt x="359663" y="256412"/>
                  </a:lnTo>
                  <a:lnTo>
                    <a:pt x="354965" y="251713"/>
                  </a:lnTo>
                  <a:lnTo>
                    <a:pt x="317246" y="251713"/>
                  </a:lnTo>
                  <a:lnTo>
                    <a:pt x="317246" y="230124"/>
                  </a:lnTo>
                  <a:lnTo>
                    <a:pt x="354965" y="230124"/>
                  </a:lnTo>
                  <a:lnTo>
                    <a:pt x="359663" y="225425"/>
                  </a:lnTo>
                  <a:lnTo>
                    <a:pt x="359663" y="213232"/>
                  </a:lnTo>
                  <a:lnTo>
                    <a:pt x="354965" y="208534"/>
                  </a:lnTo>
                  <a:lnTo>
                    <a:pt x="317246" y="208534"/>
                  </a:lnTo>
                  <a:lnTo>
                    <a:pt x="317246" y="187832"/>
                  </a:lnTo>
                  <a:lnTo>
                    <a:pt x="354965" y="187832"/>
                  </a:lnTo>
                  <a:lnTo>
                    <a:pt x="359663" y="183134"/>
                  </a:lnTo>
                  <a:lnTo>
                    <a:pt x="359663" y="170942"/>
                  </a:lnTo>
                  <a:lnTo>
                    <a:pt x="354965" y="166243"/>
                  </a:lnTo>
                  <a:lnTo>
                    <a:pt x="317246" y="166243"/>
                  </a:lnTo>
                  <a:lnTo>
                    <a:pt x="317246" y="145542"/>
                  </a:lnTo>
                  <a:lnTo>
                    <a:pt x="357758" y="145542"/>
                  </a:lnTo>
                  <a:lnTo>
                    <a:pt x="359663" y="143637"/>
                  </a:lnTo>
                  <a:lnTo>
                    <a:pt x="359663" y="131444"/>
                  </a:lnTo>
                  <a:lnTo>
                    <a:pt x="354965" y="126745"/>
                  </a:lnTo>
                  <a:lnTo>
                    <a:pt x="317246" y="126745"/>
                  </a:lnTo>
                  <a:lnTo>
                    <a:pt x="317246" y="105156"/>
                  </a:lnTo>
                  <a:lnTo>
                    <a:pt x="354965" y="105156"/>
                  </a:lnTo>
                  <a:lnTo>
                    <a:pt x="359663" y="100456"/>
                  </a:lnTo>
                  <a:lnTo>
                    <a:pt x="359663" y="89281"/>
                  </a:lnTo>
                  <a:lnTo>
                    <a:pt x="354965" y="84581"/>
                  </a:lnTo>
                  <a:lnTo>
                    <a:pt x="317246" y="84581"/>
                  </a:lnTo>
                  <a:lnTo>
                    <a:pt x="317246" y="74168"/>
                  </a:lnTo>
                  <a:lnTo>
                    <a:pt x="315376" y="64769"/>
                  </a:lnTo>
                  <a:close/>
                </a:path>
                <a:path w="360044" h="360044">
                  <a:moveTo>
                    <a:pt x="357758" y="145542"/>
                  </a:moveTo>
                  <a:lnTo>
                    <a:pt x="349250" y="145542"/>
                  </a:lnTo>
                  <a:lnTo>
                    <a:pt x="349250" y="148336"/>
                  </a:lnTo>
                  <a:lnTo>
                    <a:pt x="354965" y="148336"/>
                  </a:lnTo>
                  <a:lnTo>
                    <a:pt x="357758" y="145542"/>
                  </a:lnTo>
                  <a:close/>
                </a:path>
                <a:path w="360044" h="360044">
                  <a:moveTo>
                    <a:pt x="100711" y="0"/>
                  </a:moveTo>
                  <a:lnTo>
                    <a:pt x="89407" y="0"/>
                  </a:lnTo>
                  <a:lnTo>
                    <a:pt x="84709" y="4699"/>
                  </a:lnTo>
                  <a:lnTo>
                    <a:pt x="84709" y="42291"/>
                  </a:lnTo>
                  <a:lnTo>
                    <a:pt x="105410" y="42291"/>
                  </a:lnTo>
                  <a:lnTo>
                    <a:pt x="105410" y="4699"/>
                  </a:lnTo>
                  <a:lnTo>
                    <a:pt x="100711" y="0"/>
                  </a:lnTo>
                  <a:close/>
                </a:path>
                <a:path w="360044" h="360044">
                  <a:moveTo>
                    <a:pt x="143129" y="0"/>
                  </a:moveTo>
                  <a:lnTo>
                    <a:pt x="131825" y="0"/>
                  </a:lnTo>
                  <a:lnTo>
                    <a:pt x="127126" y="4699"/>
                  </a:lnTo>
                  <a:lnTo>
                    <a:pt x="127126" y="42291"/>
                  </a:lnTo>
                  <a:lnTo>
                    <a:pt x="147828" y="42291"/>
                  </a:lnTo>
                  <a:lnTo>
                    <a:pt x="147828" y="4699"/>
                  </a:lnTo>
                  <a:lnTo>
                    <a:pt x="143129" y="0"/>
                  </a:lnTo>
                  <a:close/>
                </a:path>
                <a:path w="360044" h="360044">
                  <a:moveTo>
                    <a:pt x="185419" y="0"/>
                  </a:moveTo>
                  <a:lnTo>
                    <a:pt x="174244" y="0"/>
                  </a:lnTo>
                  <a:lnTo>
                    <a:pt x="169418" y="4699"/>
                  </a:lnTo>
                  <a:lnTo>
                    <a:pt x="169418" y="42291"/>
                  </a:lnTo>
                  <a:lnTo>
                    <a:pt x="190246" y="42291"/>
                  </a:lnTo>
                  <a:lnTo>
                    <a:pt x="190246" y="4699"/>
                  </a:lnTo>
                  <a:lnTo>
                    <a:pt x="185419" y="0"/>
                  </a:lnTo>
                  <a:close/>
                </a:path>
                <a:path w="360044" h="360044">
                  <a:moveTo>
                    <a:pt x="227837" y="0"/>
                  </a:moveTo>
                  <a:lnTo>
                    <a:pt x="216535" y="0"/>
                  </a:lnTo>
                  <a:lnTo>
                    <a:pt x="211836" y="4699"/>
                  </a:lnTo>
                  <a:lnTo>
                    <a:pt x="211836" y="42291"/>
                  </a:lnTo>
                  <a:lnTo>
                    <a:pt x="232537" y="42291"/>
                  </a:lnTo>
                  <a:lnTo>
                    <a:pt x="232537" y="4699"/>
                  </a:lnTo>
                  <a:lnTo>
                    <a:pt x="227837" y="0"/>
                  </a:lnTo>
                  <a:close/>
                </a:path>
                <a:path w="360044" h="360044">
                  <a:moveTo>
                    <a:pt x="270256" y="0"/>
                  </a:moveTo>
                  <a:lnTo>
                    <a:pt x="258953" y="0"/>
                  </a:lnTo>
                  <a:lnTo>
                    <a:pt x="254254" y="4699"/>
                  </a:lnTo>
                  <a:lnTo>
                    <a:pt x="254254" y="42291"/>
                  </a:lnTo>
                  <a:lnTo>
                    <a:pt x="274955" y="42291"/>
                  </a:lnTo>
                  <a:lnTo>
                    <a:pt x="274955" y="4699"/>
                  </a:lnTo>
                  <a:lnTo>
                    <a:pt x="270256" y="0"/>
                  </a:lnTo>
                  <a:close/>
                </a:path>
              </a:pathLst>
            </a:custGeom>
            <a:solidFill>
              <a:srgbClr val="5F7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76144" y="2092452"/>
              <a:ext cx="188975" cy="18897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00556" y="3297936"/>
              <a:ext cx="766571" cy="39928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13688" y="3816096"/>
              <a:ext cx="838200" cy="24688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478779" y="4009644"/>
              <a:ext cx="1266444" cy="46177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5317" y="139064"/>
            <a:ext cx="30568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Virtual</a:t>
            </a:r>
            <a:r>
              <a:rPr spc="-55" dirty="0"/>
              <a:t> </a:t>
            </a:r>
            <a:r>
              <a:rPr spc="-10" dirty="0"/>
              <a:t>warehouse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83866" y="1238250"/>
            <a:ext cx="4627880" cy="1900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1470" indent="-285750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331470" algn="l"/>
              </a:tabLst>
            </a:pPr>
            <a:r>
              <a:rPr sz="1800" b="1" spc="-35" dirty="0">
                <a:solidFill>
                  <a:srgbClr val="D9D9D9"/>
                </a:solidFill>
                <a:latin typeface="Trebuchet MS"/>
                <a:cs typeface="Trebuchet MS"/>
              </a:rPr>
              <a:t>Best</a:t>
            </a:r>
            <a:r>
              <a:rPr sz="18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90" dirty="0">
                <a:solidFill>
                  <a:srgbClr val="D9D9D9"/>
                </a:solidFill>
                <a:latin typeface="Trebuchet MS"/>
                <a:cs typeface="Trebuchet MS"/>
              </a:rPr>
              <a:t>Practice</a:t>
            </a:r>
            <a:r>
              <a:rPr sz="1800" b="1" spc="-13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D9D9D9"/>
                </a:solidFill>
                <a:latin typeface="Trebuchet MS"/>
                <a:cs typeface="Trebuchet MS"/>
              </a:rPr>
              <a:t>#1</a:t>
            </a:r>
            <a:r>
              <a:rPr sz="18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434" dirty="0">
                <a:solidFill>
                  <a:srgbClr val="D9D9D9"/>
                </a:solidFill>
                <a:latin typeface="Trebuchet MS"/>
                <a:cs typeface="Trebuchet MS"/>
              </a:rPr>
              <a:t>–</a:t>
            </a:r>
            <a:r>
              <a:rPr sz="18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75" dirty="0">
                <a:solidFill>
                  <a:srgbClr val="D9D9D9"/>
                </a:solidFill>
                <a:latin typeface="Trebuchet MS"/>
                <a:cs typeface="Trebuchet MS"/>
              </a:rPr>
              <a:t>Enable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40" dirty="0">
                <a:solidFill>
                  <a:srgbClr val="D9D9D9"/>
                </a:solidFill>
                <a:latin typeface="Trebuchet MS"/>
                <a:cs typeface="Trebuchet MS"/>
              </a:rPr>
              <a:t>Auto-</a:t>
            </a:r>
            <a:r>
              <a:rPr sz="1800" b="1" spc="-10" dirty="0">
                <a:solidFill>
                  <a:srgbClr val="D9D9D9"/>
                </a:solidFill>
                <a:latin typeface="Trebuchet MS"/>
                <a:cs typeface="Trebuchet MS"/>
              </a:rPr>
              <a:t>Suspend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50"/>
              </a:spcBef>
              <a:buClr>
                <a:srgbClr val="99D3FF"/>
              </a:buClr>
              <a:buFont typeface="Wingdings"/>
              <a:buChar char=""/>
            </a:pP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8450" algn="l"/>
              </a:tabLst>
            </a:pPr>
            <a:r>
              <a:rPr sz="1800" b="1" spc="-35" dirty="0">
                <a:solidFill>
                  <a:srgbClr val="D9D9D9"/>
                </a:solidFill>
                <a:latin typeface="Trebuchet MS"/>
                <a:cs typeface="Trebuchet MS"/>
              </a:rPr>
              <a:t>Best</a:t>
            </a:r>
            <a:r>
              <a:rPr sz="18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90" dirty="0">
                <a:solidFill>
                  <a:srgbClr val="D9D9D9"/>
                </a:solidFill>
                <a:latin typeface="Trebuchet MS"/>
                <a:cs typeface="Trebuchet MS"/>
              </a:rPr>
              <a:t>Practice</a:t>
            </a:r>
            <a:r>
              <a:rPr sz="1800" b="1" spc="-1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45" dirty="0">
                <a:solidFill>
                  <a:srgbClr val="D9D9D9"/>
                </a:solidFill>
                <a:latin typeface="Trebuchet MS"/>
                <a:cs typeface="Trebuchet MS"/>
              </a:rPr>
              <a:t>#2</a:t>
            </a:r>
            <a:r>
              <a:rPr sz="18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434" dirty="0">
                <a:solidFill>
                  <a:srgbClr val="D9D9D9"/>
                </a:solidFill>
                <a:latin typeface="Trebuchet MS"/>
                <a:cs typeface="Trebuchet MS"/>
              </a:rPr>
              <a:t>–</a:t>
            </a:r>
            <a:r>
              <a:rPr sz="18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75" dirty="0">
                <a:solidFill>
                  <a:srgbClr val="D9D9D9"/>
                </a:solidFill>
                <a:latin typeface="Trebuchet MS"/>
                <a:cs typeface="Trebuchet MS"/>
              </a:rPr>
              <a:t>Enable</a:t>
            </a:r>
            <a:r>
              <a:rPr sz="18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40" dirty="0">
                <a:solidFill>
                  <a:srgbClr val="D9D9D9"/>
                </a:solidFill>
                <a:latin typeface="Trebuchet MS"/>
                <a:cs typeface="Trebuchet MS"/>
              </a:rPr>
              <a:t>Auto-</a:t>
            </a:r>
            <a:r>
              <a:rPr sz="1800" b="1" spc="-10" dirty="0">
                <a:solidFill>
                  <a:srgbClr val="D9D9D9"/>
                </a:solidFill>
                <a:latin typeface="Trebuchet MS"/>
                <a:cs typeface="Trebuchet MS"/>
              </a:rPr>
              <a:t>Resume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50"/>
              </a:spcBef>
              <a:buClr>
                <a:srgbClr val="99D3FF"/>
              </a:buClr>
              <a:buFont typeface="Wingdings"/>
              <a:buChar char=""/>
            </a:pPr>
            <a:endParaRPr sz="1800">
              <a:latin typeface="Trebuchet MS"/>
              <a:cs typeface="Trebuchet MS"/>
            </a:endParaRPr>
          </a:p>
          <a:p>
            <a:pPr marL="299085" indent="-286385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9085" algn="l"/>
              </a:tabLst>
            </a:pPr>
            <a:r>
              <a:rPr sz="1800" b="1" spc="-35" dirty="0">
                <a:solidFill>
                  <a:srgbClr val="D9D9D9"/>
                </a:solidFill>
                <a:latin typeface="Trebuchet MS"/>
                <a:cs typeface="Trebuchet MS"/>
              </a:rPr>
              <a:t>Best</a:t>
            </a:r>
            <a:r>
              <a:rPr sz="18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90" dirty="0">
                <a:solidFill>
                  <a:srgbClr val="D9D9D9"/>
                </a:solidFill>
                <a:latin typeface="Trebuchet MS"/>
                <a:cs typeface="Trebuchet MS"/>
              </a:rPr>
              <a:t>Practice</a:t>
            </a:r>
            <a:r>
              <a:rPr sz="1800" b="1" spc="-13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D9D9D9"/>
                </a:solidFill>
                <a:latin typeface="Trebuchet MS"/>
                <a:cs typeface="Trebuchet MS"/>
              </a:rPr>
              <a:t>#3</a:t>
            </a:r>
            <a:r>
              <a:rPr sz="18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440" dirty="0">
                <a:solidFill>
                  <a:srgbClr val="D9D9D9"/>
                </a:solidFill>
                <a:latin typeface="Trebuchet MS"/>
                <a:cs typeface="Trebuchet MS"/>
              </a:rPr>
              <a:t>–</a:t>
            </a:r>
            <a:r>
              <a:rPr sz="18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D9D9D9"/>
                </a:solidFill>
                <a:latin typeface="Trebuchet MS"/>
                <a:cs typeface="Trebuchet MS"/>
              </a:rPr>
              <a:t>Set</a:t>
            </a:r>
            <a:r>
              <a:rPr sz="1800" b="1" spc="-1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85" dirty="0">
                <a:solidFill>
                  <a:srgbClr val="D9D9D9"/>
                </a:solidFill>
                <a:latin typeface="Trebuchet MS"/>
                <a:cs typeface="Trebuchet MS"/>
              </a:rPr>
              <a:t>appropriate</a:t>
            </a:r>
            <a:r>
              <a:rPr sz="1800" b="1" spc="-15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25" dirty="0">
                <a:solidFill>
                  <a:srgbClr val="D9D9D9"/>
                </a:solidFill>
                <a:latin typeface="Trebuchet MS"/>
                <a:cs typeface="Trebuchet MS"/>
              </a:rPr>
              <a:t>timeouts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3529584"/>
            <a:ext cx="6675120" cy="80469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571625" y="3556469"/>
            <a:ext cx="6573520" cy="710565"/>
            <a:chOff x="1571625" y="3556469"/>
            <a:chExt cx="6573520" cy="71056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1625" y="3556469"/>
              <a:ext cx="6573011" cy="71018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83180" y="3599687"/>
              <a:ext cx="299466" cy="34518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74619" y="3599687"/>
              <a:ext cx="1396745" cy="34518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36720" y="3599687"/>
              <a:ext cx="1572005" cy="34518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09715" y="3599687"/>
              <a:ext cx="1751838" cy="345186"/>
            </a:xfrm>
            <a:prstGeom prst="rect">
              <a:avLst/>
            </a:prstGeom>
          </p:spPr>
        </p:pic>
      </p:grp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1566862" y="3551707"/>
          <a:ext cx="6572884" cy="709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5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91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373737"/>
                      </a:solidFill>
                      <a:prstDash val="solid"/>
                    </a:lnL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200" b="1" spc="-110" dirty="0">
                          <a:solidFill>
                            <a:srgbClr val="F1F1F1"/>
                          </a:solidFill>
                          <a:latin typeface="Arial"/>
                          <a:cs typeface="Arial"/>
                        </a:rPr>
                        <a:t>ETL</a:t>
                      </a:r>
                      <a:r>
                        <a:rPr sz="1200" b="1" spc="-15" dirty="0">
                          <a:solidFill>
                            <a:srgbClr val="F1F1F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110" dirty="0">
                          <a:solidFill>
                            <a:srgbClr val="F1F1F1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1200" b="1" spc="-10" dirty="0">
                          <a:solidFill>
                            <a:srgbClr val="F1F1F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F1F1F1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sz="1200" b="1" spc="-20" dirty="0">
                          <a:solidFill>
                            <a:srgbClr val="F1F1F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1F1F1"/>
                          </a:solidFill>
                          <a:latin typeface="Arial"/>
                          <a:cs typeface="Arial"/>
                        </a:rPr>
                        <a:t>Loading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2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BI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1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SELECT</a:t>
                      </a:r>
                      <a:r>
                        <a:rPr sz="1200" b="1" spc="-3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queries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marL="153035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200" b="1" spc="-8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DevOps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1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Science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R w="9525">
                      <a:solidFill>
                        <a:srgbClr val="373737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090"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400" spc="-10" dirty="0">
                          <a:latin typeface="Bahnschrift"/>
                          <a:cs typeface="Bahnschrift"/>
                        </a:rPr>
                        <a:t>Timeout</a:t>
                      </a:r>
                      <a:endParaRPr sz="1400">
                        <a:latin typeface="Bahnschrift"/>
                        <a:cs typeface="Bahnschrift"/>
                      </a:endParaRPr>
                    </a:p>
                  </a:txBody>
                  <a:tcPr marL="0" marR="0" marT="6286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EDEDE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7114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Bahnschrift"/>
                          <a:cs typeface="Bahnschrift"/>
                        </a:rPr>
                        <a:t>Immediately</a:t>
                      </a:r>
                      <a:endParaRPr sz="1600">
                        <a:latin typeface="Bahnschrift"/>
                        <a:cs typeface="Bahnschrift"/>
                      </a:endParaRPr>
                    </a:p>
                  </a:txBody>
                  <a:tcPr marL="0" marR="0" marT="4635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EDEDE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dirty="0">
                          <a:latin typeface="Bahnschrift"/>
                          <a:cs typeface="Bahnschrift"/>
                        </a:rPr>
                        <a:t>10</a:t>
                      </a:r>
                      <a:r>
                        <a:rPr sz="1600" spc="145" dirty="0">
                          <a:latin typeface="Bahnschrift"/>
                          <a:cs typeface="Bahnschrift"/>
                        </a:rPr>
                        <a:t> </a:t>
                      </a:r>
                      <a:r>
                        <a:rPr sz="1600" spc="-25" dirty="0">
                          <a:latin typeface="Bahnschrift"/>
                          <a:cs typeface="Bahnschrift"/>
                        </a:rPr>
                        <a:t>min</a:t>
                      </a:r>
                      <a:endParaRPr sz="1600">
                        <a:latin typeface="Bahnschrift"/>
                        <a:cs typeface="Bahnschrift"/>
                      </a:endParaRPr>
                    </a:p>
                  </a:txBody>
                  <a:tcPr marL="0" marR="0" marT="4635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EDEDE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dirty="0">
                          <a:latin typeface="Bahnschrift"/>
                          <a:cs typeface="Bahnschrift"/>
                        </a:rPr>
                        <a:t>5</a:t>
                      </a:r>
                      <a:r>
                        <a:rPr sz="1600" spc="145" dirty="0">
                          <a:latin typeface="Bahnschrift"/>
                          <a:cs typeface="Bahnschrift"/>
                        </a:rPr>
                        <a:t> </a:t>
                      </a:r>
                      <a:r>
                        <a:rPr sz="1600" spc="-25" dirty="0">
                          <a:latin typeface="Bahnschrift"/>
                          <a:cs typeface="Bahnschrift"/>
                        </a:rPr>
                        <a:t>min</a:t>
                      </a:r>
                      <a:endParaRPr sz="1600">
                        <a:latin typeface="Bahnschrift"/>
                        <a:cs typeface="Bahnschrift"/>
                      </a:endParaRPr>
                    </a:p>
                  </a:txBody>
                  <a:tcPr marL="0" marR="0" marT="4635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EDEDE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05378" y="139064"/>
            <a:ext cx="20942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Table</a:t>
            </a:r>
            <a:r>
              <a:rPr spc="-75" dirty="0"/>
              <a:t> </a:t>
            </a:r>
            <a:r>
              <a:rPr spc="-10" dirty="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17394" y="1314450"/>
            <a:ext cx="4291330" cy="1807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8450" algn="l"/>
              </a:tabLst>
            </a:pPr>
            <a:r>
              <a:rPr sz="1800" b="1" spc="-35" dirty="0">
                <a:solidFill>
                  <a:srgbClr val="D9D9D9"/>
                </a:solidFill>
                <a:latin typeface="Trebuchet MS"/>
                <a:cs typeface="Trebuchet MS"/>
              </a:rPr>
              <a:t>Best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90" dirty="0">
                <a:solidFill>
                  <a:srgbClr val="D9D9D9"/>
                </a:solidFill>
                <a:latin typeface="Trebuchet MS"/>
                <a:cs typeface="Trebuchet MS"/>
              </a:rPr>
              <a:t>Practice</a:t>
            </a:r>
            <a:r>
              <a:rPr sz="1800" b="1" spc="-13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D9D9D9"/>
                </a:solidFill>
                <a:latin typeface="Trebuchet MS"/>
                <a:cs typeface="Trebuchet MS"/>
              </a:rPr>
              <a:t>#1</a:t>
            </a:r>
            <a:r>
              <a:rPr sz="18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434" dirty="0">
                <a:solidFill>
                  <a:srgbClr val="D9D9D9"/>
                </a:solidFill>
                <a:latin typeface="Trebuchet MS"/>
                <a:cs typeface="Trebuchet MS"/>
              </a:rPr>
              <a:t>–</a:t>
            </a:r>
            <a:r>
              <a:rPr sz="18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85" dirty="0">
                <a:solidFill>
                  <a:srgbClr val="D9D9D9"/>
                </a:solidFill>
                <a:latin typeface="Trebuchet MS"/>
                <a:cs typeface="Trebuchet MS"/>
              </a:rPr>
              <a:t>Appropiate</a:t>
            </a:r>
            <a:r>
              <a:rPr sz="1800" b="1" spc="-14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75" dirty="0">
                <a:solidFill>
                  <a:srgbClr val="D9D9D9"/>
                </a:solidFill>
                <a:latin typeface="Trebuchet MS"/>
                <a:cs typeface="Trebuchet MS"/>
              </a:rPr>
              <a:t>table</a:t>
            </a:r>
            <a:r>
              <a:rPr sz="18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D9D9D9"/>
                </a:solidFill>
                <a:latin typeface="Trebuchet MS"/>
                <a:cs typeface="Trebuchet MS"/>
              </a:rPr>
              <a:t>type</a:t>
            </a:r>
            <a:endParaRPr sz="1800">
              <a:latin typeface="Trebuchet MS"/>
              <a:cs typeface="Trebuchet MS"/>
            </a:endParaRPr>
          </a:p>
          <a:p>
            <a:pPr marL="756285" lvl="1" indent="-286385">
              <a:lnSpc>
                <a:spcPct val="100000"/>
              </a:lnSpc>
              <a:spcBef>
                <a:spcPts val="1800"/>
              </a:spcBef>
              <a:buClr>
                <a:srgbClr val="99D3FF"/>
              </a:buClr>
              <a:buFont typeface="Wingdings"/>
              <a:buChar char=""/>
              <a:tabLst>
                <a:tab pos="756285" algn="l"/>
              </a:tabLst>
            </a:pPr>
            <a:r>
              <a:rPr sz="1800" b="1" spc="-20" dirty="0">
                <a:solidFill>
                  <a:srgbClr val="D9D9D9"/>
                </a:solidFill>
                <a:latin typeface="Trebuchet MS"/>
                <a:cs typeface="Trebuchet MS"/>
              </a:rPr>
              <a:t>Staging</a:t>
            </a:r>
            <a:r>
              <a:rPr sz="1800" b="1" spc="-13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55" dirty="0">
                <a:solidFill>
                  <a:srgbClr val="D9D9D9"/>
                </a:solidFill>
                <a:latin typeface="Trebuchet MS"/>
                <a:cs typeface="Trebuchet MS"/>
              </a:rPr>
              <a:t>tables</a:t>
            </a:r>
            <a:r>
              <a:rPr sz="18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440" dirty="0">
                <a:solidFill>
                  <a:srgbClr val="D9D9D9"/>
                </a:solidFill>
                <a:latin typeface="Trebuchet MS"/>
                <a:cs typeface="Trebuchet MS"/>
              </a:rPr>
              <a:t>–</a:t>
            </a:r>
            <a:r>
              <a:rPr sz="18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D9D9D9"/>
                </a:solidFill>
                <a:latin typeface="Trebuchet MS"/>
                <a:cs typeface="Trebuchet MS"/>
              </a:rPr>
              <a:t>Transient</a:t>
            </a:r>
            <a:endParaRPr sz="1800">
              <a:latin typeface="Trebuchet MS"/>
              <a:cs typeface="Trebuchet MS"/>
            </a:endParaRPr>
          </a:p>
          <a:p>
            <a:pPr marL="755650" lvl="1" indent="-285750">
              <a:lnSpc>
                <a:spcPct val="100000"/>
              </a:lnSpc>
              <a:spcBef>
                <a:spcPts val="1900"/>
              </a:spcBef>
              <a:buClr>
                <a:srgbClr val="99D3FF"/>
              </a:buClr>
              <a:buFont typeface="Wingdings"/>
              <a:buChar char=""/>
              <a:tabLst>
                <a:tab pos="755650" algn="l"/>
              </a:tabLst>
            </a:pPr>
            <a:r>
              <a:rPr sz="1800" b="1" spc="-80" dirty="0">
                <a:solidFill>
                  <a:srgbClr val="D9D9D9"/>
                </a:solidFill>
                <a:latin typeface="Trebuchet MS"/>
                <a:cs typeface="Trebuchet MS"/>
              </a:rPr>
              <a:t>Productive</a:t>
            </a:r>
            <a:r>
              <a:rPr sz="18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55" dirty="0">
                <a:solidFill>
                  <a:srgbClr val="D9D9D9"/>
                </a:solidFill>
                <a:latin typeface="Trebuchet MS"/>
                <a:cs typeface="Trebuchet MS"/>
              </a:rPr>
              <a:t>tables</a:t>
            </a:r>
            <a:r>
              <a:rPr sz="18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434" dirty="0">
                <a:solidFill>
                  <a:srgbClr val="D9D9D9"/>
                </a:solidFill>
                <a:latin typeface="Trebuchet MS"/>
                <a:cs typeface="Trebuchet MS"/>
              </a:rPr>
              <a:t>–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D9D9D9"/>
                </a:solidFill>
                <a:latin typeface="Trebuchet MS"/>
                <a:cs typeface="Trebuchet MS"/>
              </a:rPr>
              <a:t>Permanent</a:t>
            </a:r>
            <a:endParaRPr sz="1800">
              <a:latin typeface="Trebuchet MS"/>
              <a:cs typeface="Trebuchet MS"/>
            </a:endParaRPr>
          </a:p>
          <a:p>
            <a:pPr marL="755650" lvl="1" indent="-285750">
              <a:lnSpc>
                <a:spcPct val="100000"/>
              </a:lnSpc>
              <a:spcBef>
                <a:spcPts val="1695"/>
              </a:spcBef>
              <a:buClr>
                <a:srgbClr val="99D3FF"/>
              </a:buClr>
              <a:buFont typeface="Wingdings"/>
              <a:buChar char=""/>
              <a:tabLst>
                <a:tab pos="755650" algn="l"/>
              </a:tabLst>
            </a:pPr>
            <a:r>
              <a:rPr sz="1800" b="1" spc="-85" dirty="0">
                <a:solidFill>
                  <a:srgbClr val="D9D9D9"/>
                </a:solidFill>
                <a:latin typeface="Trebuchet MS"/>
                <a:cs typeface="Trebuchet MS"/>
              </a:rPr>
              <a:t>Development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55" dirty="0">
                <a:solidFill>
                  <a:srgbClr val="D9D9D9"/>
                </a:solidFill>
                <a:latin typeface="Trebuchet MS"/>
                <a:cs typeface="Trebuchet MS"/>
              </a:rPr>
              <a:t>tables</a:t>
            </a:r>
            <a:r>
              <a:rPr sz="18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434" dirty="0">
                <a:solidFill>
                  <a:srgbClr val="D9D9D9"/>
                </a:solidFill>
                <a:latin typeface="Trebuchet MS"/>
                <a:cs typeface="Trebuchet MS"/>
              </a:rPr>
              <a:t>–</a:t>
            </a:r>
            <a:r>
              <a:rPr sz="18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D9D9D9"/>
                </a:solidFill>
                <a:latin typeface="Trebuchet MS"/>
                <a:cs typeface="Trebuchet MS"/>
              </a:rPr>
              <a:t>Transient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05378" y="139064"/>
            <a:ext cx="20942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Table</a:t>
            </a:r>
            <a:r>
              <a:rPr spc="-75" dirty="0"/>
              <a:t> </a:t>
            </a:r>
            <a:r>
              <a:rPr spc="-10" dirty="0"/>
              <a:t>design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17394" y="1314450"/>
            <a:ext cx="5406390" cy="3503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298450" algn="l"/>
              </a:tabLst>
            </a:pPr>
            <a:r>
              <a:rPr sz="1800" b="1" spc="-35" dirty="0">
                <a:solidFill>
                  <a:srgbClr val="D9D9D9"/>
                </a:solidFill>
                <a:latin typeface="Trebuchet MS"/>
                <a:cs typeface="Trebuchet MS"/>
              </a:rPr>
              <a:t>Best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90" dirty="0">
                <a:solidFill>
                  <a:srgbClr val="D9D9D9"/>
                </a:solidFill>
                <a:latin typeface="Trebuchet MS"/>
                <a:cs typeface="Trebuchet MS"/>
              </a:rPr>
              <a:t>Practice</a:t>
            </a:r>
            <a:r>
              <a:rPr sz="1800" b="1" spc="-13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D9D9D9"/>
                </a:solidFill>
                <a:latin typeface="Trebuchet MS"/>
                <a:cs typeface="Trebuchet MS"/>
              </a:rPr>
              <a:t>#1</a:t>
            </a:r>
            <a:r>
              <a:rPr sz="18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434" dirty="0">
                <a:solidFill>
                  <a:srgbClr val="D9D9D9"/>
                </a:solidFill>
                <a:latin typeface="Trebuchet MS"/>
                <a:cs typeface="Trebuchet MS"/>
              </a:rPr>
              <a:t>–</a:t>
            </a:r>
            <a:r>
              <a:rPr sz="18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85" dirty="0">
                <a:solidFill>
                  <a:srgbClr val="D9D9D9"/>
                </a:solidFill>
                <a:latin typeface="Trebuchet MS"/>
                <a:cs typeface="Trebuchet MS"/>
              </a:rPr>
              <a:t>Appropiate</a:t>
            </a:r>
            <a:r>
              <a:rPr sz="1800" b="1" spc="-14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75" dirty="0">
                <a:solidFill>
                  <a:srgbClr val="D9D9D9"/>
                </a:solidFill>
                <a:latin typeface="Trebuchet MS"/>
                <a:cs typeface="Trebuchet MS"/>
              </a:rPr>
              <a:t>table</a:t>
            </a:r>
            <a:r>
              <a:rPr sz="18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D9D9D9"/>
                </a:solidFill>
                <a:latin typeface="Trebuchet MS"/>
                <a:cs typeface="Trebuchet MS"/>
              </a:rPr>
              <a:t>type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99D3FF"/>
              </a:buClr>
              <a:buFont typeface="Wingdings"/>
              <a:buChar char=""/>
            </a:pP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15"/>
              </a:spcBef>
              <a:buClr>
                <a:srgbClr val="99D3FF"/>
              </a:buClr>
              <a:buFont typeface="Wingdings"/>
              <a:buChar char=""/>
            </a:pP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8450" algn="l"/>
              </a:tabLst>
            </a:pPr>
            <a:r>
              <a:rPr sz="1800" b="1" spc="-35" dirty="0">
                <a:solidFill>
                  <a:srgbClr val="D9D9D9"/>
                </a:solidFill>
                <a:latin typeface="Trebuchet MS"/>
                <a:cs typeface="Trebuchet MS"/>
              </a:rPr>
              <a:t>Best</a:t>
            </a:r>
            <a:r>
              <a:rPr sz="18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90" dirty="0">
                <a:solidFill>
                  <a:srgbClr val="D9D9D9"/>
                </a:solidFill>
                <a:latin typeface="Trebuchet MS"/>
                <a:cs typeface="Trebuchet MS"/>
              </a:rPr>
              <a:t>Practice</a:t>
            </a:r>
            <a:r>
              <a:rPr sz="1800" b="1" spc="-1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D9D9D9"/>
                </a:solidFill>
                <a:latin typeface="Trebuchet MS"/>
                <a:cs typeface="Trebuchet MS"/>
              </a:rPr>
              <a:t>#2</a:t>
            </a:r>
            <a:r>
              <a:rPr sz="18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434" dirty="0">
                <a:solidFill>
                  <a:srgbClr val="D9D9D9"/>
                </a:solidFill>
                <a:latin typeface="Trebuchet MS"/>
                <a:cs typeface="Trebuchet MS"/>
              </a:rPr>
              <a:t>–</a:t>
            </a:r>
            <a:r>
              <a:rPr sz="18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85" dirty="0">
                <a:solidFill>
                  <a:srgbClr val="D9D9D9"/>
                </a:solidFill>
                <a:latin typeface="Trebuchet MS"/>
                <a:cs typeface="Trebuchet MS"/>
              </a:rPr>
              <a:t>Appropiate</a:t>
            </a:r>
            <a:r>
              <a:rPr sz="1800" b="1" spc="-14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65" dirty="0">
                <a:solidFill>
                  <a:srgbClr val="D9D9D9"/>
                </a:solidFill>
                <a:latin typeface="Trebuchet MS"/>
                <a:cs typeface="Trebuchet MS"/>
              </a:rPr>
              <a:t>data</a:t>
            </a:r>
            <a:r>
              <a:rPr sz="18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D9D9D9"/>
                </a:solidFill>
                <a:latin typeface="Trebuchet MS"/>
                <a:cs typeface="Trebuchet MS"/>
              </a:rPr>
              <a:t>type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99D3FF"/>
              </a:buClr>
              <a:buFont typeface="Wingdings"/>
              <a:buChar char=""/>
            </a:pP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5"/>
              </a:spcBef>
              <a:buClr>
                <a:srgbClr val="99D3FF"/>
              </a:buClr>
              <a:buFont typeface="Wingdings"/>
              <a:buChar char=""/>
            </a:pP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8450" algn="l"/>
              </a:tabLst>
            </a:pPr>
            <a:r>
              <a:rPr sz="1800" b="1" spc="-35" dirty="0">
                <a:solidFill>
                  <a:srgbClr val="D9D9D9"/>
                </a:solidFill>
                <a:latin typeface="Trebuchet MS"/>
                <a:cs typeface="Trebuchet MS"/>
              </a:rPr>
              <a:t>Best</a:t>
            </a:r>
            <a:r>
              <a:rPr sz="18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90" dirty="0">
                <a:solidFill>
                  <a:srgbClr val="D9D9D9"/>
                </a:solidFill>
                <a:latin typeface="Trebuchet MS"/>
                <a:cs typeface="Trebuchet MS"/>
              </a:rPr>
              <a:t>Practice</a:t>
            </a:r>
            <a:r>
              <a:rPr sz="1800" b="1" spc="-1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D9D9D9"/>
                </a:solidFill>
                <a:latin typeface="Trebuchet MS"/>
                <a:cs typeface="Trebuchet MS"/>
              </a:rPr>
              <a:t>#3</a:t>
            </a:r>
            <a:r>
              <a:rPr sz="18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434" dirty="0">
                <a:solidFill>
                  <a:srgbClr val="D9D9D9"/>
                </a:solidFill>
                <a:latin typeface="Trebuchet MS"/>
                <a:cs typeface="Trebuchet MS"/>
              </a:rPr>
              <a:t>–</a:t>
            </a:r>
            <a:r>
              <a:rPr sz="1800" b="1" spc="-1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D9D9D9"/>
                </a:solidFill>
                <a:latin typeface="Trebuchet MS"/>
                <a:cs typeface="Trebuchet MS"/>
              </a:rPr>
              <a:t>Set</a:t>
            </a:r>
            <a:r>
              <a:rPr sz="1800" b="1" spc="-13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75" dirty="0">
                <a:solidFill>
                  <a:srgbClr val="D9D9D9"/>
                </a:solidFill>
                <a:latin typeface="Trebuchet MS"/>
                <a:cs typeface="Trebuchet MS"/>
              </a:rPr>
              <a:t>cluster</a:t>
            </a:r>
            <a:r>
              <a:rPr sz="1800" b="1" spc="-1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55" dirty="0">
                <a:solidFill>
                  <a:srgbClr val="D9D9D9"/>
                </a:solidFill>
                <a:latin typeface="Trebuchet MS"/>
                <a:cs typeface="Trebuchet MS"/>
              </a:rPr>
              <a:t>keys</a:t>
            </a:r>
            <a:r>
              <a:rPr sz="18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70" dirty="0">
                <a:solidFill>
                  <a:srgbClr val="D9D9D9"/>
                </a:solidFill>
                <a:latin typeface="Trebuchet MS"/>
                <a:cs typeface="Trebuchet MS"/>
              </a:rPr>
              <a:t>only</a:t>
            </a:r>
            <a:r>
              <a:rPr sz="18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55" dirty="0">
                <a:solidFill>
                  <a:srgbClr val="D9D9D9"/>
                </a:solidFill>
                <a:latin typeface="Trebuchet MS"/>
                <a:cs typeface="Trebuchet MS"/>
              </a:rPr>
              <a:t>if</a:t>
            </a:r>
            <a:r>
              <a:rPr sz="1800" b="1" spc="-1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D9D9D9"/>
                </a:solidFill>
                <a:latin typeface="Trebuchet MS"/>
                <a:cs typeface="Trebuchet MS"/>
              </a:rPr>
              <a:t>necesarry</a:t>
            </a:r>
            <a:endParaRPr sz="1800">
              <a:latin typeface="Trebuchet MS"/>
              <a:cs typeface="Trebuchet MS"/>
            </a:endParaRPr>
          </a:p>
          <a:p>
            <a:pPr marL="527685" lvl="1" indent="-286385">
              <a:lnSpc>
                <a:spcPct val="100000"/>
              </a:lnSpc>
              <a:spcBef>
                <a:spcPts val="1350"/>
              </a:spcBef>
              <a:buClr>
                <a:srgbClr val="99D3FF"/>
              </a:buClr>
              <a:buFont typeface="Wingdings"/>
              <a:buChar char=""/>
              <a:tabLst>
                <a:tab pos="527685" algn="l"/>
              </a:tabLst>
            </a:pPr>
            <a:r>
              <a:rPr sz="1800" b="1" spc="-80" dirty="0">
                <a:solidFill>
                  <a:srgbClr val="D9D9D9"/>
                </a:solidFill>
                <a:latin typeface="Trebuchet MS"/>
                <a:cs typeface="Trebuchet MS"/>
              </a:rPr>
              <a:t>Large</a:t>
            </a:r>
            <a:r>
              <a:rPr sz="1800" b="1" spc="-11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0" dirty="0">
                <a:solidFill>
                  <a:srgbClr val="D9D9D9"/>
                </a:solidFill>
                <a:latin typeface="Trebuchet MS"/>
                <a:cs typeface="Trebuchet MS"/>
              </a:rPr>
              <a:t>table</a:t>
            </a:r>
            <a:endParaRPr sz="1800">
              <a:latin typeface="Trebuchet MS"/>
              <a:cs typeface="Trebuchet MS"/>
            </a:endParaRPr>
          </a:p>
          <a:p>
            <a:pPr marL="527050" lvl="1" indent="-285750">
              <a:lnSpc>
                <a:spcPct val="100000"/>
              </a:lnSpc>
              <a:spcBef>
                <a:spcPts val="1900"/>
              </a:spcBef>
              <a:buClr>
                <a:srgbClr val="99D3FF"/>
              </a:buClr>
              <a:buFont typeface="Wingdings"/>
              <a:buChar char=""/>
              <a:tabLst>
                <a:tab pos="527050" algn="l"/>
              </a:tabLst>
            </a:pPr>
            <a:r>
              <a:rPr sz="1800" b="1" dirty="0">
                <a:solidFill>
                  <a:srgbClr val="D9D9D9"/>
                </a:solidFill>
                <a:latin typeface="Trebuchet MS"/>
                <a:cs typeface="Trebuchet MS"/>
              </a:rPr>
              <a:t>Most</a:t>
            </a:r>
            <a:r>
              <a:rPr sz="18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00" dirty="0">
                <a:solidFill>
                  <a:srgbClr val="D9D9D9"/>
                </a:solidFill>
                <a:latin typeface="Trebuchet MS"/>
                <a:cs typeface="Trebuchet MS"/>
              </a:rPr>
              <a:t>query</a:t>
            </a:r>
            <a:r>
              <a:rPr sz="1800" b="1" spc="-7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85" dirty="0">
                <a:solidFill>
                  <a:srgbClr val="D9D9D9"/>
                </a:solidFill>
                <a:latin typeface="Trebuchet MS"/>
                <a:cs typeface="Trebuchet MS"/>
              </a:rPr>
              <a:t>time</a:t>
            </a:r>
            <a:r>
              <a:rPr sz="18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70" dirty="0">
                <a:solidFill>
                  <a:srgbClr val="D9D9D9"/>
                </a:solidFill>
                <a:latin typeface="Trebuchet MS"/>
                <a:cs typeface="Trebuchet MS"/>
              </a:rPr>
              <a:t>for</a:t>
            </a:r>
            <a:r>
              <a:rPr sz="18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80" dirty="0">
                <a:solidFill>
                  <a:srgbClr val="D9D9D9"/>
                </a:solidFill>
                <a:latin typeface="Trebuchet MS"/>
                <a:cs typeface="Trebuchet MS"/>
              </a:rPr>
              <a:t>table</a:t>
            </a:r>
            <a:r>
              <a:rPr sz="18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D9D9D9"/>
                </a:solidFill>
                <a:latin typeface="Trebuchet MS"/>
                <a:cs typeface="Trebuchet MS"/>
              </a:rPr>
              <a:t>scan</a:t>
            </a:r>
            <a:endParaRPr sz="1800">
              <a:latin typeface="Trebuchet MS"/>
              <a:cs typeface="Trebuchet MS"/>
            </a:endParaRPr>
          </a:p>
          <a:p>
            <a:pPr marL="527050" lvl="1" indent="-285750">
              <a:lnSpc>
                <a:spcPct val="100000"/>
              </a:lnSpc>
              <a:spcBef>
                <a:spcPts val="1689"/>
              </a:spcBef>
              <a:buClr>
                <a:srgbClr val="99D3FF"/>
              </a:buClr>
              <a:buFont typeface="Wingdings"/>
              <a:buChar char=""/>
              <a:tabLst>
                <a:tab pos="527050" algn="l"/>
              </a:tabLst>
            </a:pPr>
            <a:r>
              <a:rPr sz="1800" b="1" spc="-10" dirty="0">
                <a:solidFill>
                  <a:srgbClr val="D9D9D9"/>
                </a:solidFill>
                <a:latin typeface="Trebuchet MS"/>
                <a:cs typeface="Trebuchet MS"/>
              </a:rPr>
              <a:t>Dimensions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8094" y="139064"/>
            <a:ext cx="28282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Retention</a:t>
            </a:r>
            <a:r>
              <a:rPr spc="-75" dirty="0"/>
              <a:t> </a:t>
            </a:r>
            <a:r>
              <a:rPr spc="-10" dirty="0"/>
              <a:t>period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89201" y="1314450"/>
            <a:ext cx="5741670" cy="2466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indent="-285750">
              <a:lnSpc>
                <a:spcPct val="100000"/>
              </a:lnSpc>
              <a:spcBef>
                <a:spcPts val="100"/>
              </a:spcBef>
              <a:buClr>
                <a:srgbClr val="99D3FF"/>
              </a:buClr>
              <a:buFont typeface="Wingdings"/>
              <a:buChar char=""/>
              <a:tabLst>
                <a:tab pos="316865" algn="l"/>
              </a:tabLst>
            </a:pPr>
            <a:r>
              <a:rPr sz="1800" b="1" spc="-35" dirty="0">
                <a:solidFill>
                  <a:srgbClr val="D9D9D9"/>
                </a:solidFill>
                <a:latin typeface="Trebuchet MS"/>
                <a:cs typeface="Trebuchet MS"/>
              </a:rPr>
              <a:t>Best</a:t>
            </a:r>
            <a:r>
              <a:rPr sz="18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90" dirty="0">
                <a:solidFill>
                  <a:srgbClr val="D9D9D9"/>
                </a:solidFill>
                <a:latin typeface="Trebuchet MS"/>
                <a:cs typeface="Trebuchet MS"/>
              </a:rPr>
              <a:t>Practice</a:t>
            </a:r>
            <a:r>
              <a:rPr sz="1800" b="1" spc="-13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105" dirty="0">
                <a:solidFill>
                  <a:srgbClr val="D9D9D9"/>
                </a:solidFill>
                <a:latin typeface="Trebuchet MS"/>
                <a:cs typeface="Trebuchet MS"/>
              </a:rPr>
              <a:t>#1:</a:t>
            </a:r>
            <a:r>
              <a:rPr sz="1800" b="1" spc="-8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D9D9D9"/>
                </a:solidFill>
                <a:latin typeface="Trebuchet MS"/>
                <a:cs typeface="Trebuchet MS"/>
              </a:rPr>
              <a:t>Staging</a:t>
            </a:r>
            <a:r>
              <a:rPr sz="18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55" dirty="0">
                <a:solidFill>
                  <a:srgbClr val="D9D9D9"/>
                </a:solidFill>
                <a:latin typeface="Trebuchet MS"/>
                <a:cs typeface="Trebuchet MS"/>
              </a:rPr>
              <a:t>database</a:t>
            </a:r>
            <a:r>
              <a:rPr sz="1800" b="1" spc="-17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434" dirty="0">
                <a:solidFill>
                  <a:srgbClr val="D9D9D9"/>
                </a:solidFill>
                <a:latin typeface="Trebuchet MS"/>
                <a:cs typeface="Trebuchet MS"/>
              </a:rPr>
              <a:t>–</a:t>
            </a:r>
            <a:r>
              <a:rPr sz="18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D9D9D9"/>
                </a:solidFill>
                <a:latin typeface="Trebuchet MS"/>
                <a:cs typeface="Trebuchet MS"/>
              </a:rPr>
              <a:t>0</a:t>
            </a:r>
            <a:r>
              <a:rPr sz="18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35" dirty="0">
                <a:solidFill>
                  <a:srgbClr val="D9D9D9"/>
                </a:solidFill>
                <a:latin typeface="Trebuchet MS"/>
                <a:cs typeface="Trebuchet MS"/>
              </a:rPr>
              <a:t>days</a:t>
            </a:r>
            <a:r>
              <a:rPr sz="18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45" dirty="0">
                <a:solidFill>
                  <a:srgbClr val="D9D9D9"/>
                </a:solidFill>
                <a:latin typeface="Trebuchet MS"/>
                <a:cs typeface="Trebuchet MS"/>
              </a:rPr>
              <a:t>(transient)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99D3FF"/>
              </a:buClr>
              <a:buFont typeface="Wingdings"/>
              <a:buChar char=""/>
            </a:pP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65"/>
              </a:spcBef>
              <a:buClr>
                <a:srgbClr val="99D3FF"/>
              </a:buClr>
              <a:buFont typeface="Wingdings"/>
              <a:buChar char=""/>
            </a:pPr>
            <a:endParaRPr sz="1800">
              <a:latin typeface="Trebuchet MS"/>
              <a:cs typeface="Trebuchet MS"/>
            </a:endParaRPr>
          </a:p>
          <a:p>
            <a:pPr marL="298450" indent="-285750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298450" algn="l"/>
              </a:tabLst>
            </a:pPr>
            <a:r>
              <a:rPr sz="1800" b="1" spc="-35" dirty="0">
                <a:solidFill>
                  <a:srgbClr val="D9D9D9"/>
                </a:solidFill>
                <a:latin typeface="Trebuchet MS"/>
                <a:cs typeface="Trebuchet MS"/>
              </a:rPr>
              <a:t>Best</a:t>
            </a:r>
            <a:r>
              <a:rPr sz="1800" b="1" spc="-1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90" dirty="0">
                <a:solidFill>
                  <a:srgbClr val="D9D9D9"/>
                </a:solidFill>
                <a:latin typeface="Trebuchet MS"/>
                <a:cs typeface="Trebuchet MS"/>
              </a:rPr>
              <a:t>Practice</a:t>
            </a:r>
            <a:r>
              <a:rPr sz="1800" b="1" spc="-1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45" dirty="0">
                <a:solidFill>
                  <a:srgbClr val="D9D9D9"/>
                </a:solidFill>
                <a:latin typeface="Trebuchet MS"/>
                <a:cs typeface="Trebuchet MS"/>
              </a:rPr>
              <a:t>#2</a:t>
            </a:r>
            <a:r>
              <a:rPr sz="18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434" dirty="0">
                <a:solidFill>
                  <a:srgbClr val="D9D9D9"/>
                </a:solidFill>
                <a:latin typeface="Trebuchet MS"/>
                <a:cs typeface="Trebuchet MS"/>
              </a:rPr>
              <a:t>–</a:t>
            </a:r>
            <a:r>
              <a:rPr sz="1800" b="1" spc="-13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75" dirty="0">
                <a:solidFill>
                  <a:srgbClr val="D9D9D9"/>
                </a:solidFill>
                <a:latin typeface="Trebuchet MS"/>
                <a:cs typeface="Trebuchet MS"/>
              </a:rPr>
              <a:t>Production</a:t>
            </a:r>
            <a:r>
              <a:rPr sz="18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434" dirty="0">
                <a:solidFill>
                  <a:srgbClr val="D9D9D9"/>
                </a:solidFill>
                <a:latin typeface="Trebuchet MS"/>
                <a:cs typeface="Trebuchet MS"/>
              </a:rPr>
              <a:t>–</a:t>
            </a:r>
            <a:r>
              <a:rPr sz="1800" b="1" spc="-12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dirty="0">
                <a:solidFill>
                  <a:srgbClr val="D9D9D9"/>
                </a:solidFill>
                <a:latin typeface="Trebuchet MS"/>
                <a:cs typeface="Trebuchet MS"/>
              </a:rPr>
              <a:t>4-</a:t>
            </a:r>
            <a:r>
              <a:rPr sz="1800" b="1" spc="-50" dirty="0">
                <a:solidFill>
                  <a:srgbClr val="D9D9D9"/>
                </a:solidFill>
                <a:latin typeface="Trebuchet MS"/>
                <a:cs typeface="Trebuchet MS"/>
              </a:rPr>
              <a:t>7</a:t>
            </a:r>
            <a:r>
              <a:rPr sz="1800" b="1" spc="-10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35" dirty="0">
                <a:solidFill>
                  <a:srgbClr val="D9D9D9"/>
                </a:solidFill>
                <a:latin typeface="Trebuchet MS"/>
                <a:cs typeface="Trebuchet MS"/>
              </a:rPr>
              <a:t>days</a:t>
            </a:r>
            <a:r>
              <a:rPr sz="1800" b="1" spc="-13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85" dirty="0">
                <a:solidFill>
                  <a:srgbClr val="D9D9D9"/>
                </a:solidFill>
                <a:latin typeface="Trebuchet MS"/>
                <a:cs typeface="Trebuchet MS"/>
              </a:rPr>
              <a:t>(1</a:t>
            </a:r>
            <a:r>
              <a:rPr sz="18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65" dirty="0">
                <a:solidFill>
                  <a:srgbClr val="D9D9D9"/>
                </a:solidFill>
                <a:latin typeface="Trebuchet MS"/>
                <a:cs typeface="Trebuchet MS"/>
              </a:rPr>
              <a:t>day</a:t>
            </a:r>
            <a:r>
              <a:rPr sz="18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D9D9D9"/>
                </a:solidFill>
                <a:latin typeface="Trebuchet MS"/>
                <a:cs typeface="Trebuchet MS"/>
              </a:rPr>
              <a:t>min)</a:t>
            </a: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99D3FF"/>
              </a:buClr>
              <a:buFont typeface="Wingdings"/>
              <a:buChar char=""/>
            </a:pPr>
            <a:endParaRPr sz="18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buClr>
                <a:srgbClr val="99D3FF"/>
              </a:buClr>
              <a:buFont typeface="Wingdings"/>
              <a:buChar char=""/>
            </a:pPr>
            <a:endParaRPr sz="1800">
              <a:latin typeface="Trebuchet MS"/>
              <a:cs typeface="Trebuchet MS"/>
            </a:endParaRPr>
          </a:p>
          <a:p>
            <a:pPr marL="346075" indent="-285750">
              <a:lnSpc>
                <a:spcPct val="100000"/>
              </a:lnSpc>
              <a:buClr>
                <a:srgbClr val="99D3FF"/>
              </a:buClr>
              <a:buFont typeface="Wingdings"/>
              <a:buChar char=""/>
              <a:tabLst>
                <a:tab pos="346075" algn="l"/>
              </a:tabLst>
            </a:pPr>
            <a:r>
              <a:rPr sz="1800" b="1" spc="-35" dirty="0">
                <a:solidFill>
                  <a:srgbClr val="D9D9D9"/>
                </a:solidFill>
                <a:latin typeface="Trebuchet MS"/>
                <a:cs typeface="Trebuchet MS"/>
              </a:rPr>
              <a:t>Best</a:t>
            </a:r>
            <a:r>
              <a:rPr sz="18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90" dirty="0">
                <a:solidFill>
                  <a:srgbClr val="D9D9D9"/>
                </a:solidFill>
                <a:latin typeface="Trebuchet MS"/>
                <a:cs typeface="Trebuchet MS"/>
              </a:rPr>
              <a:t>Practice</a:t>
            </a:r>
            <a:r>
              <a:rPr sz="1800" b="1" spc="-13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45" dirty="0">
                <a:solidFill>
                  <a:srgbClr val="D9D9D9"/>
                </a:solidFill>
                <a:latin typeface="Trebuchet MS"/>
                <a:cs typeface="Trebuchet MS"/>
              </a:rPr>
              <a:t>#3</a:t>
            </a:r>
            <a:r>
              <a:rPr sz="1800" b="1" spc="-9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434" dirty="0">
                <a:solidFill>
                  <a:srgbClr val="D9D9D9"/>
                </a:solidFill>
                <a:latin typeface="Trebuchet MS"/>
                <a:cs typeface="Trebuchet MS"/>
              </a:rPr>
              <a:t>–</a:t>
            </a:r>
            <a:r>
              <a:rPr sz="18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85" dirty="0">
                <a:solidFill>
                  <a:srgbClr val="D9D9D9"/>
                </a:solidFill>
                <a:latin typeface="Trebuchet MS"/>
                <a:cs typeface="Trebuchet MS"/>
              </a:rPr>
              <a:t>Large</a:t>
            </a:r>
            <a:r>
              <a:rPr sz="1800" b="1" spc="-114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30" dirty="0">
                <a:solidFill>
                  <a:srgbClr val="D9D9D9"/>
                </a:solidFill>
                <a:latin typeface="Trebuchet MS"/>
                <a:cs typeface="Trebuchet MS"/>
              </a:rPr>
              <a:t>high-</a:t>
            </a:r>
            <a:r>
              <a:rPr sz="1800" b="1" spc="-95" dirty="0">
                <a:solidFill>
                  <a:srgbClr val="D9D9D9"/>
                </a:solidFill>
                <a:latin typeface="Trebuchet MS"/>
                <a:cs typeface="Trebuchet MS"/>
              </a:rPr>
              <a:t>churn </a:t>
            </a:r>
            <a:r>
              <a:rPr sz="1800" b="1" spc="-55" dirty="0">
                <a:solidFill>
                  <a:srgbClr val="D9D9D9"/>
                </a:solidFill>
                <a:latin typeface="Trebuchet MS"/>
                <a:cs typeface="Trebuchet MS"/>
              </a:rPr>
              <a:t>tables</a:t>
            </a:r>
            <a:r>
              <a:rPr sz="1800" b="1" spc="-105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434" dirty="0">
                <a:solidFill>
                  <a:srgbClr val="D9D9D9"/>
                </a:solidFill>
                <a:latin typeface="Trebuchet MS"/>
                <a:cs typeface="Trebuchet MS"/>
              </a:rPr>
              <a:t>–</a:t>
            </a:r>
            <a:r>
              <a:rPr sz="18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50" dirty="0">
                <a:solidFill>
                  <a:srgbClr val="D9D9D9"/>
                </a:solidFill>
                <a:latin typeface="Trebuchet MS"/>
                <a:cs typeface="Trebuchet MS"/>
              </a:rPr>
              <a:t>0</a:t>
            </a:r>
            <a:r>
              <a:rPr sz="1800" b="1" spc="-120" dirty="0">
                <a:solidFill>
                  <a:srgbClr val="D9D9D9"/>
                </a:solidFill>
                <a:latin typeface="Trebuchet MS"/>
                <a:cs typeface="Trebuchet MS"/>
              </a:rPr>
              <a:t> </a:t>
            </a:r>
            <a:r>
              <a:rPr sz="1800" b="1" spc="-20" dirty="0">
                <a:solidFill>
                  <a:srgbClr val="D9D9D9"/>
                </a:solidFill>
                <a:latin typeface="Trebuchet MS"/>
                <a:cs typeface="Trebuchet MS"/>
              </a:rPr>
              <a:t>days</a:t>
            </a:r>
            <a:endParaRPr sz="1800">
              <a:latin typeface="Trebuchet MS"/>
              <a:cs typeface="Trebuchet MS"/>
            </a:endParaRPr>
          </a:p>
          <a:p>
            <a:pPr marL="346710">
              <a:lnSpc>
                <a:spcPct val="100000"/>
              </a:lnSpc>
              <a:spcBef>
                <a:spcPts val="1090"/>
              </a:spcBef>
            </a:pPr>
            <a:r>
              <a:rPr sz="1800" b="1" spc="-10" dirty="0">
                <a:solidFill>
                  <a:srgbClr val="D9D9D9"/>
                </a:solidFill>
                <a:latin typeface="Trebuchet MS"/>
                <a:cs typeface="Trebuchet MS"/>
              </a:rPr>
              <a:t>(transient)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1555" y="3803903"/>
            <a:ext cx="6675120" cy="80620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828800" y="3831996"/>
            <a:ext cx="6573520" cy="710565"/>
            <a:chOff x="1828800" y="3831996"/>
            <a:chExt cx="6573520" cy="71056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8800" y="3831996"/>
              <a:ext cx="6573011" cy="71018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02508" y="3874007"/>
              <a:ext cx="630174" cy="34518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84420" y="3874007"/>
              <a:ext cx="994410" cy="34518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61632" y="3874007"/>
              <a:ext cx="805433" cy="345186"/>
            </a:xfrm>
            <a:prstGeom prst="rect">
              <a:avLst/>
            </a:prstGeom>
          </p:spPr>
        </p:pic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824037" y="3827233"/>
          <a:ext cx="6572884" cy="709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5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8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91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373737"/>
                      </a:solidFill>
                      <a:prstDash val="solid"/>
                    </a:lnL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200" b="1" spc="-10" dirty="0">
                          <a:solidFill>
                            <a:srgbClr val="F1F1F1"/>
                          </a:solidFill>
                          <a:latin typeface="Arial"/>
                          <a:cs typeface="Arial"/>
                        </a:rPr>
                        <a:t>Active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200" b="1" spc="-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Time</a:t>
                      </a:r>
                      <a:r>
                        <a:rPr sz="12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Travel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3838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2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Fail</a:t>
                      </a:r>
                      <a:r>
                        <a:rPr sz="1200" b="1" spc="-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Safe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93345" marB="0">
                    <a:lnR w="9525">
                      <a:solidFill>
                        <a:srgbClr val="373737"/>
                      </a:solidFill>
                      <a:prstDash val="solid"/>
                    </a:lnR>
                    <a:lnB w="28575">
                      <a:solidFill>
                        <a:srgbClr val="FFFFFF"/>
                      </a:solidFill>
                      <a:prstDash val="solid"/>
                    </a:lnB>
                    <a:solidFill>
                      <a:srgbClr val="383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455">
                <a:tc>
                  <a:txBody>
                    <a:bodyPr/>
                    <a:lstStyle/>
                    <a:p>
                      <a:pPr marL="16065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400" spc="-10" dirty="0">
                          <a:latin typeface="Bahnschrift"/>
                          <a:cs typeface="Bahnschrift"/>
                        </a:rPr>
                        <a:t>Timeout</a:t>
                      </a:r>
                      <a:endParaRPr sz="1400">
                        <a:latin typeface="Bahnschrift"/>
                        <a:cs typeface="Bahnschrift"/>
                      </a:endParaRPr>
                    </a:p>
                  </a:txBody>
                  <a:tcPr marL="0" marR="0" marT="6286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EDEDE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20" dirty="0">
                          <a:latin typeface="Bahnschrift"/>
                          <a:cs typeface="Bahnschrift"/>
                        </a:rPr>
                        <a:t>20GB</a:t>
                      </a:r>
                      <a:endParaRPr sz="1600">
                        <a:latin typeface="Bahnschrift"/>
                        <a:cs typeface="Bahnschrift"/>
                      </a:endParaRPr>
                    </a:p>
                  </a:txBody>
                  <a:tcPr marL="0" marR="0" marT="4635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EDEDE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Bahnschrift"/>
                          <a:cs typeface="Bahnschrift"/>
                        </a:rPr>
                        <a:t>400GB</a:t>
                      </a:r>
                      <a:endParaRPr sz="1600">
                        <a:latin typeface="Bahnschrift"/>
                        <a:cs typeface="Bahnschrift"/>
                      </a:endParaRPr>
                    </a:p>
                  </a:txBody>
                  <a:tcPr marL="0" marR="0" marT="4635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EDEDE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spc="-10" dirty="0">
                          <a:latin typeface="Bahnschrift"/>
                          <a:cs typeface="Bahnschrift"/>
                        </a:rPr>
                        <a:t>2.8TB</a:t>
                      </a:r>
                      <a:endParaRPr sz="1600">
                        <a:latin typeface="Bahnschrift"/>
                        <a:cs typeface="Bahnschrift"/>
                      </a:endParaRPr>
                    </a:p>
                  </a:txBody>
                  <a:tcPr marL="0" marR="0" marT="46355" marB="0">
                    <a:lnL w="9525">
                      <a:solidFill>
                        <a:srgbClr val="373737"/>
                      </a:solidFill>
                      <a:prstDash val="solid"/>
                    </a:lnL>
                    <a:lnR w="9525">
                      <a:solidFill>
                        <a:srgbClr val="373737"/>
                      </a:solidFill>
                      <a:prstDash val="solid"/>
                    </a:lnR>
                    <a:lnT w="2857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373737"/>
                      </a:solidFill>
                      <a:prstDash val="solid"/>
                    </a:lnB>
                    <a:solidFill>
                      <a:srgbClr val="DEDEDE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5079</Words>
  <Application>Microsoft Office PowerPoint</Application>
  <PresentationFormat>On-screen Show (16:9)</PresentationFormat>
  <Paragraphs>1693</Paragraphs>
  <Slides>178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178</vt:i4>
      </vt:variant>
    </vt:vector>
  </HeadingPairs>
  <TitlesOfParts>
    <vt:vector size="191" baseType="lpstr">
      <vt:lpstr>Arial</vt:lpstr>
      <vt:lpstr>Arial MT</vt:lpstr>
      <vt:lpstr>Bahnschrift</vt:lpstr>
      <vt:lpstr>Calibri</vt:lpstr>
      <vt:lpstr>Courier New</vt:lpstr>
      <vt:lpstr>Lucida Console</vt:lpstr>
      <vt:lpstr>Lucida Sans Unicode</vt:lpstr>
      <vt:lpstr>Segoe UI</vt:lpstr>
      <vt:lpstr>Tahoma</vt:lpstr>
      <vt:lpstr>Times New Roman</vt:lpstr>
      <vt:lpstr>Trebuchet MS</vt:lpstr>
      <vt:lpstr>Wingdings</vt:lpstr>
      <vt:lpstr>Office Theme</vt:lpstr>
      <vt:lpstr>Snowflake</vt:lpstr>
      <vt:lpstr>Snowflake Architecture</vt:lpstr>
      <vt:lpstr>Snowflake Architecture</vt:lpstr>
      <vt:lpstr>Virtual Warehouse Sizes</vt:lpstr>
      <vt:lpstr>Multi-Clustering</vt:lpstr>
      <vt:lpstr>Multi-Clustering</vt:lpstr>
      <vt:lpstr>Multi-Clustering</vt:lpstr>
      <vt:lpstr>Multi-Clustering</vt:lpstr>
      <vt:lpstr>Scaling policy</vt:lpstr>
      <vt:lpstr>Scaling policy</vt:lpstr>
      <vt:lpstr>Data Warehousing</vt:lpstr>
      <vt:lpstr>What is a data warehouse?</vt:lpstr>
      <vt:lpstr>What is a data warehouse?</vt:lpstr>
      <vt:lpstr>Different layers</vt:lpstr>
      <vt:lpstr>What is a data warehouse?</vt:lpstr>
      <vt:lpstr>Different layers</vt:lpstr>
      <vt:lpstr>Different layers</vt:lpstr>
      <vt:lpstr>Snowflake Editions</vt:lpstr>
      <vt:lpstr>Snowflake Editions</vt:lpstr>
      <vt:lpstr>Snowflake Editions</vt:lpstr>
      <vt:lpstr>Snowflake Pricing</vt:lpstr>
      <vt:lpstr>Snowflake Pricing</vt:lpstr>
      <vt:lpstr>Snowflake Pricing</vt:lpstr>
      <vt:lpstr>Snowflake Pricing</vt:lpstr>
      <vt:lpstr>Virtual Warehouse Sizes</vt:lpstr>
      <vt:lpstr>Snowflake Pricing</vt:lpstr>
      <vt:lpstr>Snowflake Pricing</vt:lpstr>
      <vt:lpstr>Snowflake Roles</vt:lpstr>
      <vt:lpstr>Snowflake Roles</vt:lpstr>
      <vt:lpstr>Snowflake Roles</vt:lpstr>
      <vt:lpstr>Loading Data</vt:lpstr>
      <vt:lpstr>Loading Data</vt:lpstr>
      <vt:lpstr>Understanding Stages</vt:lpstr>
      <vt:lpstr>Understanding Stages</vt:lpstr>
      <vt:lpstr>Copy Options</vt:lpstr>
      <vt:lpstr>Copy Options</vt:lpstr>
      <vt:lpstr>Copy Options</vt:lpstr>
      <vt:lpstr>Copy Options</vt:lpstr>
      <vt:lpstr>Copy Options</vt:lpstr>
      <vt:lpstr>Copy Options</vt:lpstr>
      <vt:lpstr>Copy Options</vt:lpstr>
      <vt:lpstr>Copy Options</vt:lpstr>
      <vt:lpstr>Copy Options</vt:lpstr>
      <vt:lpstr>Copy Options</vt:lpstr>
      <vt:lpstr>Copy Options</vt:lpstr>
      <vt:lpstr>Load unstructured data</vt:lpstr>
      <vt:lpstr>Performance Optimization</vt:lpstr>
      <vt:lpstr>Performance Optimization</vt:lpstr>
      <vt:lpstr>Performance Optimization</vt:lpstr>
      <vt:lpstr>Performance Optimization</vt:lpstr>
      <vt:lpstr>How does it work in Snowflake?</vt:lpstr>
      <vt:lpstr>What is our job?</vt:lpstr>
      <vt:lpstr>Performance aspects</vt:lpstr>
      <vt:lpstr>Dedicated virtual warehouse</vt:lpstr>
      <vt:lpstr>Dedicated virtual warehouse</vt:lpstr>
      <vt:lpstr>Considerations</vt:lpstr>
      <vt:lpstr>How does it work in Snowflake?</vt:lpstr>
      <vt:lpstr>Scaling Up/Down</vt:lpstr>
      <vt:lpstr>Scaling Out</vt:lpstr>
      <vt:lpstr>Scaling Out</vt:lpstr>
      <vt:lpstr>Caching</vt:lpstr>
      <vt:lpstr>What can we do?</vt:lpstr>
      <vt:lpstr>Clustering in Snowflake</vt:lpstr>
      <vt:lpstr>What is a cluster key?</vt:lpstr>
      <vt:lpstr>What is a cluster key?</vt:lpstr>
      <vt:lpstr>PowerPoint Presentation</vt:lpstr>
      <vt:lpstr>What is a cluster key?</vt:lpstr>
      <vt:lpstr>What is a cluster key?</vt:lpstr>
      <vt:lpstr>PowerPoint Presentation</vt:lpstr>
      <vt:lpstr>When to cluster?</vt:lpstr>
      <vt:lpstr>How to cluster?</vt:lpstr>
      <vt:lpstr>Clustering in Snowflake</vt:lpstr>
      <vt:lpstr>Clustering in Snowflake</vt:lpstr>
      <vt:lpstr>Snowpipe</vt:lpstr>
      <vt:lpstr>What is Snowpipe?</vt:lpstr>
      <vt:lpstr>Snowpipe</vt:lpstr>
      <vt:lpstr>Setting up Snowpipe</vt:lpstr>
      <vt:lpstr>Fail Safe and Time Travel</vt:lpstr>
      <vt:lpstr>Time Travel</vt:lpstr>
      <vt:lpstr>Fail Safe</vt:lpstr>
      <vt:lpstr>Fail Safe</vt:lpstr>
      <vt:lpstr>Continuous Data Protection Lifecycle</vt:lpstr>
      <vt:lpstr>Table Types</vt:lpstr>
      <vt:lpstr>Table types</vt:lpstr>
      <vt:lpstr>Table types</vt:lpstr>
      <vt:lpstr>Table types notes</vt:lpstr>
      <vt:lpstr>Zero Copy Cloning</vt:lpstr>
      <vt:lpstr>Zero-Copy Cloning</vt:lpstr>
      <vt:lpstr>Zero-Copy Cloning</vt:lpstr>
      <vt:lpstr>Swapping</vt:lpstr>
      <vt:lpstr>Swapping Tables</vt:lpstr>
      <vt:lpstr>Swapping</vt:lpstr>
      <vt:lpstr>Swapping</vt:lpstr>
      <vt:lpstr>Swaping Tables</vt:lpstr>
      <vt:lpstr>Data Sharing</vt:lpstr>
      <vt:lpstr>Data Sharing</vt:lpstr>
      <vt:lpstr>Data Sharing</vt:lpstr>
      <vt:lpstr>Data Sharing</vt:lpstr>
      <vt:lpstr>Data Sharing</vt:lpstr>
      <vt:lpstr>Data Sharing</vt:lpstr>
      <vt:lpstr>Data Sharing with Non Snowflake Users</vt:lpstr>
      <vt:lpstr>Sharing with Non Snowflake users</vt:lpstr>
      <vt:lpstr>Data Sampling</vt:lpstr>
      <vt:lpstr>Data Sampling</vt:lpstr>
      <vt:lpstr>Data Sampling</vt:lpstr>
      <vt:lpstr>Data Sampling</vt:lpstr>
      <vt:lpstr>Data Sampling Methods</vt:lpstr>
      <vt:lpstr>Data Sampling Methods</vt:lpstr>
      <vt:lpstr>Data Sampling</vt:lpstr>
      <vt:lpstr>Tasks &amp; Streams</vt:lpstr>
      <vt:lpstr>Scheduling Tasks</vt:lpstr>
      <vt:lpstr>Tree of Tasks</vt:lpstr>
      <vt:lpstr>Tree of Tasks</vt:lpstr>
      <vt:lpstr>Streams</vt:lpstr>
      <vt:lpstr>Streams</vt:lpstr>
      <vt:lpstr>Streams</vt:lpstr>
      <vt:lpstr>Streams</vt:lpstr>
      <vt:lpstr>Streams</vt:lpstr>
      <vt:lpstr>Streams</vt:lpstr>
      <vt:lpstr>Streams</vt:lpstr>
      <vt:lpstr>Streams</vt:lpstr>
      <vt:lpstr>Streams</vt:lpstr>
      <vt:lpstr>Streams</vt:lpstr>
      <vt:lpstr>Streams</vt:lpstr>
      <vt:lpstr>Streams</vt:lpstr>
      <vt:lpstr>Types of streams</vt:lpstr>
      <vt:lpstr>Syntax</vt:lpstr>
      <vt:lpstr>Materialized Views</vt:lpstr>
      <vt:lpstr>Materialized views</vt:lpstr>
      <vt:lpstr>Materialized views</vt:lpstr>
      <vt:lpstr>What is a materialized view?</vt:lpstr>
      <vt:lpstr>When to use MV?</vt:lpstr>
      <vt:lpstr>When to use MV?</vt:lpstr>
      <vt:lpstr>When to use MV?</vt:lpstr>
      <vt:lpstr>Alternative – streams &amp; tasks</vt:lpstr>
      <vt:lpstr>When to use MV?</vt:lpstr>
      <vt:lpstr>Limitations</vt:lpstr>
      <vt:lpstr>Limitations</vt:lpstr>
      <vt:lpstr>Limitations</vt:lpstr>
      <vt:lpstr>Limitations</vt:lpstr>
      <vt:lpstr>Data Masking</vt:lpstr>
      <vt:lpstr>Data Masking</vt:lpstr>
      <vt:lpstr>Data Masking</vt:lpstr>
      <vt:lpstr>Data Masking</vt:lpstr>
      <vt:lpstr>Access Control</vt:lpstr>
      <vt:lpstr>Access Control</vt:lpstr>
      <vt:lpstr>Access Control</vt:lpstr>
      <vt:lpstr>Access Control</vt:lpstr>
      <vt:lpstr>Securable objects</vt:lpstr>
      <vt:lpstr>Access Control</vt:lpstr>
      <vt:lpstr>Key concepts</vt:lpstr>
      <vt:lpstr>Snowflake Roles</vt:lpstr>
      <vt:lpstr>Snowflake Roles</vt:lpstr>
      <vt:lpstr>Snowflake Roles</vt:lpstr>
      <vt:lpstr>ACCOUNTADMIN</vt:lpstr>
      <vt:lpstr>ACCOUNTADMIN</vt:lpstr>
      <vt:lpstr>ACCOUNTADMIN</vt:lpstr>
      <vt:lpstr>ACCOUNTADMIN</vt:lpstr>
      <vt:lpstr>ACCOUNTADMIN</vt:lpstr>
      <vt:lpstr>SECURITYADMIN</vt:lpstr>
      <vt:lpstr>SECURITYADMIN</vt:lpstr>
      <vt:lpstr>SYSADMIN</vt:lpstr>
      <vt:lpstr>SYSADMIN</vt:lpstr>
      <vt:lpstr>Custom roles</vt:lpstr>
      <vt:lpstr>USERADMIN</vt:lpstr>
      <vt:lpstr>PUBLIC</vt:lpstr>
      <vt:lpstr>PUBLIC</vt:lpstr>
      <vt:lpstr>Snowflake &amp; Other Tools</vt:lpstr>
      <vt:lpstr>Snowflake &amp; other tools</vt:lpstr>
      <vt:lpstr>Snowflake &amp; other tools</vt:lpstr>
      <vt:lpstr>Snowflake &amp; other tools</vt:lpstr>
      <vt:lpstr>Best Practices</vt:lpstr>
      <vt:lpstr>Best practices</vt:lpstr>
      <vt:lpstr>How does it work in Snowflake?</vt:lpstr>
      <vt:lpstr>Virtual warehouse</vt:lpstr>
      <vt:lpstr>Table design</vt:lpstr>
      <vt:lpstr>Table design</vt:lpstr>
      <vt:lpstr>Retention period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Snowflake MasterClass</dc:title>
  <dc:creator>Niko Schuler</dc:creator>
  <cp:lastModifiedBy>Vikash Verma</cp:lastModifiedBy>
  <cp:revision>2</cp:revision>
  <dcterms:created xsi:type="dcterms:W3CDTF">2026-04-08T16:21:51Z</dcterms:created>
  <dcterms:modified xsi:type="dcterms:W3CDTF">2026-04-08T16:25:42Z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2021-09-29T00:00:00Z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2026-04-08T00:00:00Z</vt:filetime>
  </property>
  <property fmtid="{D5CDD505-2E9C-101B-9397-08002B2CF9AE}" pid="5" name="Producer">
    <vt:lpwstr>Microsoft® PowerPoint® for Microsoft 365</vt:lpwstr>
  </property>
</Properties>
</file>