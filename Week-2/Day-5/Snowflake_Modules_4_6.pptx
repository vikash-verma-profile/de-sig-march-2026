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4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2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85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0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0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2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4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76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3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3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694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</a:t>
            </a:r>
            <a:r>
              <a:rPr dirty="0"/>
              <a:t>Loading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 data ingestion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Internal stage</a:t>
            </a:r>
          </a:p>
          <a:p>
            <a:r>
              <a:t>- External stage (S3, Azure Blob, GCS)</a:t>
            </a:r>
          </a:p>
          <a:p>
            <a:r>
              <a:t>- Used for loading/unloading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vs External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Internal: Snowflake managed</a:t>
            </a:r>
          </a:p>
          <a:p>
            <a:r>
              <a:t>- External: Cloud storage integration</a:t>
            </a:r>
          </a:p>
          <a:p>
            <a:r>
              <a:t>- Secure credentials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CSV, JSON, Parquet</a:t>
            </a:r>
          </a:p>
          <a:p>
            <a:r>
              <a:t>- Defined as file format objects</a:t>
            </a:r>
          </a:p>
          <a:p>
            <a:r>
              <a:t>- Supports compression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 INTO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Load data into tables</a:t>
            </a:r>
          </a:p>
          <a:p>
            <a:r>
              <a:t>- Parallel processing</a:t>
            </a:r>
          </a:p>
          <a:p>
            <a:r>
              <a:t>- High performance ingestion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Load multiple files at once</a:t>
            </a:r>
          </a:p>
          <a:p>
            <a:r>
              <a:t>- Efficient for large datasets</a:t>
            </a:r>
          </a:p>
          <a:p>
            <a:r>
              <a:t>- Uses staging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Data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CSV format</a:t>
            </a:r>
          </a:p>
          <a:p>
            <a:r>
              <a:t>- Fixed schema</a:t>
            </a:r>
          </a:p>
          <a:p>
            <a:r>
              <a:t>- Direct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Semi-Structured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JSON, XML</a:t>
            </a:r>
          </a:p>
          <a:p>
            <a:r>
              <a:t>- VARIANT data type</a:t>
            </a:r>
          </a:p>
          <a:p>
            <a:r>
              <a:t>- Schema-on-read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Images, PDFs via external stage</a:t>
            </a:r>
          </a:p>
          <a:p>
            <a:r>
              <a:t>- Snowflake support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SnowSQL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Command line tool</a:t>
            </a:r>
          </a:p>
          <a:p>
            <a:r>
              <a:t>- Run scripts</a:t>
            </a:r>
          </a:p>
          <a:p>
            <a:r>
              <a:t>- Automate ingestion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— Continuous &amp; Advanced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ingestion techniques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Snowpipe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Continuous ingestion</a:t>
            </a:r>
          </a:p>
          <a:p>
            <a:r>
              <a:t>- Event-driven</a:t>
            </a:r>
          </a:p>
          <a:p>
            <a:r>
              <a:t>- Auto load from stage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PURGE</a:t>
            </a:r>
          </a:p>
          <a:p>
            <a:r>
              <a:t>- ON_ERROR</a:t>
            </a:r>
          </a:p>
          <a:p>
            <a:r>
              <a:t>- FORCE</a:t>
            </a:r>
          </a:p>
          <a:p>
            <a:r>
              <a:t>- MATCH_BY_COLUMN_NAME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Unloading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Export data</a:t>
            </a:r>
          </a:p>
          <a:p>
            <a:r>
              <a:t>- COPY INTO stage</a:t>
            </a:r>
          </a:p>
          <a:p>
            <a:r>
              <a:t>- Multiple formats supported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compression</a:t>
            </a:r>
          </a:p>
          <a:p>
            <a:r>
              <a:t>- Partition files</a:t>
            </a:r>
          </a:p>
          <a:p>
            <a:r>
              <a:t>- Monitor loads</a:t>
            </a:r>
          </a:p>
          <a:p>
            <a:r>
              <a:t>- Handle errors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6 — Data Processing &amp;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&amp; processing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Operate on single value</a:t>
            </a:r>
          </a:p>
          <a:p>
            <a:r>
              <a:t>- UPPER, LOWER, LENGTH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SUM, COUNT, AVG</a:t>
            </a:r>
          </a:p>
          <a:p>
            <a:r>
              <a:t>- Group-based calculations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ROW_NUMBER, RANK</a:t>
            </a:r>
          </a:p>
          <a:p>
            <a:r>
              <a:t>- LEAD/LAG</a:t>
            </a:r>
          </a:p>
          <a:p>
            <a:r>
              <a:t>- Analytical queries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Encapsulate logic</a:t>
            </a:r>
          </a:p>
          <a:p>
            <a:r>
              <a:t>- Reusable</a:t>
            </a:r>
          </a:p>
          <a:p>
            <a:r>
              <a:t>- JavaScript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Schedule jobs</a:t>
            </a:r>
          </a:p>
          <a:p>
            <a:r>
              <a:t>- Automate workflows</a:t>
            </a:r>
          </a:p>
          <a:p>
            <a:r>
              <a:t>- Cron support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Change Data Capture</a:t>
            </a:r>
          </a:p>
          <a:p>
            <a:r>
              <a:t>- Track inserts/updates/deletes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Materialized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Precomputed queries</a:t>
            </a:r>
          </a:p>
          <a:p>
            <a:r>
              <a:t>- Faster performance</a:t>
            </a:r>
          </a:p>
          <a:p>
            <a:r>
              <a:t>- Auto refresh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305</Words>
  <Application>Microsoft Office PowerPoint</Application>
  <PresentationFormat>On-screen Show (4:3)</PresentationFormat>
  <Paragraphs>84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Tw Cen MT</vt:lpstr>
      <vt:lpstr>Tw Cen MT Condensed</vt:lpstr>
      <vt:lpstr>Wingdings 3</vt:lpstr>
      <vt:lpstr>Integral</vt:lpstr>
      <vt:lpstr>Data Loading Fundamentals</vt:lpstr>
      <vt:lpstr>Snowflake Stages</vt:lpstr>
      <vt:lpstr>Internal vs External Stage</vt:lpstr>
      <vt:lpstr>File Formats</vt:lpstr>
      <vt:lpstr>COPY INTO Basics</vt:lpstr>
      <vt:lpstr>Bulk Loading</vt:lpstr>
      <vt:lpstr>Structured Data Loading</vt:lpstr>
      <vt:lpstr>Semi-Structured Data</vt:lpstr>
      <vt:lpstr>Unstructured Data</vt:lpstr>
      <vt:lpstr>SnowSQL CLI</vt:lpstr>
      <vt:lpstr>Module 5 — Continuous &amp; Advanced Loading</vt:lpstr>
      <vt:lpstr>Snowpipe</vt:lpstr>
      <vt:lpstr>COPY Options</vt:lpstr>
      <vt:lpstr>Unloading Data</vt:lpstr>
      <vt:lpstr>Best Practices</vt:lpstr>
      <vt:lpstr>Module 6 — Data Processing &amp; SQL</vt:lpstr>
      <vt:lpstr>Scalar Functions</vt:lpstr>
      <vt:lpstr>Aggregate Functions</vt:lpstr>
      <vt:lpstr>Window Functions</vt:lpstr>
      <vt:lpstr>Stored Procedures</vt:lpstr>
      <vt:lpstr>Tasks</vt:lpstr>
      <vt:lpstr>Streams</vt:lpstr>
      <vt:lpstr>Materialized Views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2026-04-06T03:13:26Z</dcterms:modified>
  <cp:category/>
</cp:coreProperties>
</file>