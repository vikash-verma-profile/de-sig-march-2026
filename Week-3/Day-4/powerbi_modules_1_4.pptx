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23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4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18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0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0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4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7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7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296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3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4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676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Architecture &amp;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Desktop → Data modeling &amp; report creation</a:t>
            </a:r>
          </a:p>
          <a:p>
            <a:r>
              <a:t>Power BI Service → Cloud publishing &amp; sharing</a:t>
            </a:r>
          </a:p>
          <a:p>
            <a:r>
              <a:t>Power BI Gateway → Secure on-prem connectivity</a:t>
            </a:r>
          </a:p>
          <a:p>
            <a:r>
              <a:t>End-to-end BI platform for analytics &amp;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report creation &amp; data modeling</a:t>
            </a:r>
          </a:p>
          <a:p>
            <a:r>
              <a:t>Includes Power Query + DAX engine</a:t>
            </a:r>
          </a:p>
          <a:p>
            <a:r>
              <a:t>Connects to multiple data sources</a:t>
            </a:r>
          </a:p>
          <a:p>
            <a:r>
              <a:t>Publish reports to Power BI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Cloud-based BI platform</a:t>
            </a:r>
          </a:p>
          <a:p>
            <a:r>
              <a:t>Share dashboards &amp; reports</a:t>
            </a:r>
          </a:p>
          <a:p>
            <a:r>
              <a:t>Supports scheduled refresh</a:t>
            </a:r>
          </a:p>
          <a:p>
            <a:r>
              <a:t>Collaboration &amp; access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on-prem data to cloud</a:t>
            </a:r>
          </a:p>
          <a:p>
            <a:r>
              <a:t>Secure data transfer</a:t>
            </a:r>
          </a:p>
          <a:p>
            <a:r>
              <a:t>Supports scheduled refresh</a:t>
            </a:r>
          </a:p>
          <a:p>
            <a:r>
              <a:t>Required for enterprise environments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vs DirectQuery vs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→ Fast performance, data stored in PBIX</a:t>
            </a:r>
          </a:p>
          <a:p>
            <a:r>
              <a:t>DirectQuery → Real-time queries on source</a:t>
            </a:r>
          </a:p>
          <a:p>
            <a:r>
              <a:t>Live Connection → Connect to SSAS/Power BI datasets</a:t>
            </a:r>
          </a:p>
          <a:p>
            <a:r>
              <a:t>Trade-off: performance vs real-time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vs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→ Collection of data used in reports</a:t>
            </a:r>
          </a:p>
          <a:p>
            <a:r>
              <a:t>Data Model → Relationships &amp; structure of data</a:t>
            </a:r>
          </a:p>
          <a:p>
            <a:r>
              <a:t>Model defines how data interacts</a:t>
            </a:r>
          </a:p>
          <a:p>
            <a:r>
              <a:t>Core of Power BI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ETL layer in Power BI Service</a:t>
            </a:r>
          </a:p>
          <a:p>
            <a:r>
              <a:t>Built using Power Query online</a:t>
            </a:r>
          </a:p>
          <a:p>
            <a:r>
              <a:t>Centralized data preparation</a:t>
            </a:r>
          </a:p>
          <a:p>
            <a:r>
              <a:t>Used across multiple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SQL, Excel, APIs, Cloud sources</a:t>
            </a:r>
          </a:p>
          <a:p>
            <a:r>
              <a:t>Import or DirectQuery modes</a:t>
            </a:r>
          </a:p>
          <a:p>
            <a:r>
              <a:t>Credential &amp; authentication management</a:t>
            </a:r>
          </a:p>
          <a:p>
            <a:r>
              <a:t>Data refresh configuration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slow visuals</a:t>
            </a:r>
          </a:p>
          <a:p>
            <a:r>
              <a:t>Analyze query execution time</a:t>
            </a:r>
          </a:p>
          <a:p>
            <a:r>
              <a:t>Optimize report performance</a:t>
            </a:r>
          </a:p>
          <a:p>
            <a:r>
              <a:t>Helps improve user experience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Query Editor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tool inside Power BI</a:t>
            </a:r>
          </a:p>
          <a:p>
            <a:r>
              <a:t>Used for data transformation</a:t>
            </a:r>
          </a:p>
          <a:p>
            <a:r>
              <a:t>Step-by-step transformation tracking</a:t>
            </a:r>
          </a:p>
          <a:p>
            <a:r>
              <a:t>UI + M code based transformations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Folding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Push transformations to source system</a:t>
            </a:r>
          </a:p>
          <a:p>
            <a:r>
              <a:t>Improves performance</a:t>
            </a:r>
          </a:p>
          <a:p>
            <a:r>
              <a:t>Reduces data movement</a:t>
            </a:r>
          </a:p>
          <a:p>
            <a:r>
              <a:t>Not all transformations support folding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duplicates</a:t>
            </a:r>
          </a:p>
          <a:p>
            <a:r>
              <a:t>Trim &amp; clean text</a:t>
            </a:r>
          </a:p>
          <a:p>
            <a:r>
              <a:t>Filter unwanted rows</a:t>
            </a:r>
          </a:p>
          <a:p>
            <a:r>
              <a:t>Standardize formats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null values</a:t>
            </a:r>
          </a:p>
          <a:p>
            <a:r>
              <a:t>Remove null rows</a:t>
            </a:r>
          </a:p>
          <a:p>
            <a:r>
              <a:t>Fill down/up values</a:t>
            </a:r>
          </a:p>
          <a:p>
            <a:r>
              <a:t>Use conditional logic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correct data types</a:t>
            </a:r>
          </a:p>
          <a:p>
            <a:r>
              <a:t>Avoid auto-detection issues</a:t>
            </a:r>
          </a:p>
          <a:p>
            <a:r>
              <a:t>Ensure model accuracy</a:t>
            </a:r>
          </a:p>
          <a:p>
            <a:r>
              <a:t>Improve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 tables (like SQL JOIN)</a:t>
            </a:r>
          </a:p>
          <a:p>
            <a:r>
              <a:t>Inner, Left, Right, Full joins</a:t>
            </a:r>
          </a:p>
          <a:p>
            <a:r>
              <a:t>Used for combining datasets</a:t>
            </a:r>
          </a:p>
          <a:p>
            <a:r>
              <a:t>Based on key columns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 tables vertically</a:t>
            </a:r>
          </a:p>
          <a:p>
            <a:r>
              <a:t>Combine similar datasets</a:t>
            </a:r>
          </a:p>
          <a:p>
            <a:r>
              <a:t>Useful for union operations</a:t>
            </a:r>
          </a:p>
          <a:p>
            <a:r>
              <a:t>Schema should match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 &amp; Unpivot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Pivot → Convert rows to columns</a:t>
            </a:r>
          </a:p>
          <a:p>
            <a:r>
              <a:t>Unpivot → Convert columns to rows</a:t>
            </a:r>
          </a:p>
          <a:p>
            <a:r>
              <a:t>Used for reshaping data</a:t>
            </a:r>
          </a:p>
          <a:p>
            <a:r>
              <a:t>Common in reporting prep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By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Aggregate data</a:t>
            </a:r>
          </a:p>
          <a:p>
            <a:r>
              <a:t>SUM, COUNT, AVG operations</a:t>
            </a:r>
          </a:p>
          <a:p>
            <a:r>
              <a:t>Create summarized tables</a:t>
            </a:r>
          </a:p>
          <a:p>
            <a:r>
              <a:t>Used in pre-aggregation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 Language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Query uses M language</a:t>
            </a:r>
          </a:p>
          <a:p>
            <a:r>
              <a:t>Functional language</a:t>
            </a:r>
          </a:p>
          <a:p>
            <a:r>
              <a:t>Each step is a transformation</a:t>
            </a:r>
          </a:p>
          <a:p>
            <a:r>
              <a:t>Advanced customization possible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vs Snowflake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 → Simple, denormalized</a:t>
            </a:r>
          </a:p>
          <a:p>
            <a:r>
              <a:t>Snowflake → Normalized structure</a:t>
            </a:r>
          </a:p>
          <a:p>
            <a:r>
              <a:t>Star preferred for performance</a:t>
            </a:r>
          </a:p>
          <a:p>
            <a:r>
              <a:t>Used in data warehousing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&amp; Dimension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 → Measures (sales, revenue)</a:t>
            </a:r>
          </a:p>
          <a:p>
            <a:r>
              <a:t>Dimension → Descriptive data (date, product)</a:t>
            </a:r>
          </a:p>
          <a:p>
            <a:r>
              <a:t>Fact linked to dimensions</a:t>
            </a:r>
          </a:p>
          <a:p>
            <a:r>
              <a:t>Core modeling concept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table connections</a:t>
            </a:r>
          </a:p>
          <a:p>
            <a:r>
              <a:t>Based on key columns</a:t>
            </a:r>
          </a:p>
          <a:p>
            <a:r>
              <a:t>Ensures proper filtering</a:t>
            </a:r>
          </a:p>
          <a:p>
            <a:r>
              <a:t>Required for analysis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Cardinality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One-to-Many (most common)</a:t>
            </a:r>
          </a:p>
          <a:p>
            <a:r>
              <a:t>Many-to-Many relationships</a:t>
            </a:r>
          </a:p>
          <a:p>
            <a:r>
              <a:t>Defines relationship behavior</a:t>
            </a:r>
          </a:p>
          <a:p>
            <a:r>
              <a:t>Impacts performance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Cross-filter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direction filtering</a:t>
            </a:r>
          </a:p>
          <a:p>
            <a:r>
              <a:t>Bi-directional filtering</a:t>
            </a:r>
          </a:p>
          <a:p>
            <a:r>
              <a:t>Controls filter flow</a:t>
            </a:r>
          </a:p>
          <a:p>
            <a:r>
              <a:t>Avoid unnecessary bi-directional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vs Inactive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→ Default relationship</a:t>
            </a:r>
          </a:p>
          <a:p>
            <a:r>
              <a:t>Inactive → Used via DAX</a:t>
            </a:r>
          </a:p>
          <a:p>
            <a:r>
              <a:t>Only one active at a time</a:t>
            </a:r>
          </a:p>
          <a:p>
            <a:r>
              <a:t>Useful for multiple date fields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Role-playing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dimension used multiple times</a:t>
            </a:r>
          </a:p>
          <a:p>
            <a:r>
              <a:t>Example: Order Date, Ship Date</a:t>
            </a:r>
          </a:p>
          <a:p>
            <a:r>
              <a:t>Handled via multiple relationships</a:t>
            </a:r>
          </a:p>
          <a:p>
            <a:r>
              <a:t>Improves flexibility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star schema</a:t>
            </a:r>
          </a:p>
          <a:p>
            <a:r>
              <a:t>Reduce columns</a:t>
            </a:r>
          </a:p>
          <a:p>
            <a:r>
              <a:t>Avoid high cardinality</a:t>
            </a:r>
          </a:p>
          <a:p>
            <a:r>
              <a:t>Use proper data types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 → Detailed data</a:t>
            </a:r>
          </a:p>
          <a:p>
            <a:r>
              <a:t>Matrix → Pivot-style view</a:t>
            </a:r>
          </a:p>
          <a:p>
            <a:r>
              <a:t>Bar/Column → Comparisons</a:t>
            </a:r>
          </a:p>
          <a:p>
            <a:r>
              <a:t>Line → Trends over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Cards → KPIs</a:t>
            </a:r>
          </a:p>
          <a:p>
            <a:r>
              <a:t>Slicers → Filters</a:t>
            </a:r>
          </a:p>
          <a:p>
            <a:r>
              <a:t>Interactive visuals</a:t>
            </a:r>
          </a:p>
          <a:p>
            <a:r>
              <a:t>User-driven analysis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Drill-down &amp; Drill-through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Drill-down → Navigate hierarchy</a:t>
            </a:r>
          </a:p>
          <a:p>
            <a:r>
              <a:t>Drill-through → Navigate pages</a:t>
            </a:r>
          </a:p>
          <a:p>
            <a:r>
              <a:t>Enhance interactivity</a:t>
            </a:r>
          </a:p>
          <a:p>
            <a:r>
              <a:t>Detailed exploration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Report-level → Entire report</a:t>
            </a:r>
          </a:p>
          <a:p>
            <a:r>
              <a:t>Page-level → Specific page</a:t>
            </a:r>
          </a:p>
          <a:p>
            <a:r>
              <a:t>Visual-level → Specific visual</a:t>
            </a:r>
          </a:p>
          <a:p>
            <a:r>
              <a:t>Control data visibility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 important data</a:t>
            </a:r>
          </a:p>
          <a:p>
            <a:r>
              <a:t>Based on rules</a:t>
            </a:r>
          </a:p>
          <a:p>
            <a:r>
              <a:t>Improve readability</a:t>
            </a:r>
          </a:p>
          <a:p>
            <a:r>
              <a:t>Used in tables &amp; charts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it simple</a:t>
            </a:r>
          </a:p>
          <a:p>
            <a:r>
              <a:t>Focus on key metrics</a:t>
            </a:r>
          </a:p>
          <a:p>
            <a:r>
              <a:t>Use consistent colors</a:t>
            </a:r>
          </a:p>
          <a:p>
            <a:r>
              <a:t>Ensure readability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648</Words>
  <Application>Microsoft Office PowerPoint</Application>
  <PresentationFormat>On-screen Show (4:3)</PresentationFormat>
  <Paragraphs>165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Tw Cen MT</vt:lpstr>
      <vt:lpstr>Tw Cen MT Condensed</vt:lpstr>
      <vt:lpstr>Wingdings 3</vt:lpstr>
      <vt:lpstr>Integral</vt:lpstr>
      <vt:lpstr>Power BI Architecture &amp; Ecosystem</vt:lpstr>
      <vt:lpstr>Power BI Desktop</vt:lpstr>
      <vt:lpstr>Power BI Service</vt:lpstr>
      <vt:lpstr>Power BI Gateway</vt:lpstr>
      <vt:lpstr>Import vs DirectQuery vs Live</vt:lpstr>
      <vt:lpstr>Dataset vs Data Model</vt:lpstr>
      <vt:lpstr>Dataflows</vt:lpstr>
      <vt:lpstr>Connecting to Data Sources</vt:lpstr>
      <vt:lpstr>Performance Analyzer</vt:lpstr>
      <vt:lpstr>Power Query Editor Overview</vt:lpstr>
      <vt:lpstr>Query Folding</vt:lpstr>
      <vt:lpstr>Data Cleaning Techniques</vt:lpstr>
      <vt:lpstr>Handling Missing Values</vt:lpstr>
      <vt:lpstr>Data Type Management</vt:lpstr>
      <vt:lpstr>Merge Queries</vt:lpstr>
      <vt:lpstr>Append Queries</vt:lpstr>
      <vt:lpstr>Pivot &amp; Unpivot</vt:lpstr>
      <vt:lpstr>Group By Transformations</vt:lpstr>
      <vt:lpstr>M Language Basics</vt:lpstr>
      <vt:lpstr>Star vs Snowflake Schema</vt:lpstr>
      <vt:lpstr>Fact &amp; Dimension Tables</vt:lpstr>
      <vt:lpstr>Creating Relationships</vt:lpstr>
      <vt:lpstr>Cardinality</vt:lpstr>
      <vt:lpstr>Cross-filter Direction</vt:lpstr>
      <vt:lpstr>Active vs Inactive Relationships</vt:lpstr>
      <vt:lpstr>Role-playing Dimensions</vt:lpstr>
      <vt:lpstr>Model Optimization</vt:lpstr>
      <vt:lpstr>Core Visuals</vt:lpstr>
      <vt:lpstr>More Visuals</vt:lpstr>
      <vt:lpstr>Drill-down &amp; Drill-through</vt:lpstr>
      <vt:lpstr>Filters</vt:lpstr>
      <vt:lpstr>Conditional Formatting</vt:lpstr>
      <vt:lpstr>Dashboard Design Principles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2026-04-10T06:02:00Z</dcterms:modified>
  <cp:category/>
</cp:coreProperties>
</file>