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54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2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3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79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2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1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9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47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7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27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159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Fundamentals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Analysis Expressions (DAX) used for calculations</a:t>
            </a:r>
          </a:p>
          <a:p>
            <a:r>
              <a:t>Core for measures, calculated columns, KPIs</a:t>
            </a:r>
          </a:p>
          <a:p>
            <a:r>
              <a:t>Works on data model with context awareness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Columns vs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Calculated Column → Stored in model, row-level calculation</a:t>
            </a:r>
          </a:p>
          <a:p>
            <a:r>
              <a:t>Measure → Calculated at query time, dynamic</a:t>
            </a:r>
          </a:p>
          <a:p>
            <a:r>
              <a:t>Columns increase size, measures optimize performance</a:t>
            </a:r>
          </a:p>
          <a:p>
            <a:r>
              <a:t>Use measures for aggregations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Syntax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 structure: Name = Expression</a:t>
            </a:r>
          </a:p>
          <a:p>
            <a:r>
              <a:t>Functions, operators, references</a:t>
            </a:r>
          </a:p>
          <a:p>
            <a:r>
              <a:t>Case-insensitive language</a:t>
            </a:r>
          </a:p>
          <a:p>
            <a:r>
              <a:t>Uses tabular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 vs Row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 Context → Operates row by row</a:t>
            </a:r>
          </a:p>
          <a:p>
            <a:r>
              <a:t>Filter Context → Applies filters on data</a:t>
            </a:r>
          </a:p>
          <a:p>
            <a:r>
              <a:t>Measures use filter context</a:t>
            </a:r>
          </a:p>
          <a:p>
            <a:r>
              <a:t>Understanding context is critical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powerful DAX function</a:t>
            </a:r>
          </a:p>
          <a:p>
            <a:r>
              <a:t>Modifies filter context</a:t>
            </a:r>
          </a:p>
          <a:p>
            <a:r>
              <a:t>Used for conditional calculations</a:t>
            </a:r>
          </a:p>
          <a:p>
            <a:r>
              <a:t>Core for advanced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Aggregations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 → Total values</a:t>
            </a:r>
          </a:p>
          <a:p>
            <a:r>
              <a:t>COUNT → Number of rows</a:t>
            </a:r>
          </a:p>
          <a:p>
            <a:r>
              <a:t>AVERAGE → Mean value</a:t>
            </a:r>
          </a:p>
          <a:p>
            <a:r>
              <a:t>MIN/MAX → Boundary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Intelligence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time-based data</a:t>
            </a:r>
          </a:p>
          <a:p>
            <a:r>
              <a:t>Requires date table</a:t>
            </a:r>
          </a:p>
          <a:p>
            <a:r>
              <a:t>Used for trends &amp; comparisons</a:t>
            </a:r>
          </a:p>
          <a:p>
            <a:r>
              <a:t>Supports YTD, MTD, YoY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TOTALYTD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Calculates year-to-date totals</a:t>
            </a:r>
          </a:p>
          <a:p>
            <a:r>
              <a:t>Requires date column</a:t>
            </a:r>
          </a:p>
          <a:p>
            <a:r>
              <a:t>Used for cumulative metrics</a:t>
            </a:r>
          </a:p>
          <a:p>
            <a:r>
              <a:t>Common in finance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SAMEPERIODLASTYEAR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current vs last year</a:t>
            </a:r>
          </a:p>
          <a:p>
            <a:r>
              <a:t>Used for YoY analysis</a:t>
            </a:r>
          </a:p>
          <a:p>
            <a:r>
              <a:t>Requires proper date table</a:t>
            </a:r>
          </a:p>
          <a:p>
            <a:r>
              <a:t>Helps identify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DAX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complex calculations</a:t>
            </a:r>
          </a:p>
          <a:p>
            <a:r>
              <a:t>Enhances analytical capabilities</a:t>
            </a:r>
          </a:p>
          <a:p>
            <a:r>
              <a:t>Builds dynamic reporting logic</a:t>
            </a:r>
          </a:p>
          <a:p>
            <a:r>
              <a:t>Optimizes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Iterators (SUMX, AVERAGEX)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 row-wise calculations</a:t>
            </a:r>
          </a:p>
          <a:p>
            <a:r>
              <a:t>SUMX → Iterative sum</a:t>
            </a:r>
          </a:p>
          <a:p>
            <a:r>
              <a:t>AVERAGEX → Iterative average</a:t>
            </a:r>
          </a:p>
          <a:p>
            <a:r>
              <a:t>Used with expressions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in DAX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intermediate results</a:t>
            </a:r>
          </a:p>
          <a:p>
            <a:r>
              <a:t>Improve readability</a:t>
            </a:r>
          </a:p>
          <a:p>
            <a:r>
              <a:t>Enhance performance</a:t>
            </a:r>
          </a:p>
          <a:p>
            <a:r>
              <a:t>Reusable within expressions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Ranks values dynamically</a:t>
            </a:r>
          </a:p>
          <a:p>
            <a:r>
              <a:t>Used for top N analysis</a:t>
            </a:r>
          </a:p>
          <a:p>
            <a:r>
              <a:t>Works with measures</a:t>
            </a:r>
          </a:p>
          <a:p>
            <a:r>
              <a:t>Supports dense and skip ranking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based on user selection</a:t>
            </a:r>
          </a:p>
          <a:p>
            <a:r>
              <a:t>Used with slicers</a:t>
            </a:r>
          </a:p>
          <a:p>
            <a:r>
              <a:t>Enhances interactivity</a:t>
            </a:r>
          </a:p>
          <a:p>
            <a:r>
              <a:t>Improves user experience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condition evaluation</a:t>
            </a:r>
          </a:p>
          <a:p>
            <a:r>
              <a:t>Alternative to nested IF</a:t>
            </a:r>
          </a:p>
          <a:p>
            <a:r>
              <a:t>Cleaner and readable logic</a:t>
            </a:r>
          </a:p>
          <a:p>
            <a:r>
              <a:t>Used in KPI logic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Conditional logic</a:t>
            </a:r>
          </a:p>
          <a:p>
            <a:r>
              <a:t>True/False evaluation</a:t>
            </a:r>
          </a:p>
          <a:p>
            <a:r>
              <a:t>Used for flags and rules</a:t>
            </a:r>
          </a:p>
          <a:p>
            <a:r>
              <a:t>Common in dashboards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business performance</a:t>
            </a:r>
          </a:p>
          <a:p>
            <a:r>
              <a:t>Compare actual vs target</a:t>
            </a:r>
          </a:p>
          <a:p>
            <a:r>
              <a:t>Use indicators (color/icons)</a:t>
            </a:r>
          </a:p>
          <a:p>
            <a:r>
              <a:t>Used in executive dashboards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complex calculated columns</a:t>
            </a:r>
          </a:p>
          <a:p>
            <a:r>
              <a:t>Use measures over columns</a:t>
            </a:r>
          </a:p>
          <a:p>
            <a:r>
              <a:t>Minimize row context</a:t>
            </a:r>
          </a:p>
          <a:p>
            <a:r>
              <a:t>Optimize data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Storytelling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 insights effectively</a:t>
            </a:r>
          </a:p>
          <a:p>
            <a:r>
              <a:t>Focus on business narrative</a:t>
            </a:r>
          </a:p>
          <a:p>
            <a:r>
              <a:t>Use visuals strategically</a:t>
            </a:r>
          </a:p>
          <a:p>
            <a:r>
              <a:t>Drive decision-making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 report state</a:t>
            </a:r>
          </a:p>
          <a:p>
            <a:r>
              <a:t>Enable navigation</a:t>
            </a:r>
          </a:p>
          <a:p>
            <a:r>
              <a:t>Create interactive stories</a:t>
            </a:r>
          </a:p>
          <a:p>
            <a:r>
              <a:t>Used for toggles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additional context</a:t>
            </a:r>
          </a:p>
          <a:p>
            <a:r>
              <a:t>Hover-based insights</a:t>
            </a:r>
          </a:p>
          <a:p>
            <a:r>
              <a:t>Improve user experience</a:t>
            </a:r>
          </a:p>
          <a:p>
            <a:r>
              <a:t>Custom tooltip pages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Drill-through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Navigate to detailed views</a:t>
            </a:r>
          </a:p>
          <a:p>
            <a:r>
              <a:t>Context-specific filtering</a:t>
            </a:r>
          </a:p>
          <a:p>
            <a:r>
              <a:t>Enhance exploration</a:t>
            </a:r>
          </a:p>
          <a:p>
            <a:r>
              <a:t>Used in analysis workflows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Titles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based on filters</a:t>
            </a:r>
          </a:p>
          <a:p>
            <a:r>
              <a:t>Improve clarity</a:t>
            </a:r>
          </a:p>
          <a:p>
            <a:r>
              <a:t>Reflect user selections</a:t>
            </a:r>
          </a:p>
          <a:p>
            <a:r>
              <a:t>Enhance storytelling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key KPIs</a:t>
            </a:r>
          </a:p>
          <a:p>
            <a:r>
              <a:t>Use minimal visuals</a:t>
            </a:r>
          </a:p>
          <a:p>
            <a:r>
              <a:t>Consistent layout</a:t>
            </a:r>
          </a:p>
          <a:p>
            <a:r>
              <a:t>Clear data storytelling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Extend Power BI capabilities</a:t>
            </a:r>
          </a:p>
          <a:p>
            <a:r>
              <a:t>Available in marketplace</a:t>
            </a:r>
          </a:p>
          <a:p>
            <a:r>
              <a:t>Use with caution</a:t>
            </a:r>
          </a:p>
          <a:p>
            <a:r>
              <a:t>Check performance impact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Service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platform for reports</a:t>
            </a:r>
          </a:p>
          <a:p>
            <a:r>
              <a:t>Publish and share dashboards</a:t>
            </a:r>
          </a:p>
          <a:p>
            <a:r>
              <a:t>Supports collaboration</a:t>
            </a:r>
          </a:p>
          <a:p>
            <a:r>
              <a:t>Enterprise BI solution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Organize content</a:t>
            </a:r>
          </a:p>
          <a:p>
            <a:r>
              <a:t>Manage access control</a:t>
            </a:r>
          </a:p>
          <a:p>
            <a:r>
              <a:t>Support team collaboration</a:t>
            </a:r>
          </a:p>
          <a:p>
            <a:r>
              <a:t>Separate environments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data model</a:t>
            </a:r>
          </a:p>
          <a:p>
            <a:r>
              <a:t>Used across reports</a:t>
            </a:r>
          </a:p>
          <a:p>
            <a:r>
              <a:t>Manage refresh &amp; permissions</a:t>
            </a:r>
          </a:p>
          <a:p>
            <a:r>
              <a:t>Ensure consistency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Refresh 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data updates</a:t>
            </a:r>
          </a:p>
          <a:p>
            <a:r>
              <a:t>Configure frequency</a:t>
            </a:r>
          </a:p>
          <a:p>
            <a:r>
              <a:t>Depends on data source</a:t>
            </a:r>
          </a:p>
          <a:p>
            <a:r>
              <a:t>Critical for freshness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On-Prem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on-prem data</a:t>
            </a:r>
          </a:p>
          <a:p>
            <a:r>
              <a:t>Secure data transfer</a:t>
            </a:r>
          </a:p>
          <a:p>
            <a:r>
              <a:t>Supports refresh</a:t>
            </a:r>
          </a:p>
          <a:p>
            <a:r>
              <a:t>Required for hybrid setup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Sharing &amp;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 reports with users</a:t>
            </a:r>
          </a:p>
          <a:p>
            <a:r>
              <a:t>Use apps &amp; workspaces</a:t>
            </a:r>
          </a:p>
          <a:p>
            <a:r>
              <a:t>Control access</a:t>
            </a:r>
          </a:p>
          <a:p>
            <a:r>
              <a:t>Enable collaboration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Row-Level Security (RLS)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Restrict data access</a:t>
            </a:r>
          </a:p>
          <a:p>
            <a:r>
              <a:t>Based on user roles</a:t>
            </a:r>
          </a:p>
          <a:p>
            <a:r>
              <a:t>Enhance security</a:t>
            </a:r>
          </a:p>
          <a:p>
            <a:r>
              <a:t>Used in enterprise apps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 → Test → Prod</a:t>
            </a:r>
          </a:p>
          <a:p>
            <a:r>
              <a:t>Manage lifecycle</a:t>
            </a:r>
          </a:p>
          <a:p>
            <a:r>
              <a:t>Promote content</a:t>
            </a:r>
          </a:p>
          <a:p>
            <a:r>
              <a:t>Ensure stability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star schema</a:t>
            </a:r>
          </a:p>
          <a:p>
            <a:r>
              <a:t>Optimize visuals</a:t>
            </a:r>
          </a:p>
          <a:p>
            <a:r>
              <a:t>Limit data size</a:t>
            </a:r>
          </a:p>
          <a:p>
            <a:r>
              <a:t>Use measures effectively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572</Words>
  <Application>Microsoft Office PowerPoint</Application>
  <PresentationFormat>On-screen Show (4:3)</PresentationFormat>
  <Paragraphs>169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Tw Cen MT</vt:lpstr>
      <vt:lpstr>Tw Cen MT Condensed</vt:lpstr>
      <vt:lpstr>Wingdings 3</vt:lpstr>
      <vt:lpstr>Integral</vt:lpstr>
      <vt:lpstr>DAX Fundamentals Overview</vt:lpstr>
      <vt:lpstr>Calculated Columns vs Measures</vt:lpstr>
      <vt:lpstr>DAX Syntax Basics</vt:lpstr>
      <vt:lpstr>Filter vs Row Context</vt:lpstr>
      <vt:lpstr>CALCULATE Function</vt:lpstr>
      <vt:lpstr>Basic Aggregations</vt:lpstr>
      <vt:lpstr>Time Intelligence Basics</vt:lpstr>
      <vt:lpstr>TOTALYTD</vt:lpstr>
      <vt:lpstr>SAMEPERIODLASTYEAR</vt:lpstr>
      <vt:lpstr>Advanced DAX Overview</vt:lpstr>
      <vt:lpstr>Iterators (SUMX, AVERAGEX)</vt:lpstr>
      <vt:lpstr>Variables in DAX</vt:lpstr>
      <vt:lpstr>RANKX</vt:lpstr>
      <vt:lpstr>Dynamic Measures</vt:lpstr>
      <vt:lpstr>SWITCH Function</vt:lpstr>
      <vt:lpstr>IF Function</vt:lpstr>
      <vt:lpstr>KPI Calculations</vt:lpstr>
      <vt:lpstr>DAX Performance</vt:lpstr>
      <vt:lpstr>Storytelling in Power BI</vt:lpstr>
      <vt:lpstr>Bookmarks</vt:lpstr>
      <vt:lpstr>Tooltips</vt:lpstr>
      <vt:lpstr>Drill-through Pages</vt:lpstr>
      <vt:lpstr>Dynamic Titles</vt:lpstr>
      <vt:lpstr>Executive Dashboard Design</vt:lpstr>
      <vt:lpstr>Custom Visuals</vt:lpstr>
      <vt:lpstr>Power BI Service Overview</vt:lpstr>
      <vt:lpstr>Workspaces</vt:lpstr>
      <vt:lpstr>Dataset Management</vt:lpstr>
      <vt:lpstr>Refresh Schedules</vt:lpstr>
      <vt:lpstr>On-Prem Gateway</vt:lpstr>
      <vt:lpstr>Sharing &amp; Collaboration</vt:lpstr>
      <vt:lpstr>Row-Level Security (RLS)</vt:lpstr>
      <vt:lpstr>Deployment Pipelines</vt:lpstr>
      <vt:lpstr>Power BI 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2026-04-10T06:05:37Z</dcterms:modified>
  <cp:category/>
</cp:coreProperties>
</file>