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1522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Freeform 9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984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5214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Freeform 10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5853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8096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1990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0077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2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096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91990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2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91990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997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5450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9246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768096" y="471509"/>
            <a:ext cx="329184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6250" y="822960"/>
            <a:ext cx="4258818" cy="518464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6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096" y="2257506"/>
            <a:ext cx="329184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4172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8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9141714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7950" y="4960138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22109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1047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762000"/>
            <a:ext cx="1971675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951" y="762000"/>
            <a:ext cx="5686425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7543800" y="173563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780952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286000"/>
            <a:ext cx="7290055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8097" y="6470704"/>
            <a:ext cx="161560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2200" y="6470704"/>
            <a:ext cx="4426094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28000" y="6470704"/>
            <a:ext cx="73025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5715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8689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Performance &amp; Internal Mechanics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Focus: Performance tuning and internal architecture</a:t>
            </a:r>
          </a:p>
          <a:p>
            <a:r>
              <a:t>Understand Snowflake caching layers</a:t>
            </a:r>
          </a:p>
          <a:p>
            <a:r>
              <a:t>Learn how data is stored and accessed</a:t>
            </a:r>
          </a:p>
          <a:p>
            <a:r>
              <a:t>Optimize queries and warehouse usage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Query Result Cache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Stores complete query results</a:t>
            </a:r>
          </a:p>
          <a:p>
            <a:r>
              <a:t>Triggered when identical query is executed</a:t>
            </a:r>
          </a:p>
          <a:p>
            <a:r>
              <a:t>No compute cost for cached queries</a:t>
            </a:r>
          </a:p>
          <a:p>
            <a:r>
              <a:t>Valid for 24 hours</a:t>
            </a:r>
          </a:p>
          <a:p>
            <a:r>
              <a:t>Invalidated if underlying data changes</a:t>
            </a:r>
          </a:p>
          <a:p>
            <a:r>
              <a:t>Best for dashboards and repeated queries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Metadata Cache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Caches schema, table structure, statistics</a:t>
            </a:r>
          </a:p>
          <a:p>
            <a:r>
              <a:t>Used during query planning phase</a:t>
            </a:r>
          </a:p>
          <a:p>
            <a:r>
              <a:t>Improves optimizer speed</a:t>
            </a:r>
          </a:p>
          <a:p>
            <a:r>
              <a:t>Reduces compilation time</a:t>
            </a:r>
          </a:p>
          <a:p>
            <a:r>
              <a:t>Automatically managed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Cache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Stored at warehouse level</a:t>
            </a:r>
          </a:p>
          <a:p>
            <a:r>
              <a:t>Caches scanned data (micro-partitions)</a:t>
            </a:r>
          </a:p>
          <a:p>
            <a:r>
              <a:t>Speeds up repeated queries</a:t>
            </a:r>
          </a:p>
          <a:p>
            <a:r>
              <a:t>Lost when warehouse is suspended</a:t>
            </a:r>
          </a:p>
          <a:p>
            <a:r>
              <a:t>Improves IO performance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Caching Flow Internals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Step 1: Check result cache</a:t>
            </a:r>
          </a:p>
          <a:p>
            <a:r>
              <a:t>Step 2: Check metadata cache</a:t>
            </a:r>
          </a:p>
          <a:p>
            <a:r>
              <a:t>Step 3: Check data cache</a:t>
            </a:r>
          </a:p>
          <a:p>
            <a:r>
              <a:t>Step 4: Execute query if no cache hit</a:t>
            </a:r>
          </a:p>
          <a:p>
            <a:r>
              <a:t>Multi-layer optimization approach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Cache Invalidation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INSERT/UPDATE/DELETE → result cache invalid</a:t>
            </a:r>
          </a:p>
          <a:p>
            <a:r>
              <a:t>DDL changes → metadata cache invalid</a:t>
            </a:r>
          </a:p>
          <a:p>
            <a:r>
              <a:t>Warehouse suspend → data cache cleared</a:t>
            </a:r>
          </a:p>
          <a:p>
            <a:r>
              <a:t>Time expiry → 24-hour result cache</a:t>
            </a:r>
          </a:p>
          <a:p>
            <a:r>
              <a:t>Role/session changes can impact cache usage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Clustering Keys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Defines sort order inside micro-partitions</a:t>
            </a:r>
          </a:p>
          <a:p>
            <a:r>
              <a:t>Improves partition pruning</a:t>
            </a:r>
          </a:p>
          <a:p>
            <a:r>
              <a:t>Reduces data scanned</a:t>
            </a:r>
          </a:p>
          <a:p>
            <a:r>
              <a:t>Best for large tables</a:t>
            </a:r>
          </a:p>
          <a:p>
            <a:r>
              <a:t>Useful for range filters (dates, IDs)</a:t>
            </a:r>
          </a:p>
          <a:p>
            <a:r>
              <a:t>Requires maintenance (reclustering)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Micro-Partitions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Storage unit (~16MB compressed)</a:t>
            </a:r>
          </a:p>
          <a:p>
            <a:r>
              <a:t>Automatically created</a:t>
            </a:r>
          </a:p>
          <a:p>
            <a:r>
              <a:t>Contains metadata (min/max, stats)</a:t>
            </a:r>
          </a:p>
          <a:p>
            <a:r>
              <a:t>Enables pruning</a:t>
            </a:r>
          </a:p>
          <a:p>
            <a:r>
              <a:t>Immutable structure</a:t>
            </a:r>
          </a:p>
          <a:p>
            <a:r>
              <a:t>Core of Snowflake performance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Query Optimization Techniques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Avoid SELECT *</a:t>
            </a:r>
          </a:p>
          <a:p>
            <a:r>
              <a:t>Filter early (WHERE clause)</a:t>
            </a:r>
          </a:p>
          <a:p>
            <a:r>
              <a:t>Use proper JOIN conditions</a:t>
            </a:r>
          </a:p>
          <a:p>
            <a:r>
              <a:t>Avoid cross joins</a:t>
            </a:r>
          </a:p>
          <a:p>
            <a:r>
              <a:t>Use clustering keys</a:t>
            </a:r>
          </a:p>
          <a:p>
            <a:r>
              <a:t>Minimize data movement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Warehouse Tuning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Scale UP → bigger queries</a:t>
            </a:r>
          </a:p>
          <a:p>
            <a:r>
              <a:t>Scale OUT → concurrency</a:t>
            </a:r>
          </a:p>
          <a:p>
            <a:r>
              <a:t>Use auto suspend/resume</a:t>
            </a:r>
          </a:p>
          <a:p>
            <a:r>
              <a:t>Monitor credit usage</a:t>
            </a:r>
          </a:p>
          <a:p>
            <a:r>
              <a:t>Choose correct size (XS to 4XL)</a:t>
            </a:r>
          </a:p>
          <a:p>
            <a:r>
              <a:t>Use multi-cluster for heavy workloads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Query Profile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 query profile UI</a:t>
            </a:r>
          </a:p>
          <a:p>
            <a:r>
              <a:t>Identify slow steps</a:t>
            </a:r>
          </a:p>
          <a:p>
            <a:r>
              <a:t>Check scan vs compute time</a:t>
            </a:r>
          </a:p>
          <a:p>
            <a:r>
              <a:t>Analyze joins and aggregations</a:t>
            </a:r>
          </a:p>
          <a:p>
            <a:r>
              <a:t>Validate partition pruning</a:t>
            </a:r>
          </a:p>
          <a:p>
            <a:r>
              <a:t>Optimize based on bottlenecks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 Sharing &amp;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Focus on secure data access</a:t>
            </a:r>
          </a:p>
          <a:p>
            <a:r>
              <a:t>Enable collaboration without copying data</a:t>
            </a:r>
          </a:p>
          <a:p>
            <a:r>
              <a:t>Apply governance policies</a:t>
            </a:r>
          </a:p>
          <a:p>
            <a:r>
              <a:t>Ensure compliance and security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Secure Data Sharing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Share data without duplication</a:t>
            </a:r>
          </a:p>
          <a:p>
            <a:r>
              <a:t>Real-time access to shared datasets</a:t>
            </a:r>
          </a:p>
          <a:p>
            <a:r>
              <a:t>No ETL required</a:t>
            </a:r>
          </a:p>
          <a:p>
            <a:r>
              <a:t>Read-only access for consumers</a:t>
            </a:r>
          </a:p>
          <a:p>
            <a:r>
              <a:t>Single source of truth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Cross-Account Sharing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Share across Snowflake accounts</a:t>
            </a:r>
          </a:p>
          <a:p>
            <a:r>
              <a:t>Supports different regions/clouds</a:t>
            </a:r>
          </a:p>
          <a:p>
            <a:r>
              <a:t>Uses secure shares</a:t>
            </a:r>
          </a:p>
          <a:p>
            <a:r>
              <a:t>Enables B2B collaboration</a:t>
            </a:r>
          </a:p>
          <a:p>
            <a:r>
              <a:t>No data movement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Masking Policies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Dynamic data protection</a:t>
            </a:r>
          </a:p>
          <a:p>
            <a:r>
              <a:t>Mask sensitive columns (PII)</a:t>
            </a:r>
          </a:p>
          <a:p>
            <a:r>
              <a:t>Role-based masking</a:t>
            </a:r>
          </a:p>
          <a:p>
            <a:r>
              <a:t>Applied at query runtime</a:t>
            </a:r>
          </a:p>
          <a:p>
            <a:r>
              <a:t>Supports compliance (GDPR, HIPAA)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Row Access Policies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Row-level security</a:t>
            </a:r>
          </a:p>
          <a:p>
            <a:r>
              <a:t>Filter rows based on role/user</a:t>
            </a:r>
          </a:p>
          <a:p>
            <a:r>
              <a:t>Used in multi-tenant systems</a:t>
            </a:r>
          </a:p>
          <a:p>
            <a:r>
              <a:t>Dynamic filtering logic</a:t>
            </a:r>
          </a:p>
          <a:p>
            <a:r>
              <a:t>Enhances data privacy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Role-Based Access Control (RBAC)</a:t>
            </a:r>
          </a:p>
          <a:p>
            <a:r>
              <a:t>Data lineage tracking</a:t>
            </a:r>
          </a:p>
          <a:p>
            <a:r>
              <a:t>Audit logs</a:t>
            </a:r>
          </a:p>
          <a:p>
            <a:r>
              <a:t>Data classification</a:t>
            </a:r>
          </a:p>
          <a:p>
            <a:r>
              <a:t>Compliance enforcement</a:t>
            </a:r>
          </a:p>
          <a:p>
            <a:r>
              <a:t>Centralized governance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Advanced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Focus on advanced architecture</a:t>
            </a:r>
          </a:p>
          <a:p>
            <a:r>
              <a:t>Improve performance and cost</a:t>
            </a:r>
          </a:p>
          <a:p>
            <a:r>
              <a:t>Adopt production best practices</a:t>
            </a:r>
          </a:p>
          <a:p>
            <a:r>
              <a:t>Design scalable systems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Retrieve subset of data</a:t>
            </a:r>
          </a:p>
          <a:p>
            <a:r>
              <a:t>Useful for testing</a:t>
            </a:r>
          </a:p>
          <a:p>
            <a:r>
              <a:t>Reduces cost</a:t>
            </a:r>
          </a:p>
          <a:p>
            <a:r>
              <a:t>Supports random/system sampling</a:t>
            </a:r>
          </a:p>
          <a:p>
            <a:r>
              <a:t>Speeds up development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Container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Run container workloads</a:t>
            </a:r>
          </a:p>
          <a:p>
            <a:r>
              <a:t>Supports ML models</a:t>
            </a:r>
          </a:p>
          <a:p>
            <a:r>
              <a:t>Custom applications</a:t>
            </a:r>
          </a:p>
          <a:p>
            <a:r>
              <a:t>Managed infrastructure</a:t>
            </a:r>
          </a:p>
          <a:p>
            <a:r>
              <a:t>Integrated with Snowflake data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Advanced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 proper partitioning</a:t>
            </a:r>
          </a:p>
          <a:p>
            <a:r>
              <a:t>Optimize joins and queries</a:t>
            </a:r>
          </a:p>
          <a:p>
            <a:r>
              <a:t>Monitor workloads</a:t>
            </a:r>
          </a:p>
          <a:p>
            <a:r>
              <a:t>Automate pipelines</a:t>
            </a:r>
          </a:p>
          <a:p>
            <a:r>
              <a:t>Apply governance policies</a:t>
            </a:r>
          </a:p>
          <a:p>
            <a:r>
              <a:t>Regular performance tuning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Cost Optimization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Auto suspend warehouses</a:t>
            </a:r>
          </a:p>
          <a:p>
            <a:r>
              <a:t>Use smallest effective size</a:t>
            </a:r>
          </a:p>
          <a:p>
            <a:r>
              <a:t>Avoid unnecessary queries</a:t>
            </a:r>
          </a:p>
          <a:p>
            <a:r>
              <a:t>Use caching effectively</a:t>
            </a:r>
          </a:p>
          <a:p>
            <a:r>
              <a:t>Monitor credit usage</a:t>
            </a:r>
          </a:p>
          <a:p>
            <a:r>
              <a:t>Optimize storage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Production Architecture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Bronze → Silver → Gold layers</a:t>
            </a:r>
          </a:p>
          <a:p>
            <a:r>
              <a:t>Separate compute and storage</a:t>
            </a:r>
          </a:p>
          <a:p>
            <a:r>
              <a:t>Use streams and tasks</a:t>
            </a:r>
          </a:p>
          <a:p>
            <a:r>
              <a:t>Implement CI/CD</a:t>
            </a:r>
          </a:p>
          <a:p>
            <a:r>
              <a:t>Design for scalability</a:t>
            </a:r>
          </a:p>
          <a:p>
            <a:r>
              <a:t>Ensure high availability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1</TotalTime>
  <Words>567</Words>
  <Application>Microsoft Office PowerPoint</Application>
  <PresentationFormat>On-screen Show (4:3)</PresentationFormat>
  <Paragraphs>145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Tw Cen MT</vt:lpstr>
      <vt:lpstr>Tw Cen MT Condensed</vt:lpstr>
      <vt:lpstr>Wingdings 3</vt:lpstr>
      <vt:lpstr>Integral</vt:lpstr>
      <vt:lpstr>Performance &amp; Internal Mechanics</vt:lpstr>
      <vt:lpstr>Query Result Cache</vt:lpstr>
      <vt:lpstr>Metadata Cache</vt:lpstr>
      <vt:lpstr>Data Cache</vt:lpstr>
      <vt:lpstr>Caching Flow Internals</vt:lpstr>
      <vt:lpstr>Cache Invalidation Rules</vt:lpstr>
      <vt:lpstr>Clustering Keys</vt:lpstr>
      <vt:lpstr>Micro-Partitions</vt:lpstr>
      <vt:lpstr>Query Optimization Techniques</vt:lpstr>
      <vt:lpstr>Warehouse Tuning</vt:lpstr>
      <vt:lpstr>Query Profile Analysis</vt:lpstr>
      <vt:lpstr>Data Sharing &amp; Governance</vt:lpstr>
      <vt:lpstr>Secure Data Sharing</vt:lpstr>
      <vt:lpstr>Cross-Account Sharing</vt:lpstr>
      <vt:lpstr>Data Masking Policies</vt:lpstr>
      <vt:lpstr>Row Access Policies</vt:lpstr>
      <vt:lpstr>Governance Concepts</vt:lpstr>
      <vt:lpstr>Advanced Concepts</vt:lpstr>
      <vt:lpstr>Data Sampling</vt:lpstr>
      <vt:lpstr>Container Services</vt:lpstr>
      <vt:lpstr>Advanced Best Practices</vt:lpstr>
      <vt:lpstr>Cost Optimization</vt:lpstr>
      <vt:lpstr>Production Architecture Patterns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Vikash Verma</cp:lastModifiedBy>
  <cp:revision>4</cp:revision>
  <dcterms:created xsi:type="dcterms:W3CDTF">2013-01-27T09:14:16Z</dcterms:created>
  <dcterms:modified xsi:type="dcterms:W3CDTF">2026-04-13T04:37:24Z</dcterms:modified>
  <cp:category/>
</cp:coreProperties>
</file>