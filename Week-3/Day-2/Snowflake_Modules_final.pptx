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8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2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85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007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5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4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417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21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04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095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6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Performance &amp; Internal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Performance tuning and internal architecture</a:t>
            </a:r>
          </a:p>
          <a:p>
            <a:r>
              <a:t>Understand Snowflake caching layers</a:t>
            </a:r>
          </a:p>
          <a:p>
            <a:r>
              <a:t>Learn how data is stored and accessed</a:t>
            </a:r>
          </a:p>
          <a:p>
            <a:r>
              <a:t>Optimize queries and warehouse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EF64-A031-1BF0-8675-51B4BE48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61669-66B6-2DED-8073-0D73D9471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Types of Cache</a:t>
            </a:r>
          </a:p>
          <a:p>
            <a:r>
              <a:rPr lang="en-IN" b="1" dirty="0"/>
              <a:t>Query Result Cache</a:t>
            </a:r>
            <a:r>
              <a:rPr lang="en-IN" dirty="0"/>
              <a:t> </a:t>
            </a:r>
          </a:p>
          <a:p>
            <a:r>
              <a:rPr lang="en-IN" dirty="0"/>
              <a:t>Stores final query results </a:t>
            </a:r>
          </a:p>
          <a:p>
            <a:r>
              <a:rPr lang="en-IN" dirty="0"/>
              <a:t>Returned instantly if same query is executed </a:t>
            </a:r>
          </a:p>
          <a:p>
            <a:r>
              <a:rPr lang="en-IN" b="1" dirty="0"/>
              <a:t>Metadata Cache</a:t>
            </a:r>
            <a:r>
              <a:rPr lang="en-IN" dirty="0"/>
              <a:t> </a:t>
            </a:r>
          </a:p>
          <a:p>
            <a:r>
              <a:rPr lang="en-IN" dirty="0"/>
              <a:t>Stores table statistics (min/max, partitions) </a:t>
            </a:r>
          </a:p>
          <a:p>
            <a:r>
              <a:rPr lang="en-IN" dirty="0"/>
              <a:t>Used for pruning </a:t>
            </a:r>
          </a:p>
          <a:p>
            <a:r>
              <a:rPr lang="en-IN" b="1" dirty="0"/>
              <a:t>Data Cache (Warehouse Cache)</a:t>
            </a:r>
            <a:r>
              <a:rPr lang="en-IN" dirty="0"/>
              <a:t> </a:t>
            </a:r>
          </a:p>
          <a:p>
            <a:r>
              <a:rPr lang="en-IN" dirty="0"/>
              <a:t>Stored in virtual warehouse memory </a:t>
            </a:r>
          </a:p>
          <a:p>
            <a:r>
              <a:rPr lang="en-IN" dirty="0"/>
              <a:t>Speeds up repeated scans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7339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Result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Stores complete query results</a:t>
            </a:r>
          </a:p>
          <a:p>
            <a:r>
              <a:t>Triggered when identical query is executed</a:t>
            </a:r>
          </a:p>
          <a:p>
            <a:r>
              <a:t>No compute cost for cached queries</a:t>
            </a:r>
          </a:p>
          <a:p>
            <a:r>
              <a:t>Valid for 24 hours</a:t>
            </a:r>
          </a:p>
          <a:p>
            <a:r>
              <a:t>Invalidated if underlying data changes</a:t>
            </a:r>
          </a:p>
          <a:p>
            <a:r>
              <a:t>Best for dashboards and repeated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Caches schema, table structure, statistics</a:t>
            </a:r>
          </a:p>
          <a:p>
            <a:r>
              <a:t>Used during query planning phase</a:t>
            </a:r>
          </a:p>
          <a:p>
            <a:r>
              <a:t>Improves optimizer speed</a:t>
            </a:r>
          </a:p>
          <a:p>
            <a:r>
              <a:t>Reduces compilation time</a:t>
            </a:r>
          </a:p>
          <a:p>
            <a:r>
              <a:t>Automatically managed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Cache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Stored at warehouse level</a:t>
            </a:r>
          </a:p>
          <a:p>
            <a:r>
              <a:t>Caches scanned data (micro-partitions)</a:t>
            </a:r>
          </a:p>
          <a:p>
            <a:r>
              <a:t>Speeds up repeated queries</a:t>
            </a:r>
          </a:p>
          <a:p>
            <a:r>
              <a:t>Lost when warehouse is suspended</a:t>
            </a:r>
          </a:p>
          <a:p>
            <a:r>
              <a:t>Improves IO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Flow Internals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Check result cache</a:t>
            </a:r>
          </a:p>
          <a:p>
            <a:r>
              <a:t>Step 2: Check metadata cache</a:t>
            </a:r>
          </a:p>
          <a:p>
            <a:r>
              <a:t>Step 3: Check data cache</a:t>
            </a:r>
          </a:p>
          <a:p>
            <a:r>
              <a:t>Step 4: Execute query if no cache hit</a:t>
            </a:r>
          </a:p>
          <a:p>
            <a:r>
              <a:t>Multi-layer optimization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Cache Invalidation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INSERT/UPDATE/DELETE → result cache invalid</a:t>
            </a:r>
          </a:p>
          <a:p>
            <a:r>
              <a:t>DDL changes → metadata cache invalid</a:t>
            </a:r>
          </a:p>
          <a:p>
            <a:r>
              <a:t>Warehouse suspend → data cache cleared</a:t>
            </a:r>
          </a:p>
          <a:p>
            <a:r>
              <a:t>Time expiry → 24-hour result cache</a:t>
            </a:r>
          </a:p>
          <a:p>
            <a:r>
              <a:t>Role/session changes can impact cache usage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sort order inside micro-partitions</a:t>
            </a:r>
          </a:p>
          <a:p>
            <a:r>
              <a:t>Improves partition pruning</a:t>
            </a:r>
          </a:p>
          <a:p>
            <a:r>
              <a:t>Reduces data scanned</a:t>
            </a:r>
          </a:p>
          <a:p>
            <a:r>
              <a:t>Best for large tables</a:t>
            </a:r>
          </a:p>
          <a:p>
            <a:r>
              <a:t>Useful for range filters (dates, IDs)</a:t>
            </a:r>
          </a:p>
          <a:p>
            <a:r>
              <a:t>Requires maintenance (reclustering)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Micro-Partitions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 unit (~16MB compressed)</a:t>
            </a:r>
          </a:p>
          <a:p>
            <a:r>
              <a:t>Automatically created</a:t>
            </a:r>
          </a:p>
          <a:p>
            <a:r>
              <a:t>Contains metadata (min/max, stats)</a:t>
            </a:r>
          </a:p>
          <a:p>
            <a:r>
              <a:t>Enables pruning</a:t>
            </a:r>
          </a:p>
          <a:p>
            <a:r>
              <a:t>Immutable structure</a:t>
            </a:r>
          </a:p>
          <a:p>
            <a:r>
              <a:t>Core of Snowflake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Optimization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SELECT *</a:t>
            </a:r>
          </a:p>
          <a:p>
            <a:r>
              <a:t>Filter early (WHERE clause)</a:t>
            </a:r>
          </a:p>
          <a:p>
            <a:r>
              <a:t>Use proper JOIN conditions</a:t>
            </a:r>
          </a:p>
          <a:p>
            <a:r>
              <a:t>Avoid cross joins</a:t>
            </a:r>
          </a:p>
          <a:p>
            <a:r>
              <a:t>Use clustering keys</a:t>
            </a:r>
          </a:p>
          <a:p>
            <a:r>
              <a:t>Minimize data movement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Warehouse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UP → bigger queries</a:t>
            </a:r>
          </a:p>
          <a:p>
            <a:r>
              <a:t>Scale OUT → concurrency</a:t>
            </a:r>
          </a:p>
          <a:p>
            <a:r>
              <a:t>Use auto suspend/resume</a:t>
            </a:r>
          </a:p>
          <a:p>
            <a:r>
              <a:t>Monitor credit usage</a:t>
            </a:r>
          </a:p>
          <a:p>
            <a:r>
              <a:t>Choose correct size (XS to 4XL)</a:t>
            </a:r>
          </a:p>
          <a:p>
            <a:r>
              <a:t>Use multi-cluster for heavy workloads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 Profile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query profile UI</a:t>
            </a:r>
          </a:p>
          <a:p>
            <a:r>
              <a:t>Identify slow steps</a:t>
            </a:r>
          </a:p>
          <a:p>
            <a:r>
              <a:t>Check scan vs compute time</a:t>
            </a:r>
          </a:p>
          <a:p>
            <a:r>
              <a:t>Analyze joins and aggregations</a:t>
            </a:r>
          </a:p>
          <a:p>
            <a:r>
              <a:t>Validate partition pruning</a:t>
            </a:r>
          </a:p>
          <a:p>
            <a:r>
              <a:t>Optimize based on bottlenecks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Sharing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secure data access</a:t>
            </a:r>
          </a:p>
          <a:p>
            <a:r>
              <a:t>Enable collaboration without copying data</a:t>
            </a:r>
          </a:p>
          <a:p>
            <a:r>
              <a:t>Apply governance policies</a:t>
            </a:r>
          </a:p>
          <a:p>
            <a:r>
              <a:t>Ensure compliance and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Data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data without duplication</a:t>
            </a:r>
          </a:p>
          <a:p>
            <a:r>
              <a:t>Real-time access to shared datasets</a:t>
            </a:r>
          </a:p>
          <a:p>
            <a:r>
              <a:t>No ETL required</a:t>
            </a:r>
          </a:p>
          <a:p>
            <a:r>
              <a:t>Read-only access for consumers</a:t>
            </a:r>
          </a:p>
          <a:p>
            <a:r>
              <a:t>Single source of truth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Cross-Account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across Snowflake accounts</a:t>
            </a:r>
          </a:p>
          <a:p>
            <a:r>
              <a:t>Supports different regions/clouds</a:t>
            </a:r>
          </a:p>
          <a:p>
            <a:r>
              <a:t>Uses secure shares</a:t>
            </a:r>
          </a:p>
          <a:p>
            <a:r>
              <a:t>Enables B2B collaboration</a:t>
            </a:r>
          </a:p>
          <a:p>
            <a:r>
              <a:t>No data movement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Masking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Dynamic data protection</a:t>
            </a:r>
          </a:p>
          <a:p>
            <a:r>
              <a:t>Mask sensitive columns (PII)</a:t>
            </a:r>
          </a:p>
          <a:p>
            <a:r>
              <a:t>Role-based masking</a:t>
            </a:r>
          </a:p>
          <a:p>
            <a:r>
              <a:t>Applied at query runtime</a:t>
            </a:r>
          </a:p>
          <a:p>
            <a:r>
              <a:t>Supports compliance (GDPR, HIPAA)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 Access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Row-level security</a:t>
            </a:r>
          </a:p>
          <a:p>
            <a:r>
              <a:t>Filter rows based on role/user</a:t>
            </a:r>
          </a:p>
          <a:p>
            <a:r>
              <a:t>Used in multi-tenant systems</a:t>
            </a:r>
          </a:p>
          <a:p>
            <a:r>
              <a:t>Dynamic filtering logic</a:t>
            </a:r>
          </a:p>
          <a:p>
            <a:r>
              <a:t>Enhances data privacy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Role-Based Access Control (RBAC)</a:t>
            </a:r>
          </a:p>
          <a:p>
            <a:r>
              <a:t>Data lineage tracking</a:t>
            </a:r>
          </a:p>
          <a:p>
            <a:r>
              <a:t>Audit logs</a:t>
            </a:r>
          </a:p>
          <a:p>
            <a:r>
              <a:t>Data classification</a:t>
            </a:r>
          </a:p>
          <a:p>
            <a:r>
              <a:t>Compliance enforcement</a:t>
            </a:r>
          </a:p>
          <a:p>
            <a:r>
              <a:t>Centralized governance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advanced architecture</a:t>
            </a:r>
          </a:p>
          <a:p>
            <a:r>
              <a:t>Improve performance and cost</a:t>
            </a:r>
          </a:p>
          <a:p>
            <a:r>
              <a:t>Adopt production best practices</a:t>
            </a:r>
          </a:p>
          <a:p>
            <a:r>
              <a:t>Design scalable systems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Retrieve subset of data</a:t>
            </a:r>
          </a:p>
          <a:p>
            <a:r>
              <a:t>Useful for testing</a:t>
            </a:r>
          </a:p>
          <a:p>
            <a:r>
              <a:t>Reduces cost</a:t>
            </a:r>
          </a:p>
          <a:p>
            <a:r>
              <a:t>Supports random/system sampling</a:t>
            </a:r>
          </a:p>
          <a:p>
            <a:r>
              <a:t>Speeds up development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container workloads</a:t>
            </a:r>
          </a:p>
          <a:p>
            <a:r>
              <a:t>Supports ML models</a:t>
            </a:r>
          </a:p>
          <a:p>
            <a:r>
              <a:t>Custom applications</a:t>
            </a:r>
          </a:p>
          <a:p>
            <a:r>
              <a:t>Managed infrastructure</a:t>
            </a:r>
          </a:p>
          <a:p>
            <a:r>
              <a:t>Integrated with Snowflake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proper partitioning</a:t>
            </a:r>
          </a:p>
          <a:p>
            <a:r>
              <a:t>Optimize joins and queries</a:t>
            </a:r>
          </a:p>
          <a:p>
            <a:r>
              <a:t>Monitor workloads</a:t>
            </a:r>
          </a:p>
          <a:p>
            <a:r>
              <a:t>Automate pipelines</a:t>
            </a:r>
          </a:p>
          <a:p>
            <a:r>
              <a:t>Apply governance policies</a:t>
            </a:r>
          </a:p>
          <a:p>
            <a:r>
              <a:t>Regular performance tuning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 suspend warehouses</a:t>
            </a:r>
          </a:p>
          <a:p>
            <a:r>
              <a:t>Use smallest effective size</a:t>
            </a:r>
          </a:p>
          <a:p>
            <a:r>
              <a:t>Avoid unnecessary queries</a:t>
            </a:r>
          </a:p>
          <a:p>
            <a:r>
              <a:t>Use caching effectively</a:t>
            </a:r>
          </a:p>
          <a:p>
            <a:r>
              <a:t>Monitor credit usage</a:t>
            </a:r>
          </a:p>
          <a:p>
            <a:r>
              <a:t>Optimize storage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Architecture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 → Silver → Gold layers</a:t>
            </a:r>
          </a:p>
          <a:p>
            <a:r>
              <a:t>Separate compute and storage</a:t>
            </a:r>
          </a:p>
          <a:p>
            <a:r>
              <a:t>Use streams and tasks</a:t>
            </a:r>
          </a:p>
          <a:p>
            <a:r>
              <a:t>Implement CI/CD</a:t>
            </a:r>
          </a:p>
          <a:p>
            <a:r>
              <a:t>Design for scalability</a:t>
            </a:r>
          </a:p>
          <a:p>
            <a:r>
              <a:t>Ensure high availability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317</TotalTime>
  <Words>615</Words>
  <Application>Microsoft Office PowerPoint</Application>
  <PresentationFormat>On-screen Show (4:3)</PresentationFormat>
  <Paragraphs>156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Tw Cen MT</vt:lpstr>
      <vt:lpstr>Tw Cen MT Condensed</vt:lpstr>
      <vt:lpstr>Wingdings 3</vt:lpstr>
      <vt:lpstr>Integral</vt:lpstr>
      <vt:lpstr>Performance &amp; Internal Mechanics</vt:lpstr>
      <vt:lpstr>Cache</vt:lpstr>
      <vt:lpstr>Query Result Cache</vt:lpstr>
      <vt:lpstr>Metadata Cache</vt:lpstr>
      <vt:lpstr>Data Cache</vt:lpstr>
      <vt:lpstr>Caching Flow Internals</vt:lpstr>
      <vt:lpstr>Cache Invalidation Rules</vt:lpstr>
      <vt:lpstr>Clustering Keys</vt:lpstr>
      <vt:lpstr>Micro-Partitions</vt:lpstr>
      <vt:lpstr>Query Optimization Techniques</vt:lpstr>
      <vt:lpstr>Warehouse Tuning</vt:lpstr>
      <vt:lpstr>Query Profile Analysis</vt:lpstr>
      <vt:lpstr>Data Sharing &amp; Governance</vt:lpstr>
      <vt:lpstr>Secure Data Sharing</vt:lpstr>
      <vt:lpstr>Cross-Account Sharing</vt:lpstr>
      <vt:lpstr>Data Masking Policies</vt:lpstr>
      <vt:lpstr>Row Access Policies</vt:lpstr>
      <vt:lpstr>Governance Concepts</vt:lpstr>
      <vt:lpstr>Advanced Concepts</vt:lpstr>
      <vt:lpstr>Data Sampling</vt:lpstr>
      <vt:lpstr>Container Services</vt:lpstr>
      <vt:lpstr>Advanced Best Practices</vt:lpstr>
      <vt:lpstr>Cost Optimization</vt:lpstr>
      <vt:lpstr>Production Architecture 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5</cp:revision>
  <dcterms:created xsi:type="dcterms:W3CDTF">2013-01-27T09:14:16Z</dcterms:created>
  <dcterms:modified xsi:type="dcterms:W3CDTF">2026-04-14T11:32:31Z</dcterms:modified>
  <cp:category/>
</cp:coreProperties>
</file>