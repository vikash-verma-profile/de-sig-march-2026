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E817E-920A-40DC-95C1-EABBEFACE55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F91F2ED-F3CF-491F-A7E3-94AE12816E49}">
      <dgm:prSet/>
      <dgm:spPr/>
      <dgm:t>
        <a:bodyPr/>
        <a:lstStyle/>
        <a:p>
          <a:r>
            <a:rPr lang="en-US"/>
            <a:t>Automate infrastructure provisioning</a:t>
          </a:r>
        </a:p>
      </dgm:t>
    </dgm:pt>
    <dgm:pt modelId="{A8B2D85F-3D63-45F7-87CC-A144FB7945CB}" type="parTrans" cxnId="{5D8DD1A7-DA95-4C04-9E35-6CAC2E879BF2}">
      <dgm:prSet/>
      <dgm:spPr/>
      <dgm:t>
        <a:bodyPr/>
        <a:lstStyle/>
        <a:p>
          <a:endParaRPr lang="en-US"/>
        </a:p>
      </dgm:t>
    </dgm:pt>
    <dgm:pt modelId="{E7734F6E-2C36-44F8-AD01-ADFDF033083C}" type="sibTrans" cxnId="{5D8DD1A7-DA95-4C04-9E35-6CAC2E879BF2}">
      <dgm:prSet/>
      <dgm:spPr/>
      <dgm:t>
        <a:bodyPr/>
        <a:lstStyle/>
        <a:p>
          <a:endParaRPr lang="en-US"/>
        </a:p>
      </dgm:t>
    </dgm:pt>
    <dgm:pt modelId="{069CF6BA-FA63-4A89-AD1A-64946080349F}">
      <dgm:prSet/>
      <dgm:spPr/>
      <dgm:t>
        <a:bodyPr/>
        <a:lstStyle/>
        <a:p>
          <a:r>
            <a:rPr lang="en-US"/>
            <a:t>Version-controlled infrastructure</a:t>
          </a:r>
        </a:p>
      </dgm:t>
    </dgm:pt>
    <dgm:pt modelId="{ECAB7EA0-CF18-4228-9DFD-FEFA569687F7}" type="parTrans" cxnId="{AC783C44-B42B-4B02-8E8B-9B865A258AA8}">
      <dgm:prSet/>
      <dgm:spPr/>
      <dgm:t>
        <a:bodyPr/>
        <a:lstStyle/>
        <a:p>
          <a:endParaRPr lang="en-US"/>
        </a:p>
      </dgm:t>
    </dgm:pt>
    <dgm:pt modelId="{A03FB16D-04AA-4A80-92D3-F4A4078633E9}" type="sibTrans" cxnId="{AC783C44-B42B-4B02-8E8B-9B865A258AA8}">
      <dgm:prSet/>
      <dgm:spPr/>
      <dgm:t>
        <a:bodyPr/>
        <a:lstStyle/>
        <a:p>
          <a:endParaRPr lang="en-US"/>
        </a:p>
      </dgm:t>
    </dgm:pt>
    <dgm:pt modelId="{E27D72EE-E7BC-4913-82C3-A9AFE3982B5B}">
      <dgm:prSet/>
      <dgm:spPr/>
      <dgm:t>
        <a:bodyPr/>
        <a:lstStyle/>
        <a:p>
          <a:r>
            <a:rPr lang="en-US"/>
            <a:t>Consistent and repeatable deployments</a:t>
          </a:r>
        </a:p>
      </dgm:t>
    </dgm:pt>
    <dgm:pt modelId="{1EA4FF39-4F55-4D20-88BE-4A450B735DC1}" type="parTrans" cxnId="{0BC7D155-D350-4AF2-BA9A-1ACDAC3DBE1F}">
      <dgm:prSet/>
      <dgm:spPr/>
      <dgm:t>
        <a:bodyPr/>
        <a:lstStyle/>
        <a:p>
          <a:endParaRPr lang="en-US"/>
        </a:p>
      </dgm:t>
    </dgm:pt>
    <dgm:pt modelId="{5EBDFCD5-3E89-4AB2-8142-DCFDFCAD6841}" type="sibTrans" cxnId="{0BC7D155-D350-4AF2-BA9A-1ACDAC3DBE1F}">
      <dgm:prSet/>
      <dgm:spPr/>
      <dgm:t>
        <a:bodyPr/>
        <a:lstStyle/>
        <a:p>
          <a:endParaRPr lang="en-US"/>
        </a:p>
      </dgm:t>
    </dgm:pt>
    <dgm:pt modelId="{4CA69946-47C4-45ED-9EF3-89790AF7D9E6}" type="pres">
      <dgm:prSet presAssocID="{044E817E-920A-40DC-95C1-EABBEFACE557}" presName="root" presStyleCnt="0">
        <dgm:presLayoutVars>
          <dgm:dir/>
          <dgm:resizeHandles val="exact"/>
        </dgm:presLayoutVars>
      </dgm:prSet>
      <dgm:spPr/>
    </dgm:pt>
    <dgm:pt modelId="{24460A37-7C80-4E03-8B00-05728E1E0E0F}" type="pres">
      <dgm:prSet presAssocID="{DF91F2ED-F3CF-491F-A7E3-94AE12816E49}" presName="compNode" presStyleCnt="0"/>
      <dgm:spPr/>
    </dgm:pt>
    <dgm:pt modelId="{D5FD7424-CF41-4988-9C52-952810C80EB5}" type="pres">
      <dgm:prSet presAssocID="{DF91F2ED-F3CF-491F-A7E3-94AE12816E49}" presName="bgRect" presStyleLbl="bgShp" presStyleIdx="0" presStyleCnt="3"/>
      <dgm:spPr/>
    </dgm:pt>
    <dgm:pt modelId="{B8C401D5-793C-4E73-A206-2AEA534777A0}" type="pres">
      <dgm:prSet presAssocID="{DF91F2ED-F3CF-491F-A7E3-94AE12816E4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AE923F7-BDA5-4EA0-B38B-A7C18A2E3638}" type="pres">
      <dgm:prSet presAssocID="{DF91F2ED-F3CF-491F-A7E3-94AE12816E49}" presName="spaceRect" presStyleCnt="0"/>
      <dgm:spPr/>
    </dgm:pt>
    <dgm:pt modelId="{BE76F35C-0C9D-44C4-905B-B7F58EAAF902}" type="pres">
      <dgm:prSet presAssocID="{DF91F2ED-F3CF-491F-A7E3-94AE12816E49}" presName="parTx" presStyleLbl="revTx" presStyleIdx="0" presStyleCnt="3">
        <dgm:presLayoutVars>
          <dgm:chMax val="0"/>
          <dgm:chPref val="0"/>
        </dgm:presLayoutVars>
      </dgm:prSet>
      <dgm:spPr/>
    </dgm:pt>
    <dgm:pt modelId="{EFB1BF41-BC48-4844-98CA-519C550EE2EA}" type="pres">
      <dgm:prSet presAssocID="{E7734F6E-2C36-44F8-AD01-ADFDF033083C}" presName="sibTrans" presStyleCnt="0"/>
      <dgm:spPr/>
    </dgm:pt>
    <dgm:pt modelId="{E4D077D8-0A31-4BC9-8A81-296289FBA4C0}" type="pres">
      <dgm:prSet presAssocID="{069CF6BA-FA63-4A89-AD1A-64946080349F}" presName="compNode" presStyleCnt="0"/>
      <dgm:spPr/>
    </dgm:pt>
    <dgm:pt modelId="{08FCA204-257E-42A6-84E9-CBB0AE320891}" type="pres">
      <dgm:prSet presAssocID="{069CF6BA-FA63-4A89-AD1A-64946080349F}" presName="bgRect" presStyleLbl="bgShp" presStyleIdx="1" presStyleCnt="3"/>
      <dgm:spPr/>
    </dgm:pt>
    <dgm:pt modelId="{39C3C3A3-F3A9-4C8D-9E12-D2535FBFA66C}" type="pres">
      <dgm:prSet presAssocID="{069CF6BA-FA63-4A89-AD1A-64946080349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503E6C44-BA83-4DB4-A1C2-C749E653CC77}" type="pres">
      <dgm:prSet presAssocID="{069CF6BA-FA63-4A89-AD1A-64946080349F}" presName="spaceRect" presStyleCnt="0"/>
      <dgm:spPr/>
    </dgm:pt>
    <dgm:pt modelId="{0401BA8D-D87D-4B1E-8912-1539670F23C1}" type="pres">
      <dgm:prSet presAssocID="{069CF6BA-FA63-4A89-AD1A-64946080349F}" presName="parTx" presStyleLbl="revTx" presStyleIdx="1" presStyleCnt="3">
        <dgm:presLayoutVars>
          <dgm:chMax val="0"/>
          <dgm:chPref val="0"/>
        </dgm:presLayoutVars>
      </dgm:prSet>
      <dgm:spPr/>
    </dgm:pt>
    <dgm:pt modelId="{52EC4C6F-73E7-4ED1-98A3-DEA006AF38C5}" type="pres">
      <dgm:prSet presAssocID="{A03FB16D-04AA-4A80-92D3-F4A4078633E9}" presName="sibTrans" presStyleCnt="0"/>
      <dgm:spPr/>
    </dgm:pt>
    <dgm:pt modelId="{824991CC-089A-4283-9769-BB97583FEF06}" type="pres">
      <dgm:prSet presAssocID="{E27D72EE-E7BC-4913-82C3-A9AFE3982B5B}" presName="compNode" presStyleCnt="0"/>
      <dgm:spPr/>
    </dgm:pt>
    <dgm:pt modelId="{BEF4D355-BF73-4AE8-A1FD-044A61B6E90C}" type="pres">
      <dgm:prSet presAssocID="{E27D72EE-E7BC-4913-82C3-A9AFE3982B5B}" presName="bgRect" presStyleLbl="bgShp" presStyleIdx="2" presStyleCnt="3"/>
      <dgm:spPr/>
    </dgm:pt>
    <dgm:pt modelId="{0ED52E8B-A6F9-44FF-8DCC-40BBDCF899FB}" type="pres">
      <dgm:prSet presAssocID="{E27D72EE-E7BC-4913-82C3-A9AFE3982B5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9FD10438-64F4-4358-8E63-511314B83AE6}" type="pres">
      <dgm:prSet presAssocID="{E27D72EE-E7BC-4913-82C3-A9AFE3982B5B}" presName="spaceRect" presStyleCnt="0"/>
      <dgm:spPr/>
    </dgm:pt>
    <dgm:pt modelId="{96DC541E-BEC2-4DDB-851F-00A04D1D1A98}" type="pres">
      <dgm:prSet presAssocID="{E27D72EE-E7BC-4913-82C3-A9AFE3982B5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C783C44-B42B-4B02-8E8B-9B865A258AA8}" srcId="{044E817E-920A-40DC-95C1-EABBEFACE557}" destId="{069CF6BA-FA63-4A89-AD1A-64946080349F}" srcOrd="1" destOrd="0" parTransId="{ECAB7EA0-CF18-4228-9DFD-FEFA569687F7}" sibTransId="{A03FB16D-04AA-4A80-92D3-F4A4078633E9}"/>
    <dgm:cxn modelId="{7188E04D-652C-4167-A9C4-2334E8DE2C77}" type="presOf" srcId="{DF91F2ED-F3CF-491F-A7E3-94AE12816E49}" destId="{BE76F35C-0C9D-44C4-905B-B7F58EAAF902}" srcOrd="0" destOrd="0" presId="urn:microsoft.com/office/officeart/2018/2/layout/IconVerticalSolidList"/>
    <dgm:cxn modelId="{0BC7D155-D350-4AF2-BA9A-1ACDAC3DBE1F}" srcId="{044E817E-920A-40DC-95C1-EABBEFACE557}" destId="{E27D72EE-E7BC-4913-82C3-A9AFE3982B5B}" srcOrd="2" destOrd="0" parTransId="{1EA4FF39-4F55-4D20-88BE-4A450B735DC1}" sibTransId="{5EBDFCD5-3E89-4AB2-8142-DCFDFCAD6841}"/>
    <dgm:cxn modelId="{41A6A695-5693-4A7E-892A-56C4305A82D0}" type="presOf" srcId="{069CF6BA-FA63-4A89-AD1A-64946080349F}" destId="{0401BA8D-D87D-4B1E-8912-1539670F23C1}" srcOrd="0" destOrd="0" presId="urn:microsoft.com/office/officeart/2018/2/layout/IconVerticalSolidList"/>
    <dgm:cxn modelId="{C73DC89C-A809-4E6F-A326-C0DD30E0143A}" type="presOf" srcId="{E27D72EE-E7BC-4913-82C3-A9AFE3982B5B}" destId="{96DC541E-BEC2-4DDB-851F-00A04D1D1A98}" srcOrd="0" destOrd="0" presId="urn:microsoft.com/office/officeart/2018/2/layout/IconVerticalSolidList"/>
    <dgm:cxn modelId="{5D8DD1A7-DA95-4C04-9E35-6CAC2E879BF2}" srcId="{044E817E-920A-40DC-95C1-EABBEFACE557}" destId="{DF91F2ED-F3CF-491F-A7E3-94AE12816E49}" srcOrd="0" destOrd="0" parTransId="{A8B2D85F-3D63-45F7-87CC-A144FB7945CB}" sibTransId="{E7734F6E-2C36-44F8-AD01-ADFDF033083C}"/>
    <dgm:cxn modelId="{2DEF72DA-0278-4293-A05C-7C464CB51D1F}" type="presOf" srcId="{044E817E-920A-40DC-95C1-EABBEFACE557}" destId="{4CA69946-47C4-45ED-9EF3-89790AF7D9E6}" srcOrd="0" destOrd="0" presId="urn:microsoft.com/office/officeart/2018/2/layout/IconVerticalSolidList"/>
    <dgm:cxn modelId="{0B5AD8C8-11B6-4406-8CF6-E2609D140148}" type="presParOf" srcId="{4CA69946-47C4-45ED-9EF3-89790AF7D9E6}" destId="{24460A37-7C80-4E03-8B00-05728E1E0E0F}" srcOrd="0" destOrd="0" presId="urn:microsoft.com/office/officeart/2018/2/layout/IconVerticalSolidList"/>
    <dgm:cxn modelId="{93EDE0DE-1992-40EE-AF2A-7EA924F9614E}" type="presParOf" srcId="{24460A37-7C80-4E03-8B00-05728E1E0E0F}" destId="{D5FD7424-CF41-4988-9C52-952810C80EB5}" srcOrd="0" destOrd="0" presId="urn:microsoft.com/office/officeart/2018/2/layout/IconVerticalSolidList"/>
    <dgm:cxn modelId="{3B843ABF-B123-478C-96F1-6E9BED2C759A}" type="presParOf" srcId="{24460A37-7C80-4E03-8B00-05728E1E0E0F}" destId="{B8C401D5-793C-4E73-A206-2AEA534777A0}" srcOrd="1" destOrd="0" presId="urn:microsoft.com/office/officeart/2018/2/layout/IconVerticalSolidList"/>
    <dgm:cxn modelId="{FDB0E5E7-5A59-4178-AD73-7BE1D0EB2B97}" type="presParOf" srcId="{24460A37-7C80-4E03-8B00-05728E1E0E0F}" destId="{8AE923F7-BDA5-4EA0-B38B-A7C18A2E3638}" srcOrd="2" destOrd="0" presId="urn:microsoft.com/office/officeart/2018/2/layout/IconVerticalSolidList"/>
    <dgm:cxn modelId="{41DDD46E-E9C9-4993-BD1F-ABB7AE7539A9}" type="presParOf" srcId="{24460A37-7C80-4E03-8B00-05728E1E0E0F}" destId="{BE76F35C-0C9D-44C4-905B-B7F58EAAF902}" srcOrd="3" destOrd="0" presId="urn:microsoft.com/office/officeart/2018/2/layout/IconVerticalSolidList"/>
    <dgm:cxn modelId="{3DB643FC-46F0-4FDC-B678-6E481A2EF62A}" type="presParOf" srcId="{4CA69946-47C4-45ED-9EF3-89790AF7D9E6}" destId="{EFB1BF41-BC48-4844-98CA-519C550EE2EA}" srcOrd="1" destOrd="0" presId="urn:microsoft.com/office/officeart/2018/2/layout/IconVerticalSolidList"/>
    <dgm:cxn modelId="{BE9936CD-6C1D-425B-A78E-7B03A8F0CD20}" type="presParOf" srcId="{4CA69946-47C4-45ED-9EF3-89790AF7D9E6}" destId="{E4D077D8-0A31-4BC9-8A81-296289FBA4C0}" srcOrd="2" destOrd="0" presId="urn:microsoft.com/office/officeart/2018/2/layout/IconVerticalSolidList"/>
    <dgm:cxn modelId="{CF973F9C-1D54-4BD8-BD7E-3E960FC34F0F}" type="presParOf" srcId="{E4D077D8-0A31-4BC9-8A81-296289FBA4C0}" destId="{08FCA204-257E-42A6-84E9-CBB0AE320891}" srcOrd="0" destOrd="0" presId="urn:microsoft.com/office/officeart/2018/2/layout/IconVerticalSolidList"/>
    <dgm:cxn modelId="{744239D7-A386-4088-A28D-71020406CC6A}" type="presParOf" srcId="{E4D077D8-0A31-4BC9-8A81-296289FBA4C0}" destId="{39C3C3A3-F3A9-4C8D-9E12-D2535FBFA66C}" srcOrd="1" destOrd="0" presId="urn:microsoft.com/office/officeart/2018/2/layout/IconVerticalSolidList"/>
    <dgm:cxn modelId="{8A423CC1-C4B7-445A-BD08-4442AE6C0EDD}" type="presParOf" srcId="{E4D077D8-0A31-4BC9-8A81-296289FBA4C0}" destId="{503E6C44-BA83-4DB4-A1C2-C749E653CC77}" srcOrd="2" destOrd="0" presId="urn:microsoft.com/office/officeart/2018/2/layout/IconVerticalSolidList"/>
    <dgm:cxn modelId="{647F1DC8-4A75-4603-8B59-90E57184C3E3}" type="presParOf" srcId="{E4D077D8-0A31-4BC9-8A81-296289FBA4C0}" destId="{0401BA8D-D87D-4B1E-8912-1539670F23C1}" srcOrd="3" destOrd="0" presId="urn:microsoft.com/office/officeart/2018/2/layout/IconVerticalSolidList"/>
    <dgm:cxn modelId="{B029EEF1-48A6-4D5E-AB3A-FAC81B6B6089}" type="presParOf" srcId="{4CA69946-47C4-45ED-9EF3-89790AF7D9E6}" destId="{52EC4C6F-73E7-4ED1-98A3-DEA006AF38C5}" srcOrd="3" destOrd="0" presId="urn:microsoft.com/office/officeart/2018/2/layout/IconVerticalSolidList"/>
    <dgm:cxn modelId="{09238D91-96D9-49EE-AA8C-36E41E23B81C}" type="presParOf" srcId="{4CA69946-47C4-45ED-9EF3-89790AF7D9E6}" destId="{824991CC-089A-4283-9769-BB97583FEF06}" srcOrd="4" destOrd="0" presId="urn:microsoft.com/office/officeart/2018/2/layout/IconVerticalSolidList"/>
    <dgm:cxn modelId="{A5064B7A-355B-44D0-87A4-520A867748F7}" type="presParOf" srcId="{824991CC-089A-4283-9769-BB97583FEF06}" destId="{BEF4D355-BF73-4AE8-A1FD-044A61B6E90C}" srcOrd="0" destOrd="0" presId="urn:microsoft.com/office/officeart/2018/2/layout/IconVerticalSolidList"/>
    <dgm:cxn modelId="{424FFE36-39E0-4554-9387-823A6DC4C99F}" type="presParOf" srcId="{824991CC-089A-4283-9769-BB97583FEF06}" destId="{0ED52E8B-A6F9-44FF-8DCC-40BBDCF899FB}" srcOrd="1" destOrd="0" presId="urn:microsoft.com/office/officeart/2018/2/layout/IconVerticalSolidList"/>
    <dgm:cxn modelId="{E91BEDE2-121C-4DA0-95CD-D0250350579D}" type="presParOf" srcId="{824991CC-089A-4283-9769-BB97583FEF06}" destId="{9FD10438-64F4-4358-8E63-511314B83AE6}" srcOrd="2" destOrd="0" presId="urn:microsoft.com/office/officeart/2018/2/layout/IconVerticalSolidList"/>
    <dgm:cxn modelId="{18B0B28B-9116-4216-9C0C-0E93988A23D1}" type="presParOf" srcId="{824991CC-089A-4283-9769-BB97583FEF06}" destId="{96DC541E-BEC2-4DDB-851F-00A04D1D1A9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B54641-86DE-432C-9BF7-BE4503289F4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BF54DB3-A63B-4848-AE51-3EA4FA1D0D12}">
      <dgm:prSet/>
      <dgm:spPr/>
      <dgm:t>
        <a:bodyPr/>
        <a:lstStyle/>
        <a:p>
          <a:r>
            <a:rPr lang="en-US"/>
            <a:t>init → Initialize project</a:t>
          </a:r>
        </a:p>
      </dgm:t>
    </dgm:pt>
    <dgm:pt modelId="{83FEFBF9-F6CC-41B7-A635-42DC4776FF80}" type="parTrans" cxnId="{26AF4722-5776-48B5-BC1F-4A101BF3AEA6}">
      <dgm:prSet/>
      <dgm:spPr/>
      <dgm:t>
        <a:bodyPr/>
        <a:lstStyle/>
        <a:p>
          <a:endParaRPr lang="en-US"/>
        </a:p>
      </dgm:t>
    </dgm:pt>
    <dgm:pt modelId="{F1880E80-88CB-4307-ADC5-35F363326998}" type="sibTrans" cxnId="{26AF4722-5776-48B5-BC1F-4A101BF3AEA6}">
      <dgm:prSet/>
      <dgm:spPr/>
      <dgm:t>
        <a:bodyPr/>
        <a:lstStyle/>
        <a:p>
          <a:endParaRPr lang="en-US"/>
        </a:p>
      </dgm:t>
    </dgm:pt>
    <dgm:pt modelId="{7C9D48D3-ACD3-4198-8F90-88205DCC5D98}">
      <dgm:prSet/>
      <dgm:spPr/>
      <dgm:t>
        <a:bodyPr/>
        <a:lstStyle/>
        <a:p>
          <a:r>
            <a:rPr lang="en-US"/>
            <a:t>plan → Preview changes</a:t>
          </a:r>
        </a:p>
      </dgm:t>
    </dgm:pt>
    <dgm:pt modelId="{C30A531A-0A08-48A4-A301-C228D30757B7}" type="parTrans" cxnId="{B428F519-743B-4DB2-BBDE-941E2F02A366}">
      <dgm:prSet/>
      <dgm:spPr/>
      <dgm:t>
        <a:bodyPr/>
        <a:lstStyle/>
        <a:p>
          <a:endParaRPr lang="en-US"/>
        </a:p>
      </dgm:t>
    </dgm:pt>
    <dgm:pt modelId="{BB962712-0B6F-48D2-9129-B0C22FAF65FC}" type="sibTrans" cxnId="{B428F519-743B-4DB2-BBDE-941E2F02A366}">
      <dgm:prSet/>
      <dgm:spPr/>
      <dgm:t>
        <a:bodyPr/>
        <a:lstStyle/>
        <a:p>
          <a:endParaRPr lang="en-US"/>
        </a:p>
      </dgm:t>
    </dgm:pt>
    <dgm:pt modelId="{1923A96C-B30F-4C7E-9E09-E088FD9A481D}">
      <dgm:prSet/>
      <dgm:spPr/>
      <dgm:t>
        <a:bodyPr/>
        <a:lstStyle/>
        <a:p>
          <a:r>
            <a:rPr lang="en-US"/>
            <a:t>apply → Execute changes</a:t>
          </a:r>
        </a:p>
      </dgm:t>
    </dgm:pt>
    <dgm:pt modelId="{60E938B1-8093-4BEF-8860-95D4104590AB}" type="parTrans" cxnId="{F08E54E5-FCE7-4B31-B47A-8923B2626096}">
      <dgm:prSet/>
      <dgm:spPr/>
      <dgm:t>
        <a:bodyPr/>
        <a:lstStyle/>
        <a:p>
          <a:endParaRPr lang="en-US"/>
        </a:p>
      </dgm:t>
    </dgm:pt>
    <dgm:pt modelId="{0F7E1D6B-4F8D-447E-94E9-5F7EE788B08A}" type="sibTrans" cxnId="{F08E54E5-FCE7-4B31-B47A-8923B2626096}">
      <dgm:prSet/>
      <dgm:spPr/>
      <dgm:t>
        <a:bodyPr/>
        <a:lstStyle/>
        <a:p>
          <a:endParaRPr lang="en-US"/>
        </a:p>
      </dgm:t>
    </dgm:pt>
    <dgm:pt modelId="{16A2268C-E07D-4866-B4D2-56D1EC3DE2A5}">
      <dgm:prSet/>
      <dgm:spPr/>
      <dgm:t>
        <a:bodyPr/>
        <a:lstStyle/>
        <a:p>
          <a:r>
            <a:rPr lang="en-US"/>
            <a:t>destroy → Remove resources</a:t>
          </a:r>
        </a:p>
      </dgm:t>
    </dgm:pt>
    <dgm:pt modelId="{9CAD718D-74FA-44A9-B449-8E73BBC6B64C}" type="parTrans" cxnId="{240E788C-8F41-4044-B22D-420BE90A925D}">
      <dgm:prSet/>
      <dgm:spPr/>
      <dgm:t>
        <a:bodyPr/>
        <a:lstStyle/>
        <a:p>
          <a:endParaRPr lang="en-US"/>
        </a:p>
      </dgm:t>
    </dgm:pt>
    <dgm:pt modelId="{1D61EA05-647E-4C08-A9C0-FF9530EFB4E8}" type="sibTrans" cxnId="{240E788C-8F41-4044-B22D-420BE90A925D}">
      <dgm:prSet/>
      <dgm:spPr/>
      <dgm:t>
        <a:bodyPr/>
        <a:lstStyle/>
        <a:p>
          <a:endParaRPr lang="en-US"/>
        </a:p>
      </dgm:t>
    </dgm:pt>
    <dgm:pt modelId="{9B8579E6-39C0-4A09-B03B-99FFE4F1D920}" type="pres">
      <dgm:prSet presAssocID="{E1B54641-86DE-432C-9BF7-BE4503289F4C}" presName="linear" presStyleCnt="0">
        <dgm:presLayoutVars>
          <dgm:dir/>
          <dgm:animLvl val="lvl"/>
          <dgm:resizeHandles val="exact"/>
        </dgm:presLayoutVars>
      </dgm:prSet>
      <dgm:spPr/>
    </dgm:pt>
    <dgm:pt modelId="{D54C3FC4-7768-44B3-92F7-68AE447509C6}" type="pres">
      <dgm:prSet presAssocID="{FBF54DB3-A63B-4848-AE51-3EA4FA1D0D12}" presName="parentLin" presStyleCnt="0"/>
      <dgm:spPr/>
    </dgm:pt>
    <dgm:pt modelId="{1AA6AE7E-997F-40E1-A5EE-9F3DD49211BD}" type="pres">
      <dgm:prSet presAssocID="{FBF54DB3-A63B-4848-AE51-3EA4FA1D0D12}" presName="parentLeftMargin" presStyleLbl="node1" presStyleIdx="0" presStyleCnt="4"/>
      <dgm:spPr/>
    </dgm:pt>
    <dgm:pt modelId="{F192FA3C-E478-491E-B8AE-91B0D02CF40F}" type="pres">
      <dgm:prSet presAssocID="{FBF54DB3-A63B-4848-AE51-3EA4FA1D0D1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BCF581B-F38A-47E9-A175-4367AD3DE4FA}" type="pres">
      <dgm:prSet presAssocID="{FBF54DB3-A63B-4848-AE51-3EA4FA1D0D12}" presName="negativeSpace" presStyleCnt="0"/>
      <dgm:spPr/>
    </dgm:pt>
    <dgm:pt modelId="{EA4ADDBE-2EC2-4B1C-A66E-B0DA8CC539F0}" type="pres">
      <dgm:prSet presAssocID="{FBF54DB3-A63B-4848-AE51-3EA4FA1D0D12}" presName="childText" presStyleLbl="conFgAcc1" presStyleIdx="0" presStyleCnt="4">
        <dgm:presLayoutVars>
          <dgm:bulletEnabled val="1"/>
        </dgm:presLayoutVars>
      </dgm:prSet>
      <dgm:spPr/>
    </dgm:pt>
    <dgm:pt modelId="{B2F4CA39-96EA-449E-997E-B4963088027F}" type="pres">
      <dgm:prSet presAssocID="{F1880E80-88CB-4307-ADC5-35F363326998}" presName="spaceBetweenRectangles" presStyleCnt="0"/>
      <dgm:spPr/>
    </dgm:pt>
    <dgm:pt modelId="{AF04F25B-2A82-461D-ACDD-27ED702EA9DD}" type="pres">
      <dgm:prSet presAssocID="{7C9D48D3-ACD3-4198-8F90-88205DCC5D98}" presName="parentLin" presStyleCnt="0"/>
      <dgm:spPr/>
    </dgm:pt>
    <dgm:pt modelId="{E541253C-736B-4968-96DD-08AE422B9B12}" type="pres">
      <dgm:prSet presAssocID="{7C9D48D3-ACD3-4198-8F90-88205DCC5D98}" presName="parentLeftMargin" presStyleLbl="node1" presStyleIdx="0" presStyleCnt="4"/>
      <dgm:spPr/>
    </dgm:pt>
    <dgm:pt modelId="{C914C451-3FAB-4614-8068-7504EB052DAD}" type="pres">
      <dgm:prSet presAssocID="{7C9D48D3-ACD3-4198-8F90-88205DCC5D9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47902BB-1FA9-4E17-812F-93AFAB581280}" type="pres">
      <dgm:prSet presAssocID="{7C9D48D3-ACD3-4198-8F90-88205DCC5D98}" presName="negativeSpace" presStyleCnt="0"/>
      <dgm:spPr/>
    </dgm:pt>
    <dgm:pt modelId="{27389899-FAC3-4233-81EC-5ADE3FF485D3}" type="pres">
      <dgm:prSet presAssocID="{7C9D48D3-ACD3-4198-8F90-88205DCC5D98}" presName="childText" presStyleLbl="conFgAcc1" presStyleIdx="1" presStyleCnt="4">
        <dgm:presLayoutVars>
          <dgm:bulletEnabled val="1"/>
        </dgm:presLayoutVars>
      </dgm:prSet>
      <dgm:spPr/>
    </dgm:pt>
    <dgm:pt modelId="{CB513FE7-A67B-49FC-979C-0405C6876F4A}" type="pres">
      <dgm:prSet presAssocID="{BB962712-0B6F-48D2-9129-B0C22FAF65FC}" presName="spaceBetweenRectangles" presStyleCnt="0"/>
      <dgm:spPr/>
    </dgm:pt>
    <dgm:pt modelId="{66B893CD-093E-4F4E-9E5A-06AFB5175629}" type="pres">
      <dgm:prSet presAssocID="{1923A96C-B30F-4C7E-9E09-E088FD9A481D}" presName="parentLin" presStyleCnt="0"/>
      <dgm:spPr/>
    </dgm:pt>
    <dgm:pt modelId="{5E153753-E35A-4146-A824-66B9D9D44C99}" type="pres">
      <dgm:prSet presAssocID="{1923A96C-B30F-4C7E-9E09-E088FD9A481D}" presName="parentLeftMargin" presStyleLbl="node1" presStyleIdx="1" presStyleCnt="4"/>
      <dgm:spPr/>
    </dgm:pt>
    <dgm:pt modelId="{F99D6FB3-7625-40AE-9579-5EE3202F77FB}" type="pres">
      <dgm:prSet presAssocID="{1923A96C-B30F-4C7E-9E09-E088FD9A481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E91B09-E891-4326-82F0-4EB35CF81C2D}" type="pres">
      <dgm:prSet presAssocID="{1923A96C-B30F-4C7E-9E09-E088FD9A481D}" presName="negativeSpace" presStyleCnt="0"/>
      <dgm:spPr/>
    </dgm:pt>
    <dgm:pt modelId="{FE631EC7-B1EB-4169-AFD4-7C2A0AF292F2}" type="pres">
      <dgm:prSet presAssocID="{1923A96C-B30F-4C7E-9E09-E088FD9A481D}" presName="childText" presStyleLbl="conFgAcc1" presStyleIdx="2" presStyleCnt="4">
        <dgm:presLayoutVars>
          <dgm:bulletEnabled val="1"/>
        </dgm:presLayoutVars>
      </dgm:prSet>
      <dgm:spPr/>
    </dgm:pt>
    <dgm:pt modelId="{33561846-90E3-45AD-A0D4-52570F303C0F}" type="pres">
      <dgm:prSet presAssocID="{0F7E1D6B-4F8D-447E-94E9-5F7EE788B08A}" presName="spaceBetweenRectangles" presStyleCnt="0"/>
      <dgm:spPr/>
    </dgm:pt>
    <dgm:pt modelId="{7D49E382-0AC4-4001-A8AF-417EBA222267}" type="pres">
      <dgm:prSet presAssocID="{16A2268C-E07D-4866-B4D2-56D1EC3DE2A5}" presName="parentLin" presStyleCnt="0"/>
      <dgm:spPr/>
    </dgm:pt>
    <dgm:pt modelId="{3DE97C37-133F-4BED-9544-B32363CE92C7}" type="pres">
      <dgm:prSet presAssocID="{16A2268C-E07D-4866-B4D2-56D1EC3DE2A5}" presName="parentLeftMargin" presStyleLbl="node1" presStyleIdx="2" presStyleCnt="4"/>
      <dgm:spPr/>
    </dgm:pt>
    <dgm:pt modelId="{337D2ABB-7D7A-462A-A959-6DD867B7D5B3}" type="pres">
      <dgm:prSet presAssocID="{16A2268C-E07D-4866-B4D2-56D1EC3DE2A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A946107-27AB-485D-935F-FE982969E28B}" type="pres">
      <dgm:prSet presAssocID="{16A2268C-E07D-4866-B4D2-56D1EC3DE2A5}" presName="negativeSpace" presStyleCnt="0"/>
      <dgm:spPr/>
    </dgm:pt>
    <dgm:pt modelId="{31D420CC-4626-44C8-81E1-3096708344CF}" type="pres">
      <dgm:prSet presAssocID="{16A2268C-E07D-4866-B4D2-56D1EC3DE2A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6A37413-6060-4A52-AF64-29B3AF147D8A}" type="presOf" srcId="{FBF54DB3-A63B-4848-AE51-3EA4FA1D0D12}" destId="{1AA6AE7E-997F-40E1-A5EE-9F3DD49211BD}" srcOrd="0" destOrd="0" presId="urn:microsoft.com/office/officeart/2005/8/layout/list1"/>
    <dgm:cxn modelId="{16EFCC16-AB77-4F1A-9961-73DDF88B4604}" type="presOf" srcId="{FBF54DB3-A63B-4848-AE51-3EA4FA1D0D12}" destId="{F192FA3C-E478-491E-B8AE-91B0D02CF40F}" srcOrd="1" destOrd="0" presId="urn:microsoft.com/office/officeart/2005/8/layout/list1"/>
    <dgm:cxn modelId="{B428F519-743B-4DB2-BBDE-941E2F02A366}" srcId="{E1B54641-86DE-432C-9BF7-BE4503289F4C}" destId="{7C9D48D3-ACD3-4198-8F90-88205DCC5D98}" srcOrd="1" destOrd="0" parTransId="{C30A531A-0A08-48A4-A301-C228D30757B7}" sibTransId="{BB962712-0B6F-48D2-9129-B0C22FAF65FC}"/>
    <dgm:cxn modelId="{26AF4722-5776-48B5-BC1F-4A101BF3AEA6}" srcId="{E1B54641-86DE-432C-9BF7-BE4503289F4C}" destId="{FBF54DB3-A63B-4848-AE51-3EA4FA1D0D12}" srcOrd="0" destOrd="0" parTransId="{83FEFBF9-F6CC-41B7-A635-42DC4776FF80}" sibTransId="{F1880E80-88CB-4307-ADC5-35F363326998}"/>
    <dgm:cxn modelId="{68028D36-2DF0-4F68-9F5A-9D7DE1EC07C3}" type="presOf" srcId="{7C9D48D3-ACD3-4198-8F90-88205DCC5D98}" destId="{C914C451-3FAB-4614-8068-7504EB052DAD}" srcOrd="1" destOrd="0" presId="urn:microsoft.com/office/officeart/2005/8/layout/list1"/>
    <dgm:cxn modelId="{895C5A3C-9D0D-463B-B7EA-0C35B49A197F}" type="presOf" srcId="{7C9D48D3-ACD3-4198-8F90-88205DCC5D98}" destId="{E541253C-736B-4968-96DD-08AE422B9B12}" srcOrd="0" destOrd="0" presId="urn:microsoft.com/office/officeart/2005/8/layout/list1"/>
    <dgm:cxn modelId="{A419B260-79E2-4D63-B3FF-BA22861463FA}" type="presOf" srcId="{1923A96C-B30F-4C7E-9E09-E088FD9A481D}" destId="{5E153753-E35A-4146-A824-66B9D9D44C99}" srcOrd="0" destOrd="0" presId="urn:microsoft.com/office/officeart/2005/8/layout/list1"/>
    <dgm:cxn modelId="{0BBF8172-53E9-4387-A123-61D8E28FBE7D}" type="presOf" srcId="{16A2268C-E07D-4866-B4D2-56D1EC3DE2A5}" destId="{3DE97C37-133F-4BED-9544-B32363CE92C7}" srcOrd="0" destOrd="0" presId="urn:microsoft.com/office/officeart/2005/8/layout/list1"/>
    <dgm:cxn modelId="{240E788C-8F41-4044-B22D-420BE90A925D}" srcId="{E1B54641-86DE-432C-9BF7-BE4503289F4C}" destId="{16A2268C-E07D-4866-B4D2-56D1EC3DE2A5}" srcOrd="3" destOrd="0" parTransId="{9CAD718D-74FA-44A9-B449-8E73BBC6B64C}" sibTransId="{1D61EA05-647E-4C08-A9C0-FF9530EFB4E8}"/>
    <dgm:cxn modelId="{676287BF-3DB5-4FD3-AE51-453150FC5521}" type="presOf" srcId="{1923A96C-B30F-4C7E-9E09-E088FD9A481D}" destId="{F99D6FB3-7625-40AE-9579-5EE3202F77FB}" srcOrd="1" destOrd="0" presId="urn:microsoft.com/office/officeart/2005/8/layout/list1"/>
    <dgm:cxn modelId="{F83DD5E1-7F0F-424A-94CA-C36B1FDAC757}" type="presOf" srcId="{E1B54641-86DE-432C-9BF7-BE4503289F4C}" destId="{9B8579E6-39C0-4A09-B03B-99FFE4F1D920}" srcOrd="0" destOrd="0" presId="urn:microsoft.com/office/officeart/2005/8/layout/list1"/>
    <dgm:cxn modelId="{F08E54E5-FCE7-4B31-B47A-8923B2626096}" srcId="{E1B54641-86DE-432C-9BF7-BE4503289F4C}" destId="{1923A96C-B30F-4C7E-9E09-E088FD9A481D}" srcOrd="2" destOrd="0" parTransId="{60E938B1-8093-4BEF-8860-95D4104590AB}" sibTransId="{0F7E1D6B-4F8D-447E-94E9-5F7EE788B08A}"/>
    <dgm:cxn modelId="{6E8F75F1-8151-4C8A-9978-E8635F4313B0}" type="presOf" srcId="{16A2268C-E07D-4866-B4D2-56D1EC3DE2A5}" destId="{337D2ABB-7D7A-462A-A959-6DD867B7D5B3}" srcOrd="1" destOrd="0" presId="urn:microsoft.com/office/officeart/2005/8/layout/list1"/>
    <dgm:cxn modelId="{F4A12BBC-F6F6-4C50-A43F-85CBB6B60473}" type="presParOf" srcId="{9B8579E6-39C0-4A09-B03B-99FFE4F1D920}" destId="{D54C3FC4-7768-44B3-92F7-68AE447509C6}" srcOrd="0" destOrd="0" presId="urn:microsoft.com/office/officeart/2005/8/layout/list1"/>
    <dgm:cxn modelId="{EFD3A11E-D0D1-4F4E-A738-88ED96E58B59}" type="presParOf" srcId="{D54C3FC4-7768-44B3-92F7-68AE447509C6}" destId="{1AA6AE7E-997F-40E1-A5EE-9F3DD49211BD}" srcOrd="0" destOrd="0" presId="urn:microsoft.com/office/officeart/2005/8/layout/list1"/>
    <dgm:cxn modelId="{D82E0CEF-1270-4F76-8BC7-13D9FAFDA3FC}" type="presParOf" srcId="{D54C3FC4-7768-44B3-92F7-68AE447509C6}" destId="{F192FA3C-E478-491E-B8AE-91B0D02CF40F}" srcOrd="1" destOrd="0" presId="urn:microsoft.com/office/officeart/2005/8/layout/list1"/>
    <dgm:cxn modelId="{6EF9FF34-B291-4A74-9402-35F1EE8FBF88}" type="presParOf" srcId="{9B8579E6-39C0-4A09-B03B-99FFE4F1D920}" destId="{ABCF581B-F38A-47E9-A175-4367AD3DE4FA}" srcOrd="1" destOrd="0" presId="urn:microsoft.com/office/officeart/2005/8/layout/list1"/>
    <dgm:cxn modelId="{13E7D235-C502-4E2F-AA5B-58F0AB1C36BF}" type="presParOf" srcId="{9B8579E6-39C0-4A09-B03B-99FFE4F1D920}" destId="{EA4ADDBE-2EC2-4B1C-A66E-B0DA8CC539F0}" srcOrd="2" destOrd="0" presId="urn:microsoft.com/office/officeart/2005/8/layout/list1"/>
    <dgm:cxn modelId="{6F79CDB3-59C6-4F9B-B23C-3AF90DB23173}" type="presParOf" srcId="{9B8579E6-39C0-4A09-B03B-99FFE4F1D920}" destId="{B2F4CA39-96EA-449E-997E-B4963088027F}" srcOrd="3" destOrd="0" presId="urn:microsoft.com/office/officeart/2005/8/layout/list1"/>
    <dgm:cxn modelId="{CD56CA94-A0B5-417E-8C96-93B620D35E0D}" type="presParOf" srcId="{9B8579E6-39C0-4A09-B03B-99FFE4F1D920}" destId="{AF04F25B-2A82-461D-ACDD-27ED702EA9DD}" srcOrd="4" destOrd="0" presId="urn:microsoft.com/office/officeart/2005/8/layout/list1"/>
    <dgm:cxn modelId="{12C79260-E593-40D4-A9A1-97C887A490C9}" type="presParOf" srcId="{AF04F25B-2A82-461D-ACDD-27ED702EA9DD}" destId="{E541253C-736B-4968-96DD-08AE422B9B12}" srcOrd="0" destOrd="0" presId="urn:microsoft.com/office/officeart/2005/8/layout/list1"/>
    <dgm:cxn modelId="{683E8329-DF79-448A-8CF1-2451C46928F3}" type="presParOf" srcId="{AF04F25B-2A82-461D-ACDD-27ED702EA9DD}" destId="{C914C451-3FAB-4614-8068-7504EB052DAD}" srcOrd="1" destOrd="0" presId="urn:microsoft.com/office/officeart/2005/8/layout/list1"/>
    <dgm:cxn modelId="{8E1321B0-8E62-4D29-A829-9DC8A96E56EC}" type="presParOf" srcId="{9B8579E6-39C0-4A09-B03B-99FFE4F1D920}" destId="{647902BB-1FA9-4E17-812F-93AFAB581280}" srcOrd="5" destOrd="0" presId="urn:microsoft.com/office/officeart/2005/8/layout/list1"/>
    <dgm:cxn modelId="{8280222C-A0CD-42E6-9E25-789AE9A54B49}" type="presParOf" srcId="{9B8579E6-39C0-4A09-B03B-99FFE4F1D920}" destId="{27389899-FAC3-4233-81EC-5ADE3FF485D3}" srcOrd="6" destOrd="0" presId="urn:microsoft.com/office/officeart/2005/8/layout/list1"/>
    <dgm:cxn modelId="{EE93296C-B0F4-4D4D-863C-9C5B93A54330}" type="presParOf" srcId="{9B8579E6-39C0-4A09-B03B-99FFE4F1D920}" destId="{CB513FE7-A67B-49FC-979C-0405C6876F4A}" srcOrd="7" destOrd="0" presId="urn:microsoft.com/office/officeart/2005/8/layout/list1"/>
    <dgm:cxn modelId="{593133C7-B5B5-4635-A03A-B844D4F81863}" type="presParOf" srcId="{9B8579E6-39C0-4A09-B03B-99FFE4F1D920}" destId="{66B893CD-093E-4F4E-9E5A-06AFB5175629}" srcOrd="8" destOrd="0" presId="urn:microsoft.com/office/officeart/2005/8/layout/list1"/>
    <dgm:cxn modelId="{3FE2BDDF-B547-4543-9AA5-0B2D085F7382}" type="presParOf" srcId="{66B893CD-093E-4F4E-9E5A-06AFB5175629}" destId="{5E153753-E35A-4146-A824-66B9D9D44C99}" srcOrd="0" destOrd="0" presId="urn:microsoft.com/office/officeart/2005/8/layout/list1"/>
    <dgm:cxn modelId="{85B9A667-0CC7-449C-B9F3-2EDF0900D9E4}" type="presParOf" srcId="{66B893CD-093E-4F4E-9E5A-06AFB5175629}" destId="{F99D6FB3-7625-40AE-9579-5EE3202F77FB}" srcOrd="1" destOrd="0" presId="urn:microsoft.com/office/officeart/2005/8/layout/list1"/>
    <dgm:cxn modelId="{957956FF-7404-4E3A-B491-DB2D26699D59}" type="presParOf" srcId="{9B8579E6-39C0-4A09-B03B-99FFE4F1D920}" destId="{9EE91B09-E891-4326-82F0-4EB35CF81C2D}" srcOrd="9" destOrd="0" presId="urn:microsoft.com/office/officeart/2005/8/layout/list1"/>
    <dgm:cxn modelId="{409B988A-6E61-4D3D-9372-1454A37AB066}" type="presParOf" srcId="{9B8579E6-39C0-4A09-B03B-99FFE4F1D920}" destId="{FE631EC7-B1EB-4169-AFD4-7C2A0AF292F2}" srcOrd="10" destOrd="0" presId="urn:microsoft.com/office/officeart/2005/8/layout/list1"/>
    <dgm:cxn modelId="{60ECC8A0-318C-4735-9584-16253B96FF7A}" type="presParOf" srcId="{9B8579E6-39C0-4A09-B03B-99FFE4F1D920}" destId="{33561846-90E3-45AD-A0D4-52570F303C0F}" srcOrd="11" destOrd="0" presId="urn:microsoft.com/office/officeart/2005/8/layout/list1"/>
    <dgm:cxn modelId="{AC6AD7FA-9DC3-4EAE-8D8D-76408D48167F}" type="presParOf" srcId="{9B8579E6-39C0-4A09-B03B-99FFE4F1D920}" destId="{7D49E382-0AC4-4001-A8AF-417EBA222267}" srcOrd="12" destOrd="0" presId="urn:microsoft.com/office/officeart/2005/8/layout/list1"/>
    <dgm:cxn modelId="{82742628-95D9-41EF-BB85-5C94D0810399}" type="presParOf" srcId="{7D49E382-0AC4-4001-A8AF-417EBA222267}" destId="{3DE97C37-133F-4BED-9544-B32363CE92C7}" srcOrd="0" destOrd="0" presId="urn:microsoft.com/office/officeart/2005/8/layout/list1"/>
    <dgm:cxn modelId="{93C69D52-1B59-4364-B1C1-7EDCE3C08EB3}" type="presParOf" srcId="{7D49E382-0AC4-4001-A8AF-417EBA222267}" destId="{337D2ABB-7D7A-462A-A959-6DD867B7D5B3}" srcOrd="1" destOrd="0" presId="urn:microsoft.com/office/officeart/2005/8/layout/list1"/>
    <dgm:cxn modelId="{F0C3DD47-2E80-4FD2-91C1-C74966020230}" type="presParOf" srcId="{9B8579E6-39C0-4A09-B03B-99FFE4F1D920}" destId="{BA946107-27AB-485D-935F-FE982969E28B}" srcOrd="13" destOrd="0" presId="urn:microsoft.com/office/officeart/2005/8/layout/list1"/>
    <dgm:cxn modelId="{A80FBD2D-1AE5-4305-9FD1-464457077879}" type="presParOf" srcId="{9B8579E6-39C0-4A09-B03B-99FFE4F1D920}" destId="{31D420CC-4626-44C8-81E1-3096708344CF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FD7424-CF41-4988-9C52-952810C80EB5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C401D5-793C-4E73-A206-2AEA534777A0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6F35C-0C9D-44C4-905B-B7F58EAAF902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Automate infrastructure provisioning</a:t>
          </a:r>
        </a:p>
      </dsp:txBody>
      <dsp:txXfrm>
        <a:off x="1623616" y="600"/>
        <a:ext cx="2607864" cy="1405728"/>
      </dsp:txXfrm>
    </dsp:sp>
    <dsp:sp modelId="{08FCA204-257E-42A6-84E9-CBB0AE320891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3C3A3-F3A9-4C8D-9E12-D2535FBFA66C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01BA8D-D87D-4B1E-8912-1539670F23C1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Version-controlled infrastructure</a:t>
          </a:r>
        </a:p>
      </dsp:txBody>
      <dsp:txXfrm>
        <a:off x="1623616" y="1757760"/>
        <a:ext cx="2607864" cy="1405728"/>
      </dsp:txXfrm>
    </dsp:sp>
    <dsp:sp modelId="{BEF4D355-BF73-4AE8-A1FD-044A61B6E90C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52E8B-A6F9-44FF-8DCC-40BBDCF899FB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C541E-BEC2-4DDB-851F-00A04D1D1A98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Consistent and repeatable deployments</a:t>
          </a:r>
        </a:p>
      </dsp:txBody>
      <dsp:txXfrm>
        <a:off x="1623616" y="3514921"/>
        <a:ext cx="2607864" cy="14057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ADDBE-2EC2-4B1C-A66E-B0DA8CC539F0}">
      <dsp:nvSpPr>
        <dsp:cNvPr id="0" name=""/>
        <dsp:cNvSpPr/>
      </dsp:nvSpPr>
      <dsp:spPr>
        <a:xfrm>
          <a:off x="0" y="482604"/>
          <a:ext cx="4231481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92FA3C-E478-491E-B8AE-91B0D02CF40F}">
      <dsp:nvSpPr>
        <dsp:cNvPr id="0" name=""/>
        <dsp:cNvSpPr/>
      </dsp:nvSpPr>
      <dsp:spPr>
        <a:xfrm>
          <a:off x="211574" y="84084"/>
          <a:ext cx="2962036" cy="79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58" tIns="0" rIns="111958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init → Initialize project</a:t>
          </a:r>
        </a:p>
      </dsp:txBody>
      <dsp:txXfrm>
        <a:off x="250482" y="122992"/>
        <a:ext cx="2884220" cy="719224"/>
      </dsp:txXfrm>
    </dsp:sp>
    <dsp:sp modelId="{27389899-FAC3-4233-81EC-5ADE3FF485D3}">
      <dsp:nvSpPr>
        <dsp:cNvPr id="0" name=""/>
        <dsp:cNvSpPr/>
      </dsp:nvSpPr>
      <dsp:spPr>
        <a:xfrm>
          <a:off x="0" y="1707324"/>
          <a:ext cx="4231481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441124"/>
              <a:satOff val="497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4C451-3FAB-4614-8068-7504EB052DAD}">
      <dsp:nvSpPr>
        <dsp:cNvPr id="0" name=""/>
        <dsp:cNvSpPr/>
      </dsp:nvSpPr>
      <dsp:spPr>
        <a:xfrm>
          <a:off x="211574" y="1308804"/>
          <a:ext cx="2962036" cy="797040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58" tIns="0" rIns="111958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plan → Preview changes</a:t>
          </a:r>
        </a:p>
      </dsp:txBody>
      <dsp:txXfrm>
        <a:off x="250482" y="1347712"/>
        <a:ext cx="2884220" cy="719224"/>
      </dsp:txXfrm>
    </dsp:sp>
    <dsp:sp modelId="{FE631EC7-B1EB-4169-AFD4-7C2A0AF292F2}">
      <dsp:nvSpPr>
        <dsp:cNvPr id="0" name=""/>
        <dsp:cNvSpPr/>
      </dsp:nvSpPr>
      <dsp:spPr>
        <a:xfrm>
          <a:off x="0" y="2932045"/>
          <a:ext cx="4231481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882249"/>
              <a:satOff val="995"/>
              <a:lumOff val="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D6FB3-7625-40AE-9579-5EE3202F77FB}">
      <dsp:nvSpPr>
        <dsp:cNvPr id="0" name=""/>
        <dsp:cNvSpPr/>
      </dsp:nvSpPr>
      <dsp:spPr>
        <a:xfrm>
          <a:off x="211574" y="2533524"/>
          <a:ext cx="2962036" cy="797040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58" tIns="0" rIns="111958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apply → Execute changes</a:t>
          </a:r>
        </a:p>
      </dsp:txBody>
      <dsp:txXfrm>
        <a:off x="250482" y="2572432"/>
        <a:ext cx="2884220" cy="719224"/>
      </dsp:txXfrm>
    </dsp:sp>
    <dsp:sp modelId="{31D420CC-4626-44C8-81E1-3096708344CF}">
      <dsp:nvSpPr>
        <dsp:cNvPr id="0" name=""/>
        <dsp:cNvSpPr/>
      </dsp:nvSpPr>
      <dsp:spPr>
        <a:xfrm>
          <a:off x="0" y="4156765"/>
          <a:ext cx="4231481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D2ABB-7D7A-462A-A959-6DD867B7D5B3}">
      <dsp:nvSpPr>
        <dsp:cNvPr id="0" name=""/>
        <dsp:cNvSpPr/>
      </dsp:nvSpPr>
      <dsp:spPr>
        <a:xfrm>
          <a:off x="211574" y="3758245"/>
          <a:ext cx="2962036" cy="79704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958" tIns="0" rIns="111958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destroy → Remove resources</a:t>
          </a:r>
        </a:p>
      </dsp:txBody>
      <dsp:txXfrm>
        <a:off x="250482" y="3797153"/>
        <a:ext cx="2884220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04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24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93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5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41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0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2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75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1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27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55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3400">
                <a:solidFill>
                  <a:srgbClr val="FFFFFF"/>
                </a:solidFill>
              </a:rPr>
              <a:t>Infrastructure as Code (Terraform Basics)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1D2CF8-A7FE-45EC-36C5-05E39A81AC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592288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Terraform Workflow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6F18FE-5BEA-7E28-A05C-B18A8F82B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7986397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Connect Terraform to cloud platforms</a:t>
            </a:r>
          </a:p>
          <a:p>
            <a:r>
              <a:t>Examples: Azure, AWS, GCP</a:t>
            </a:r>
          </a:p>
          <a:p>
            <a:r>
              <a:t>Define provider configuration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Define infrastructure components</a:t>
            </a:r>
          </a:p>
          <a:p>
            <a:r>
              <a:t>Example: VM, Storage, Network</a:t>
            </a:r>
          </a:p>
          <a:p>
            <a:r>
              <a:t>Core building block in Terraform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Variables → Input values</a:t>
            </a:r>
          </a:p>
          <a:p>
            <a:r>
              <a:t>Outputs → Return values</a:t>
            </a:r>
          </a:p>
          <a:p>
            <a:r>
              <a:t>Enable reusability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Automatic dependency handling</a:t>
            </a:r>
          </a:p>
          <a:p>
            <a:r>
              <a:t>Explicit dependency using depends_on</a:t>
            </a:r>
          </a:p>
          <a:p>
            <a:r>
              <a:t>Ensures correct execution order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Tracks resource state</a:t>
            </a:r>
          </a:p>
          <a:p>
            <a:r>
              <a:t>Maps real-world infra</a:t>
            </a:r>
          </a:p>
          <a:p>
            <a:r>
              <a:t>Stored locally or remotely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Store state in cloud</a:t>
            </a:r>
          </a:p>
          <a:p>
            <a:r>
              <a:t>Supports collaboration</a:t>
            </a:r>
          </a:p>
          <a:p>
            <a:r>
              <a:t>Example: Azure Storage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Resource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Create Resource Group</a:t>
            </a:r>
          </a:p>
          <a:p>
            <a:r>
              <a:t>Provision VM or Storage</a:t>
            </a:r>
          </a:p>
          <a:p>
            <a:r>
              <a:t>Use provider azurerm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 variables for flexibility</a:t>
            </a:r>
          </a:p>
          <a:p>
            <a:r>
              <a:t>Avoid hardcoding values</a:t>
            </a:r>
          </a:p>
          <a:p>
            <a:r>
              <a:t>Enable reusable modules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Automate build and deployment</a:t>
            </a:r>
          </a:p>
          <a:p>
            <a:r>
              <a:t>Improve delivery speed</a:t>
            </a:r>
          </a:p>
          <a:p>
            <a:r>
              <a:t>Ensure code 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 vs 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CI → Build &amp; Test</a:t>
            </a:r>
          </a:p>
          <a:p>
            <a:r>
              <a:t>CD → Deploy changes</a:t>
            </a:r>
          </a:p>
          <a:p>
            <a:r>
              <a:t>Automated pipelines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Branching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Feature branches</a:t>
            </a:r>
          </a:p>
          <a:p>
            <a:r>
              <a:t>Main / Master branch</a:t>
            </a:r>
          </a:p>
          <a:p>
            <a:r>
              <a:t>Pull requests &amp; reviews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 Pipeline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Build application</a:t>
            </a:r>
          </a:p>
          <a:p>
            <a:r>
              <a:t>Run tests</a:t>
            </a:r>
          </a:p>
          <a:p>
            <a:r>
              <a:t>Lint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 Pipeline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Deploy infrastructure</a:t>
            </a:r>
          </a:p>
          <a:p>
            <a:r>
              <a:t>Deploy application</a:t>
            </a:r>
          </a:p>
          <a:p>
            <a:r>
              <a:t>Rollback strategies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YAML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Define pipeline steps</a:t>
            </a:r>
          </a:p>
          <a:p>
            <a:r>
              <a:t>Declarative configuration</a:t>
            </a:r>
          </a:p>
          <a:p>
            <a:r>
              <a:t>Version controlled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Secrets in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Store sensitive data securely</a:t>
            </a:r>
          </a:p>
          <a:p>
            <a:r>
              <a:t>Use secret managers</a:t>
            </a:r>
          </a:p>
          <a:p>
            <a:r>
              <a:t>Avoid hardcoding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Promotion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Dev → Stage → Prod</a:t>
            </a:r>
          </a:p>
          <a:p>
            <a:r>
              <a:t>Controlled deployments</a:t>
            </a:r>
          </a:p>
          <a:p>
            <a:r>
              <a:t>Approval gates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CI/CD tool by GitHub</a:t>
            </a:r>
          </a:p>
          <a:p>
            <a:r>
              <a:t>Event-driven workflows</a:t>
            </a:r>
          </a:p>
          <a:p>
            <a:r>
              <a:t>YAML-based pipelines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Pipeline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Trigger on push</a:t>
            </a:r>
          </a:p>
          <a:p>
            <a:r>
              <a:t>Run build and test</a:t>
            </a:r>
          </a:p>
          <a:p>
            <a:r>
              <a:t>Deploy application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259</Words>
  <Application>Microsoft Office PowerPoint</Application>
  <PresentationFormat>On-screen Show (4:3)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Tw Cen MT</vt:lpstr>
      <vt:lpstr>Tw Cen MT Condensed</vt:lpstr>
      <vt:lpstr>Wingdings 3</vt:lpstr>
      <vt:lpstr>Integral</vt:lpstr>
      <vt:lpstr>Infrastructure as Code (Terraform Basics)</vt:lpstr>
      <vt:lpstr>Terraform Workflow</vt:lpstr>
      <vt:lpstr>Providers</vt:lpstr>
      <vt:lpstr>Resource Blocks</vt:lpstr>
      <vt:lpstr>Variables &amp; Outputs</vt:lpstr>
      <vt:lpstr>Dependencies</vt:lpstr>
      <vt:lpstr>Terraform State</vt:lpstr>
      <vt:lpstr>Remote Backend</vt:lpstr>
      <vt:lpstr>Azure Resource Example</vt:lpstr>
      <vt:lpstr>Parameterization</vt:lpstr>
      <vt:lpstr>CI/CD Foundations</vt:lpstr>
      <vt:lpstr>CI vs CD</vt:lpstr>
      <vt:lpstr>Git Branching Strategy</vt:lpstr>
      <vt:lpstr>CI Pipeline Concepts</vt:lpstr>
      <vt:lpstr>CD Pipeline Concepts</vt:lpstr>
      <vt:lpstr>Pipeline YAML</vt:lpstr>
      <vt:lpstr>Secrets in CI/CD</vt:lpstr>
      <vt:lpstr>Environment Promotion</vt:lpstr>
      <vt:lpstr>GitHub Actions</vt:lpstr>
      <vt:lpstr>Basic Pipeline 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2026-04-10T05:59:44Z</dcterms:modified>
  <cp:category/>
</cp:coreProperties>
</file>