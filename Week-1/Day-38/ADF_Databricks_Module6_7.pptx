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496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25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583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02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22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78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02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61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90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27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906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918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Azure Data Factory &amp; Azure Databricks (Integration Focus)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Module 6 &amp;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Data Factory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ETL/ELT service</a:t>
            </a:r>
          </a:p>
          <a:p>
            <a:r>
              <a:t>Supports data integration &amp; orchestration</a:t>
            </a:r>
          </a:p>
          <a:p>
            <a:r>
              <a:t>Serverless &amp; scalable</a:t>
            </a:r>
          </a:p>
          <a:p>
            <a:r>
              <a:t>Integrates with 100+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Pipelines &amp;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= Logical grouping of tasks</a:t>
            </a:r>
          </a:p>
          <a:p>
            <a:r>
              <a:t>Activities = Units of work</a:t>
            </a:r>
          </a:p>
          <a:p>
            <a:r>
              <a:t>Types: Copy, Data Flow, Execute Notebook, Stored Procedure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Copy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Moves data between sources</a:t>
            </a:r>
          </a:p>
          <a:p>
            <a:r>
              <a:t>Supports batch ingestion</a:t>
            </a:r>
          </a:p>
          <a:p>
            <a:r>
              <a:t>Parallel copy</a:t>
            </a:r>
          </a:p>
          <a:p>
            <a:r>
              <a:t>Schema mapping</a:t>
            </a:r>
          </a:p>
          <a:p>
            <a:r>
              <a:t>Fault tolerance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Runtime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 infrastructure used by ADF</a:t>
            </a:r>
          </a:p>
          <a:p>
            <a:r>
              <a:t>Azure IR (cloud)</a:t>
            </a:r>
          </a:p>
          <a:p>
            <a:r>
              <a:t>Self-hosted IR (on-prem)</a:t>
            </a:r>
          </a:p>
          <a:p>
            <a:r>
              <a:t>Azure SSIS IR</a:t>
            </a:r>
          </a:p>
          <a:p>
            <a:r>
              <a:t>Handles data movement &amp; execution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Mapping Data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Code-free transformations</a:t>
            </a:r>
          </a:p>
          <a:p>
            <a:r>
              <a:t>Built on Spark</a:t>
            </a:r>
          </a:p>
          <a:p>
            <a:r>
              <a:t>Supports joins, filters, aggregations</a:t>
            </a:r>
          </a:p>
          <a:p>
            <a:r>
              <a:t>Debug mode available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pipelines</a:t>
            </a:r>
          </a:p>
          <a:p>
            <a:r>
              <a:t>Use parameters &amp; variables</a:t>
            </a:r>
          </a:p>
          <a:p>
            <a:r>
              <a:t>Reusable pipelines</a:t>
            </a:r>
          </a:p>
          <a:p>
            <a:r>
              <a:t>Environment-based configuration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Triggers &amp;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Schedule trigger</a:t>
            </a:r>
          </a:p>
          <a:p>
            <a:r>
              <a:t>Tumbling window</a:t>
            </a:r>
          </a:p>
          <a:p>
            <a:r>
              <a:t>Event-based trigger</a:t>
            </a:r>
          </a:p>
          <a:p>
            <a:r>
              <a:t>Supports dependency chains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ADF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run monitoring</a:t>
            </a:r>
          </a:p>
          <a:p>
            <a:r>
              <a:t>Activity-level logs</a:t>
            </a:r>
          </a:p>
          <a:p>
            <a:r>
              <a:t>Integration with Azure Monitor</a:t>
            </a:r>
          </a:p>
          <a:p>
            <a:r>
              <a:t>Alerts &amp; diagnostics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Databricks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analytics platform</a:t>
            </a:r>
          </a:p>
          <a:p>
            <a:r>
              <a:t>Based on Apache Spark</a:t>
            </a:r>
          </a:p>
          <a:p>
            <a:r>
              <a:t>Supports batch &amp; streaming</a:t>
            </a:r>
          </a:p>
          <a:p>
            <a:r>
              <a:t>Delta Lake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Workspace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 via Azure Portal</a:t>
            </a:r>
          </a:p>
          <a:p>
            <a:r>
              <a:t>Configure region &amp; networking</a:t>
            </a:r>
          </a:p>
          <a:p>
            <a:r>
              <a:t>Enable secure cluster connectivity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Configuration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autoscaling</a:t>
            </a:r>
          </a:p>
          <a:p>
            <a:r>
              <a:t>Choose appropriate VM size</a:t>
            </a:r>
          </a:p>
          <a:p>
            <a:r>
              <a:t>Use spot instances</a:t>
            </a:r>
          </a:p>
          <a:p>
            <a:r>
              <a:t>Enable auto-termination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ADLS Mounting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Mount using Service Principal</a:t>
            </a:r>
          </a:p>
          <a:p>
            <a:r>
              <a:t>Use OAuth configs</a:t>
            </a:r>
          </a:p>
          <a:p>
            <a:r>
              <a:t>Avoid hardcoding secrets</a:t>
            </a:r>
          </a:p>
          <a:p>
            <a:r>
              <a:t>Use Key Vault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Managed Identity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MSI for authentication</a:t>
            </a:r>
          </a:p>
          <a:p>
            <a:r>
              <a:t>Eliminates secret management</a:t>
            </a:r>
          </a:p>
          <a:p>
            <a:r>
              <a:t>Works with RBAC</a:t>
            </a:r>
          </a:p>
          <a:p>
            <a:r>
              <a:t>Secure &amp; recommended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Networking (Private Link)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VNet injection</a:t>
            </a:r>
          </a:p>
          <a:p>
            <a:r>
              <a:t>Private endpoints</a:t>
            </a:r>
          </a:p>
          <a:p>
            <a:r>
              <a:t>Restrict public access</a:t>
            </a:r>
          </a:p>
          <a:p>
            <a:r>
              <a:t>Secure data plane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Optimization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 terminate clusters</a:t>
            </a:r>
          </a:p>
          <a:p>
            <a:r>
              <a:t>Use job clusters</a:t>
            </a:r>
          </a:p>
          <a:p>
            <a:r>
              <a:t>Optimize workloads</a:t>
            </a:r>
          </a:p>
          <a:p>
            <a:r>
              <a:t>Use Delta caching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Deployment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CI/CD using Azure DevOps</a:t>
            </a:r>
          </a:p>
          <a:p>
            <a:r>
              <a:t>Notebook versioning</a:t>
            </a:r>
          </a:p>
          <a:p>
            <a:r>
              <a:t>Use jobs for orchestration</a:t>
            </a:r>
          </a:p>
          <a:p>
            <a:r>
              <a:t>Environment separation (Dev/Test/Prod)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291</Words>
  <Application>Microsoft Office PowerPoint</Application>
  <PresentationFormat>On-screen Show (4:3)</PresentationFormat>
  <Paragraphs>82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Tw Cen MT</vt:lpstr>
      <vt:lpstr>Tw Cen MT Condensed</vt:lpstr>
      <vt:lpstr>Wingdings 3</vt:lpstr>
      <vt:lpstr>Integral</vt:lpstr>
      <vt:lpstr>Azure Data Factory &amp; Azure Databricks (Integration Focus)</vt:lpstr>
      <vt:lpstr>Azure Data Factory Overview</vt:lpstr>
      <vt:lpstr>Pipelines &amp; Activities</vt:lpstr>
      <vt:lpstr>Copy Activity</vt:lpstr>
      <vt:lpstr>Integration Runtime</vt:lpstr>
      <vt:lpstr>Mapping Data Flows</vt:lpstr>
      <vt:lpstr>Parameterization</vt:lpstr>
      <vt:lpstr>Triggers &amp; Scheduling</vt:lpstr>
      <vt:lpstr>Monitoring ADF</vt:lpstr>
      <vt:lpstr>Azure Databricks Overview</vt:lpstr>
      <vt:lpstr>Workspace Deployment</vt:lpstr>
      <vt:lpstr>Cluster Configuration Best Practices</vt:lpstr>
      <vt:lpstr>ADLS Mounting Patterns</vt:lpstr>
      <vt:lpstr>Managed Identity Integration</vt:lpstr>
      <vt:lpstr>Secure Networking (Private Link)</vt:lpstr>
      <vt:lpstr>Cost Optimization Patterns</vt:lpstr>
      <vt:lpstr>Production Deployment Patterns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</cp:revision>
  <dcterms:created xsi:type="dcterms:W3CDTF">2013-01-27T09:14:16Z</dcterms:created>
  <dcterms:modified xsi:type="dcterms:W3CDTF">2026-03-29T15:41:13Z</dcterms:modified>
  <cp:category/>
</cp:coreProperties>
</file>