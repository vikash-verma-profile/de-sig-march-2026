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4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5" Type="http://schemas.openxmlformats.org/officeDocument/2006/relationships/image" Target="../media/image9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5" Type="http://schemas.openxmlformats.org/officeDocument/2006/relationships/image" Target="../media/image9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BBC197-F9CD-48A3-8AEA-97DF76BCA22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8CEFBE4-FCBA-49AE-B16B-DC3C300D82C3}">
      <dgm:prSet/>
      <dgm:spPr/>
      <dgm:t>
        <a:bodyPr/>
        <a:lstStyle/>
        <a:p>
          <a:r>
            <a:rPr lang="en-US"/>
            <a:t>Hierarchical namespace</a:t>
          </a:r>
        </a:p>
      </dgm:t>
    </dgm:pt>
    <dgm:pt modelId="{8C27159D-CDD9-4168-954D-1DCEF5BFFB98}" type="parTrans" cxnId="{ED771A18-F767-4C99-B920-C44EAEA825E3}">
      <dgm:prSet/>
      <dgm:spPr/>
      <dgm:t>
        <a:bodyPr/>
        <a:lstStyle/>
        <a:p>
          <a:endParaRPr lang="en-US"/>
        </a:p>
      </dgm:t>
    </dgm:pt>
    <dgm:pt modelId="{BB22AE2B-FD53-4206-B117-548C3DC89E00}" type="sibTrans" cxnId="{ED771A18-F767-4C99-B920-C44EAEA825E3}">
      <dgm:prSet/>
      <dgm:spPr/>
      <dgm:t>
        <a:bodyPr/>
        <a:lstStyle/>
        <a:p>
          <a:endParaRPr lang="en-US"/>
        </a:p>
      </dgm:t>
    </dgm:pt>
    <dgm:pt modelId="{AA25DC3C-7F8D-4914-A700-324D05726212}">
      <dgm:prSet/>
      <dgm:spPr/>
      <dgm:t>
        <a:bodyPr/>
        <a:lstStyle/>
        <a:p>
          <a:r>
            <a:rPr lang="en-US"/>
            <a:t>Optimized for big data analytics</a:t>
          </a:r>
        </a:p>
      </dgm:t>
    </dgm:pt>
    <dgm:pt modelId="{4446DD0C-42E4-4424-99E5-797E9E053EB6}" type="parTrans" cxnId="{F9324EDA-864B-4CD5-86C2-1CE8C8821137}">
      <dgm:prSet/>
      <dgm:spPr/>
      <dgm:t>
        <a:bodyPr/>
        <a:lstStyle/>
        <a:p>
          <a:endParaRPr lang="en-US"/>
        </a:p>
      </dgm:t>
    </dgm:pt>
    <dgm:pt modelId="{BCBDA247-4307-451C-8C1E-CCD151E36C98}" type="sibTrans" cxnId="{F9324EDA-864B-4CD5-86C2-1CE8C8821137}">
      <dgm:prSet/>
      <dgm:spPr/>
      <dgm:t>
        <a:bodyPr/>
        <a:lstStyle/>
        <a:p>
          <a:endParaRPr lang="en-US"/>
        </a:p>
      </dgm:t>
    </dgm:pt>
    <dgm:pt modelId="{D1940687-302F-4983-8D5B-A2CC910D04A7}">
      <dgm:prSet/>
      <dgm:spPr/>
      <dgm:t>
        <a:bodyPr/>
        <a:lstStyle/>
        <a:p>
          <a:r>
            <a:rPr lang="en-US"/>
            <a:t>Built on Azure Blob Storage</a:t>
          </a:r>
        </a:p>
      </dgm:t>
    </dgm:pt>
    <dgm:pt modelId="{0CB94EFC-FC1B-48DF-93EC-854512C95B4A}" type="parTrans" cxnId="{94DD11D9-55D4-40F6-88CB-BE25F4B7AAB8}">
      <dgm:prSet/>
      <dgm:spPr/>
      <dgm:t>
        <a:bodyPr/>
        <a:lstStyle/>
        <a:p>
          <a:endParaRPr lang="en-US"/>
        </a:p>
      </dgm:t>
    </dgm:pt>
    <dgm:pt modelId="{C16E1E4F-B343-45B8-B97D-D9E782C0EE48}" type="sibTrans" cxnId="{94DD11D9-55D4-40F6-88CB-BE25F4B7AAB8}">
      <dgm:prSet/>
      <dgm:spPr/>
      <dgm:t>
        <a:bodyPr/>
        <a:lstStyle/>
        <a:p>
          <a:endParaRPr lang="en-US"/>
        </a:p>
      </dgm:t>
    </dgm:pt>
    <dgm:pt modelId="{A016E53E-F0B1-425E-9406-F48A98316ADA}">
      <dgm:prSet/>
      <dgm:spPr/>
      <dgm:t>
        <a:bodyPr/>
        <a:lstStyle/>
        <a:p>
          <a:r>
            <a:rPr lang="en-US"/>
            <a:t>Supports Hadoop compatible access</a:t>
          </a:r>
        </a:p>
      </dgm:t>
    </dgm:pt>
    <dgm:pt modelId="{CF09FBEC-9899-48BE-B80E-5A021636A887}" type="parTrans" cxnId="{BA8318E0-DD96-4032-8FE0-BEF488467834}">
      <dgm:prSet/>
      <dgm:spPr/>
      <dgm:t>
        <a:bodyPr/>
        <a:lstStyle/>
        <a:p>
          <a:endParaRPr lang="en-US"/>
        </a:p>
      </dgm:t>
    </dgm:pt>
    <dgm:pt modelId="{698EDF33-3452-498D-B44A-6F1F0E03DC31}" type="sibTrans" cxnId="{BA8318E0-DD96-4032-8FE0-BEF488467834}">
      <dgm:prSet/>
      <dgm:spPr/>
      <dgm:t>
        <a:bodyPr/>
        <a:lstStyle/>
        <a:p>
          <a:endParaRPr lang="en-US"/>
        </a:p>
      </dgm:t>
    </dgm:pt>
    <dgm:pt modelId="{5A15C060-E097-4A98-8280-AD64AE221E8A}" type="pres">
      <dgm:prSet presAssocID="{6CBBC197-F9CD-48A3-8AEA-97DF76BCA22D}" presName="root" presStyleCnt="0">
        <dgm:presLayoutVars>
          <dgm:dir/>
          <dgm:resizeHandles val="exact"/>
        </dgm:presLayoutVars>
      </dgm:prSet>
      <dgm:spPr/>
    </dgm:pt>
    <dgm:pt modelId="{28D495BF-398B-4A6E-B852-A2E0A6698899}" type="pres">
      <dgm:prSet presAssocID="{78CEFBE4-FCBA-49AE-B16B-DC3C300D82C3}" presName="compNode" presStyleCnt="0"/>
      <dgm:spPr/>
    </dgm:pt>
    <dgm:pt modelId="{CD75ADEF-64BA-4139-A0CC-75AA02CA4797}" type="pres">
      <dgm:prSet presAssocID="{78CEFBE4-FCBA-49AE-B16B-DC3C300D82C3}" presName="bgRect" presStyleLbl="bgShp" presStyleIdx="0" presStyleCnt="4"/>
      <dgm:spPr/>
    </dgm:pt>
    <dgm:pt modelId="{0DD136EF-D761-4665-A9F0-AF32B7779A03}" type="pres">
      <dgm:prSet presAssocID="{78CEFBE4-FCBA-49AE-B16B-DC3C300D82C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F8BB8759-5927-4993-B72A-2B6396E3A0B8}" type="pres">
      <dgm:prSet presAssocID="{78CEFBE4-FCBA-49AE-B16B-DC3C300D82C3}" presName="spaceRect" presStyleCnt="0"/>
      <dgm:spPr/>
    </dgm:pt>
    <dgm:pt modelId="{99135A21-9431-496D-86D6-FE169E497F5F}" type="pres">
      <dgm:prSet presAssocID="{78CEFBE4-FCBA-49AE-B16B-DC3C300D82C3}" presName="parTx" presStyleLbl="revTx" presStyleIdx="0" presStyleCnt="4">
        <dgm:presLayoutVars>
          <dgm:chMax val="0"/>
          <dgm:chPref val="0"/>
        </dgm:presLayoutVars>
      </dgm:prSet>
      <dgm:spPr/>
    </dgm:pt>
    <dgm:pt modelId="{42473689-E352-4A29-A39E-26E0593D9F55}" type="pres">
      <dgm:prSet presAssocID="{BB22AE2B-FD53-4206-B117-548C3DC89E00}" presName="sibTrans" presStyleCnt="0"/>
      <dgm:spPr/>
    </dgm:pt>
    <dgm:pt modelId="{5E720CEE-1BB1-4040-86B3-9EEA6425BF4A}" type="pres">
      <dgm:prSet presAssocID="{AA25DC3C-7F8D-4914-A700-324D05726212}" presName="compNode" presStyleCnt="0"/>
      <dgm:spPr/>
    </dgm:pt>
    <dgm:pt modelId="{E12EF5F1-05E0-4290-A75C-8DDB6A965CEA}" type="pres">
      <dgm:prSet presAssocID="{AA25DC3C-7F8D-4914-A700-324D05726212}" presName="bgRect" presStyleLbl="bgShp" presStyleIdx="1" presStyleCnt="4"/>
      <dgm:spPr/>
    </dgm:pt>
    <dgm:pt modelId="{B4D7E585-C90D-4F7B-AC81-350C07AC9AC4}" type="pres">
      <dgm:prSet presAssocID="{AA25DC3C-7F8D-4914-A700-324D0572621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C8D8699-20DF-43A1-9CE4-455DFC21A51D}" type="pres">
      <dgm:prSet presAssocID="{AA25DC3C-7F8D-4914-A700-324D05726212}" presName="spaceRect" presStyleCnt="0"/>
      <dgm:spPr/>
    </dgm:pt>
    <dgm:pt modelId="{593004A1-E942-4BE7-9AD4-45F1F2C0B716}" type="pres">
      <dgm:prSet presAssocID="{AA25DC3C-7F8D-4914-A700-324D05726212}" presName="parTx" presStyleLbl="revTx" presStyleIdx="1" presStyleCnt="4">
        <dgm:presLayoutVars>
          <dgm:chMax val="0"/>
          <dgm:chPref val="0"/>
        </dgm:presLayoutVars>
      </dgm:prSet>
      <dgm:spPr/>
    </dgm:pt>
    <dgm:pt modelId="{1E326A44-3CBC-4BBB-87BC-7504E657D4E8}" type="pres">
      <dgm:prSet presAssocID="{BCBDA247-4307-451C-8C1E-CCD151E36C98}" presName="sibTrans" presStyleCnt="0"/>
      <dgm:spPr/>
    </dgm:pt>
    <dgm:pt modelId="{300C19C4-8A05-43E3-AB08-2C45250DEE2C}" type="pres">
      <dgm:prSet presAssocID="{D1940687-302F-4983-8D5B-A2CC910D04A7}" presName="compNode" presStyleCnt="0"/>
      <dgm:spPr/>
    </dgm:pt>
    <dgm:pt modelId="{0AFB6DF3-DD08-47C4-87E6-9696DE6847A3}" type="pres">
      <dgm:prSet presAssocID="{D1940687-302F-4983-8D5B-A2CC910D04A7}" presName="bgRect" presStyleLbl="bgShp" presStyleIdx="2" presStyleCnt="4"/>
      <dgm:spPr/>
    </dgm:pt>
    <dgm:pt modelId="{B0BE85F9-A595-48DE-A669-89801C71ADD2}" type="pres">
      <dgm:prSet presAssocID="{D1940687-302F-4983-8D5B-A2CC910D04A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1DC8FAA-86B9-44E6-AEF4-9BC5A191E00F}" type="pres">
      <dgm:prSet presAssocID="{D1940687-302F-4983-8D5B-A2CC910D04A7}" presName="spaceRect" presStyleCnt="0"/>
      <dgm:spPr/>
    </dgm:pt>
    <dgm:pt modelId="{95373C55-F502-454B-A8EE-99C1095636F7}" type="pres">
      <dgm:prSet presAssocID="{D1940687-302F-4983-8D5B-A2CC910D04A7}" presName="parTx" presStyleLbl="revTx" presStyleIdx="2" presStyleCnt="4">
        <dgm:presLayoutVars>
          <dgm:chMax val="0"/>
          <dgm:chPref val="0"/>
        </dgm:presLayoutVars>
      </dgm:prSet>
      <dgm:spPr/>
    </dgm:pt>
    <dgm:pt modelId="{21981C3F-D137-46B0-86BE-5DAD1B5C03DE}" type="pres">
      <dgm:prSet presAssocID="{C16E1E4F-B343-45B8-B97D-D9E782C0EE48}" presName="sibTrans" presStyleCnt="0"/>
      <dgm:spPr/>
    </dgm:pt>
    <dgm:pt modelId="{4DA2EA50-4C84-4EC0-B4B9-37B44B643B61}" type="pres">
      <dgm:prSet presAssocID="{A016E53E-F0B1-425E-9406-F48A98316ADA}" presName="compNode" presStyleCnt="0"/>
      <dgm:spPr/>
    </dgm:pt>
    <dgm:pt modelId="{69A97A6F-F85E-4EE6-8E32-B5A759024950}" type="pres">
      <dgm:prSet presAssocID="{A016E53E-F0B1-425E-9406-F48A98316ADA}" presName="bgRect" presStyleLbl="bgShp" presStyleIdx="3" presStyleCnt="4"/>
      <dgm:spPr/>
    </dgm:pt>
    <dgm:pt modelId="{18AA9E90-972A-4C17-8003-CDF034CF2D0B}" type="pres">
      <dgm:prSet presAssocID="{A016E53E-F0B1-425E-9406-F48A98316AD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6A05E7A-AC18-451E-9CE0-52DB0091C13C}" type="pres">
      <dgm:prSet presAssocID="{A016E53E-F0B1-425E-9406-F48A98316ADA}" presName="spaceRect" presStyleCnt="0"/>
      <dgm:spPr/>
    </dgm:pt>
    <dgm:pt modelId="{C884EF23-A0D7-49F5-88C9-6FEF5F6D6D85}" type="pres">
      <dgm:prSet presAssocID="{A016E53E-F0B1-425E-9406-F48A98316AD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F2C2315-6AB5-49D8-B854-F1BEB57A5C14}" type="presOf" srcId="{D1940687-302F-4983-8D5B-A2CC910D04A7}" destId="{95373C55-F502-454B-A8EE-99C1095636F7}" srcOrd="0" destOrd="0" presId="urn:microsoft.com/office/officeart/2018/2/layout/IconVerticalSolidList"/>
    <dgm:cxn modelId="{ED771A18-F767-4C99-B920-C44EAEA825E3}" srcId="{6CBBC197-F9CD-48A3-8AEA-97DF76BCA22D}" destId="{78CEFBE4-FCBA-49AE-B16B-DC3C300D82C3}" srcOrd="0" destOrd="0" parTransId="{8C27159D-CDD9-4168-954D-1DCEF5BFFB98}" sibTransId="{BB22AE2B-FD53-4206-B117-548C3DC89E00}"/>
    <dgm:cxn modelId="{9454033A-BB53-4199-961E-BDF6F3C254FA}" type="presOf" srcId="{A016E53E-F0B1-425E-9406-F48A98316ADA}" destId="{C884EF23-A0D7-49F5-88C9-6FEF5F6D6D85}" srcOrd="0" destOrd="0" presId="urn:microsoft.com/office/officeart/2018/2/layout/IconVerticalSolidList"/>
    <dgm:cxn modelId="{B1FAC893-1E4A-4585-929A-A9DC6EB73EB2}" type="presOf" srcId="{78CEFBE4-FCBA-49AE-B16B-DC3C300D82C3}" destId="{99135A21-9431-496D-86D6-FE169E497F5F}" srcOrd="0" destOrd="0" presId="urn:microsoft.com/office/officeart/2018/2/layout/IconVerticalSolidList"/>
    <dgm:cxn modelId="{A562179A-D6FF-4E50-A002-C18129E79B02}" type="presOf" srcId="{AA25DC3C-7F8D-4914-A700-324D05726212}" destId="{593004A1-E942-4BE7-9AD4-45F1F2C0B716}" srcOrd="0" destOrd="0" presId="urn:microsoft.com/office/officeart/2018/2/layout/IconVerticalSolidList"/>
    <dgm:cxn modelId="{94DD11D9-55D4-40F6-88CB-BE25F4B7AAB8}" srcId="{6CBBC197-F9CD-48A3-8AEA-97DF76BCA22D}" destId="{D1940687-302F-4983-8D5B-A2CC910D04A7}" srcOrd="2" destOrd="0" parTransId="{0CB94EFC-FC1B-48DF-93EC-854512C95B4A}" sibTransId="{C16E1E4F-B343-45B8-B97D-D9E782C0EE48}"/>
    <dgm:cxn modelId="{F9324EDA-864B-4CD5-86C2-1CE8C8821137}" srcId="{6CBBC197-F9CD-48A3-8AEA-97DF76BCA22D}" destId="{AA25DC3C-7F8D-4914-A700-324D05726212}" srcOrd="1" destOrd="0" parTransId="{4446DD0C-42E4-4424-99E5-797E9E053EB6}" sibTransId="{BCBDA247-4307-451C-8C1E-CCD151E36C98}"/>
    <dgm:cxn modelId="{BA8318E0-DD96-4032-8FE0-BEF488467834}" srcId="{6CBBC197-F9CD-48A3-8AEA-97DF76BCA22D}" destId="{A016E53E-F0B1-425E-9406-F48A98316ADA}" srcOrd="3" destOrd="0" parTransId="{CF09FBEC-9899-48BE-B80E-5A021636A887}" sibTransId="{698EDF33-3452-498D-B44A-6F1F0E03DC31}"/>
    <dgm:cxn modelId="{FA9963F5-4EA4-49B3-BF16-7CD7041F957C}" type="presOf" srcId="{6CBBC197-F9CD-48A3-8AEA-97DF76BCA22D}" destId="{5A15C060-E097-4A98-8280-AD64AE221E8A}" srcOrd="0" destOrd="0" presId="urn:microsoft.com/office/officeart/2018/2/layout/IconVerticalSolidList"/>
    <dgm:cxn modelId="{2C371223-8F0B-48FF-BCFC-9C7BEF9455F2}" type="presParOf" srcId="{5A15C060-E097-4A98-8280-AD64AE221E8A}" destId="{28D495BF-398B-4A6E-B852-A2E0A6698899}" srcOrd="0" destOrd="0" presId="urn:microsoft.com/office/officeart/2018/2/layout/IconVerticalSolidList"/>
    <dgm:cxn modelId="{01B82B3E-DFEC-453B-B7E2-B7A0CA8CAEB9}" type="presParOf" srcId="{28D495BF-398B-4A6E-B852-A2E0A6698899}" destId="{CD75ADEF-64BA-4139-A0CC-75AA02CA4797}" srcOrd="0" destOrd="0" presId="urn:microsoft.com/office/officeart/2018/2/layout/IconVerticalSolidList"/>
    <dgm:cxn modelId="{FB5D316D-7A5A-41DC-8B41-5C0A5891463D}" type="presParOf" srcId="{28D495BF-398B-4A6E-B852-A2E0A6698899}" destId="{0DD136EF-D761-4665-A9F0-AF32B7779A03}" srcOrd="1" destOrd="0" presId="urn:microsoft.com/office/officeart/2018/2/layout/IconVerticalSolidList"/>
    <dgm:cxn modelId="{5A84B73B-7D2D-4D30-8558-C7F5EDF96C7C}" type="presParOf" srcId="{28D495BF-398B-4A6E-B852-A2E0A6698899}" destId="{F8BB8759-5927-4993-B72A-2B6396E3A0B8}" srcOrd="2" destOrd="0" presId="urn:microsoft.com/office/officeart/2018/2/layout/IconVerticalSolidList"/>
    <dgm:cxn modelId="{A1CA34C5-FE07-4921-B26B-B6F91C2C15EA}" type="presParOf" srcId="{28D495BF-398B-4A6E-B852-A2E0A6698899}" destId="{99135A21-9431-496D-86D6-FE169E497F5F}" srcOrd="3" destOrd="0" presId="urn:microsoft.com/office/officeart/2018/2/layout/IconVerticalSolidList"/>
    <dgm:cxn modelId="{1313552D-7973-4910-BA8E-6A87C3618B0D}" type="presParOf" srcId="{5A15C060-E097-4A98-8280-AD64AE221E8A}" destId="{42473689-E352-4A29-A39E-26E0593D9F55}" srcOrd="1" destOrd="0" presId="urn:microsoft.com/office/officeart/2018/2/layout/IconVerticalSolidList"/>
    <dgm:cxn modelId="{2DE4D0CC-FDD7-498F-BB3F-ED68811AAD98}" type="presParOf" srcId="{5A15C060-E097-4A98-8280-AD64AE221E8A}" destId="{5E720CEE-1BB1-4040-86B3-9EEA6425BF4A}" srcOrd="2" destOrd="0" presId="urn:microsoft.com/office/officeart/2018/2/layout/IconVerticalSolidList"/>
    <dgm:cxn modelId="{21766DB7-8123-4458-98F8-A779B25C069C}" type="presParOf" srcId="{5E720CEE-1BB1-4040-86B3-9EEA6425BF4A}" destId="{E12EF5F1-05E0-4290-A75C-8DDB6A965CEA}" srcOrd="0" destOrd="0" presId="urn:microsoft.com/office/officeart/2018/2/layout/IconVerticalSolidList"/>
    <dgm:cxn modelId="{B20B02B7-C826-4897-9F47-E4F685878789}" type="presParOf" srcId="{5E720CEE-1BB1-4040-86B3-9EEA6425BF4A}" destId="{B4D7E585-C90D-4F7B-AC81-350C07AC9AC4}" srcOrd="1" destOrd="0" presId="urn:microsoft.com/office/officeart/2018/2/layout/IconVerticalSolidList"/>
    <dgm:cxn modelId="{578376FB-4FB8-464C-A6A3-59AFF5FB1D31}" type="presParOf" srcId="{5E720CEE-1BB1-4040-86B3-9EEA6425BF4A}" destId="{4C8D8699-20DF-43A1-9CE4-455DFC21A51D}" srcOrd="2" destOrd="0" presId="urn:microsoft.com/office/officeart/2018/2/layout/IconVerticalSolidList"/>
    <dgm:cxn modelId="{19A5588B-FDD3-40BB-AA6F-226348B281E5}" type="presParOf" srcId="{5E720CEE-1BB1-4040-86B3-9EEA6425BF4A}" destId="{593004A1-E942-4BE7-9AD4-45F1F2C0B716}" srcOrd="3" destOrd="0" presId="urn:microsoft.com/office/officeart/2018/2/layout/IconVerticalSolidList"/>
    <dgm:cxn modelId="{E9E05662-4FAE-4096-9461-DFADF0CF1BC6}" type="presParOf" srcId="{5A15C060-E097-4A98-8280-AD64AE221E8A}" destId="{1E326A44-3CBC-4BBB-87BC-7504E657D4E8}" srcOrd="3" destOrd="0" presId="urn:microsoft.com/office/officeart/2018/2/layout/IconVerticalSolidList"/>
    <dgm:cxn modelId="{BF9D038B-5256-4BD3-89E1-502F287DCDE4}" type="presParOf" srcId="{5A15C060-E097-4A98-8280-AD64AE221E8A}" destId="{300C19C4-8A05-43E3-AB08-2C45250DEE2C}" srcOrd="4" destOrd="0" presId="urn:microsoft.com/office/officeart/2018/2/layout/IconVerticalSolidList"/>
    <dgm:cxn modelId="{0C2447F6-3EF1-4E39-AD28-D0D6FB85A0DD}" type="presParOf" srcId="{300C19C4-8A05-43E3-AB08-2C45250DEE2C}" destId="{0AFB6DF3-DD08-47C4-87E6-9696DE6847A3}" srcOrd="0" destOrd="0" presId="urn:microsoft.com/office/officeart/2018/2/layout/IconVerticalSolidList"/>
    <dgm:cxn modelId="{6207A08A-2721-4459-9BAE-D97A1AA4D29A}" type="presParOf" srcId="{300C19C4-8A05-43E3-AB08-2C45250DEE2C}" destId="{B0BE85F9-A595-48DE-A669-89801C71ADD2}" srcOrd="1" destOrd="0" presId="urn:microsoft.com/office/officeart/2018/2/layout/IconVerticalSolidList"/>
    <dgm:cxn modelId="{6AA27443-6640-46FC-BF12-F4821E9F97AC}" type="presParOf" srcId="{300C19C4-8A05-43E3-AB08-2C45250DEE2C}" destId="{F1DC8FAA-86B9-44E6-AEF4-9BC5A191E00F}" srcOrd="2" destOrd="0" presId="urn:microsoft.com/office/officeart/2018/2/layout/IconVerticalSolidList"/>
    <dgm:cxn modelId="{125B455D-F9C1-460B-BDDC-8F3E1A143105}" type="presParOf" srcId="{300C19C4-8A05-43E3-AB08-2C45250DEE2C}" destId="{95373C55-F502-454B-A8EE-99C1095636F7}" srcOrd="3" destOrd="0" presId="urn:microsoft.com/office/officeart/2018/2/layout/IconVerticalSolidList"/>
    <dgm:cxn modelId="{F0FDFE82-8AB7-4A26-B9BB-261AFA92E0E3}" type="presParOf" srcId="{5A15C060-E097-4A98-8280-AD64AE221E8A}" destId="{21981C3F-D137-46B0-86BE-5DAD1B5C03DE}" srcOrd="5" destOrd="0" presId="urn:microsoft.com/office/officeart/2018/2/layout/IconVerticalSolidList"/>
    <dgm:cxn modelId="{D356E802-AC39-41B7-B3FB-A6357E2363E7}" type="presParOf" srcId="{5A15C060-E097-4A98-8280-AD64AE221E8A}" destId="{4DA2EA50-4C84-4EC0-B4B9-37B44B643B61}" srcOrd="6" destOrd="0" presId="urn:microsoft.com/office/officeart/2018/2/layout/IconVerticalSolidList"/>
    <dgm:cxn modelId="{A49B08F2-8893-47BC-9E47-23A6F41C9818}" type="presParOf" srcId="{4DA2EA50-4C84-4EC0-B4B9-37B44B643B61}" destId="{69A97A6F-F85E-4EE6-8E32-B5A759024950}" srcOrd="0" destOrd="0" presId="urn:microsoft.com/office/officeart/2018/2/layout/IconVerticalSolidList"/>
    <dgm:cxn modelId="{3483F832-F856-4142-B87D-1AC04EDA52A6}" type="presParOf" srcId="{4DA2EA50-4C84-4EC0-B4B9-37B44B643B61}" destId="{18AA9E90-972A-4C17-8003-CDF034CF2D0B}" srcOrd="1" destOrd="0" presId="urn:microsoft.com/office/officeart/2018/2/layout/IconVerticalSolidList"/>
    <dgm:cxn modelId="{2180EF64-5A6C-4C80-8047-28D0B32E9C0E}" type="presParOf" srcId="{4DA2EA50-4C84-4EC0-B4B9-37B44B643B61}" destId="{C6A05E7A-AC18-451E-9CE0-52DB0091C13C}" srcOrd="2" destOrd="0" presId="urn:microsoft.com/office/officeart/2018/2/layout/IconVerticalSolidList"/>
    <dgm:cxn modelId="{6FF9E05C-BFFB-47C7-8718-F11049B21A57}" type="presParOf" srcId="{4DA2EA50-4C84-4EC0-B4B9-37B44B643B61}" destId="{C884EF23-A0D7-49F5-88C9-6FEF5F6D6D8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E818D1-7BB9-43B5-A820-E45F5898EB5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2FFDB0E-8AF2-4BCC-BE42-8EEC45A712DC}">
      <dgm:prSet/>
      <dgm:spPr/>
      <dgm:t>
        <a:bodyPr/>
        <a:lstStyle/>
        <a:p>
          <a:r>
            <a:rPr lang="en-US"/>
            <a:t>Storage Account</a:t>
          </a:r>
        </a:p>
      </dgm:t>
    </dgm:pt>
    <dgm:pt modelId="{46613331-3C77-4441-8500-0D07D8A2D6B6}" type="parTrans" cxnId="{34E0614F-11B7-428E-88B8-B16604FB043A}">
      <dgm:prSet/>
      <dgm:spPr/>
      <dgm:t>
        <a:bodyPr/>
        <a:lstStyle/>
        <a:p>
          <a:endParaRPr lang="en-US"/>
        </a:p>
      </dgm:t>
    </dgm:pt>
    <dgm:pt modelId="{3812E57B-114A-4FCE-926B-DFBF5D369053}" type="sibTrans" cxnId="{34E0614F-11B7-428E-88B8-B16604FB043A}">
      <dgm:prSet/>
      <dgm:spPr/>
      <dgm:t>
        <a:bodyPr/>
        <a:lstStyle/>
        <a:p>
          <a:endParaRPr lang="en-US"/>
        </a:p>
      </dgm:t>
    </dgm:pt>
    <dgm:pt modelId="{C533861E-7F3A-4D91-A460-D45A46CBA305}">
      <dgm:prSet/>
      <dgm:spPr/>
      <dgm:t>
        <a:bodyPr/>
        <a:lstStyle/>
        <a:p>
          <a:r>
            <a:rPr lang="en-US"/>
            <a:t>Containers (File Systems)</a:t>
          </a:r>
        </a:p>
      </dgm:t>
    </dgm:pt>
    <dgm:pt modelId="{A77C21C6-0A11-4D04-AF81-F99491EAAAB9}" type="parTrans" cxnId="{9B48AD85-529E-4E62-813E-9D38E5358361}">
      <dgm:prSet/>
      <dgm:spPr/>
      <dgm:t>
        <a:bodyPr/>
        <a:lstStyle/>
        <a:p>
          <a:endParaRPr lang="en-US"/>
        </a:p>
      </dgm:t>
    </dgm:pt>
    <dgm:pt modelId="{CA2E84B7-56F8-403F-A91C-2204BCA4E962}" type="sibTrans" cxnId="{9B48AD85-529E-4E62-813E-9D38E5358361}">
      <dgm:prSet/>
      <dgm:spPr/>
      <dgm:t>
        <a:bodyPr/>
        <a:lstStyle/>
        <a:p>
          <a:endParaRPr lang="en-US"/>
        </a:p>
      </dgm:t>
    </dgm:pt>
    <dgm:pt modelId="{3F7E049E-5C49-4100-A084-B11D664443B0}">
      <dgm:prSet/>
      <dgm:spPr/>
      <dgm:t>
        <a:bodyPr/>
        <a:lstStyle/>
        <a:p>
          <a:r>
            <a:rPr lang="en-US"/>
            <a:t>Directories &amp; Files</a:t>
          </a:r>
        </a:p>
      </dgm:t>
    </dgm:pt>
    <dgm:pt modelId="{F9C52E3E-4B9E-4DF6-BD75-5830FCEC6A42}" type="parTrans" cxnId="{EE23EB5C-FA91-4008-BD03-8F6B5DABF98C}">
      <dgm:prSet/>
      <dgm:spPr/>
      <dgm:t>
        <a:bodyPr/>
        <a:lstStyle/>
        <a:p>
          <a:endParaRPr lang="en-US"/>
        </a:p>
      </dgm:t>
    </dgm:pt>
    <dgm:pt modelId="{10253ECB-4910-4AA7-9429-B02FA83BF595}" type="sibTrans" cxnId="{EE23EB5C-FA91-4008-BD03-8F6B5DABF98C}">
      <dgm:prSet/>
      <dgm:spPr/>
      <dgm:t>
        <a:bodyPr/>
        <a:lstStyle/>
        <a:p>
          <a:endParaRPr lang="en-US"/>
        </a:p>
      </dgm:t>
    </dgm:pt>
    <dgm:pt modelId="{D0B08A53-2F1D-49CA-8386-C1A476FF3A90}">
      <dgm:prSet/>
      <dgm:spPr/>
      <dgm:t>
        <a:bodyPr/>
        <a:lstStyle/>
        <a:p>
          <a:r>
            <a:rPr lang="en-US"/>
            <a:t>High scalability and durability</a:t>
          </a:r>
        </a:p>
      </dgm:t>
    </dgm:pt>
    <dgm:pt modelId="{3A1F2CA5-B38A-4509-BC89-4CC236471A15}" type="parTrans" cxnId="{617080FD-03B2-43A5-A37E-E18F5F53C148}">
      <dgm:prSet/>
      <dgm:spPr/>
      <dgm:t>
        <a:bodyPr/>
        <a:lstStyle/>
        <a:p>
          <a:endParaRPr lang="en-US"/>
        </a:p>
      </dgm:t>
    </dgm:pt>
    <dgm:pt modelId="{ACDC1470-BFE6-4E9F-BD42-B400E64858FF}" type="sibTrans" cxnId="{617080FD-03B2-43A5-A37E-E18F5F53C148}">
      <dgm:prSet/>
      <dgm:spPr/>
      <dgm:t>
        <a:bodyPr/>
        <a:lstStyle/>
        <a:p>
          <a:endParaRPr lang="en-US"/>
        </a:p>
      </dgm:t>
    </dgm:pt>
    <dgm:pt modelId="{957DB969-28D4-4DF6-AEBC-D5591678823A}">
      <dgm:prSet/>
      <dgm:spPr/>
      <dgm:t>
        <a:bodyPr/>
        <a:lstStyle/>
        <a:p>
          <a:r>
            <a:rPr lang="en-US"/>
            <a:t>Hot, Cool, Archive tiers</a:t>
          </a:r>
        </a:p>
      </dgm:t>
    </dgm:pt>
    <dgm:pt modelId="{97325C40-A118-4C9A-94C4-8ADC1E1751A2}" type="parTrans" cxnId="{903BA422-50BB-4880-BCE3-6E3AC9C7321A}">
      <dgm:prSet/>
      <dgm:spPr/>
      <dgm:t>
        <a:bodyPr/>
        <a:lstStyle/>
        <a:p>
          <a:endParaRPr lang="en-US"/>
        </a:p>
      </dgm:t>
    </dgm:pt>
    <dgm:pt modelId="{9AC60CCC-38E9-43D7-8417-28DC687DDF99}" type="sibTrans" cxnId="{903BA422-50BB-4880-BCE3-6E3AC9C7321A}">
      <dgm:prSet/>
      <dgm:spPr/>
      <dgm:t>
        <a:bodyPr/>
        <a:lstStyle/>
        <a:p>
          <a:endParaRPr lang="en-US"/>
        </a:p>
      </dgm:t>
    </dgm:pt>
    <dgm:pt modelId="{4002670B-EC78-47EE-B6CD-AEF18342ED98}" type="pres">
      <dgm:prSet presAssocID="{F1E818D1-7BB9-43B5-A820-E45F5898EB50}" presName="root" presStyleCnt="0">
        <dgm:presLayoutVars>
          <dgm:dir/>
          <dgm:resizeHandles val="exact"/>
        </dgm:presLayoutVars>
      </dgm:prSet>
      <dgm:spPr/>
    </dgm:pt>
    <dgm:pt modelId="{3828368F-1112-4ADC-91C0-152A6C2504B0}" type="pres">
      <dgm:prSet presAssocID="{62FFDB0E-8AF2-4BCC-BE42-8EEC45A712DC}" presName="compNode" presStyleCnt="0"/>
      <dgm:spPr/>
    </dgm:pt>
    <dgm:pt modelId="{F7D50A1A-8D5D-43E9-A077-46C8F2E12AAB}" type="pres">
      <dgm:prSet presAssocID="{62FFDB0E-8AF2-4BCC-BE42-8EEC45A712DC}" presName="bgRect" presStyleLbl="bgShp" presStyleIdx="0" presStyleCnt="5"/>
      <dgm:spPr/>
    </dgm:pt>
    <dgm:pt modelId="{93ECA233-2E51-4BD7-8D46-5F76EE78C684}" type="pres">
      <dgm:prSet presAssocID="{62FFDB0E-8AF2-4BCC-BE42-8EEC45A712DC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A5BD7BE-2971-4EA7-A4B7-59C6520DD7DA}" type="pres">
      <dgm:prSet presAssocID="{62FFDB0E-8AF2-4BCC-BE42-8EEC45A712DC}" presName="spaceRect" presStyleCnt="0"/>
      <dgm:spPr/>
    </dgm:pt>
    <dgm:pt modelId="{56019E1D-4DBF-4EA7-95E1-F93C2FE23951}" type="pres">
      <dgm:prSet presAssocID="{62FFDB0E-8AF2-4BCC-BE42-8EEC45A712DC}" presName="parTx" presStyleLbl="revTx" presStyleIdx="0" presStyleCnt="5">
        <dgm:presLayoutVars>
          <dgm:chMax val="0"/>
          <dgm:chPref val="0"/>
        </dgm:presLayoutVars>
      </dgm:prSet>
      <dgm:spPr/>
    </dgm:pt>
    <dgm:pt modelId="{58CF7728-83A8-4BD0-828A-D4F8219EA0B9}" type="pres">
      <dgm:prSet presAssocID="{3812E57B-114A-4FCE-926B-DFBF5D369053}" presName="sibTrans" presStyleCnt="0"/>
      <dgm:spPr/>
    </dgm:pt>
    <dgm:pt modelId="{15EE1607-76A5-41F0-94B3-83C90F68DE7B}" type="pres">
      <dgm:prSet presAssocID="{C533861E-7F3A-4D91-A460-D45A46CBA305}" presName="compNode" presStyleCnt="0"/>
      <dgm:spPr/>
    </dgm:pt>
    <dgm:pt modelId="{F32FACA8-BEAB-4907-99D2-03D098E2E8FA}" type="pres">
      <dgm:prSet presAssocID="{C533861E-7F3A-4D91-A460-D45A46CBA305}" presName="bgRect" presStyleLbl="bgShp" presStyleIdx="1" presStyleCnt="5"/>
      <dgm:spPr/>
    </dgm:pt>
    <dgm:pt modelId="{F5F95AFF-00CC-4228-A45F-B1AE23587A41}" type="pres">
      <dgm:prSet presAssocID="{C533861E-7F3A-4D91-A460-D45A46CBA305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er"/>
        </a:ext>
      </dgm:extLst>
    </dgm:pt>
    <dgm:pt modelId="{B7E1DCF5-DA27-4335-B8B0-CA3B2AB5855B}" type="pres">
      <dgm:prSet presAssocID="{C533861E-7F3A-4D91-A460-D45A46CBA305}" presName="spaceRect" presStyleCnt="0"/>
      <dgm:spPr/>
    </dgm:pt>
    <dgm:pt modelId="{48F71EE6-9CE1-4B0F-9A14-E772DBA292DD}" type="pres">
      <dgm:prSet presAssocID="{C533861E-7F3A-4D91-A460-D45A46CBA305}" presName="parTx" presStyleLbl="revTx" presStyleIdx="1" presStyleCnt="5">
        <dgm:presLayoutVars>
          <dgm:chMax val="0"/>
          <dgm:chPref val="0"/>
        </dgm:presLayoutVars>
      </dgm:prSet>
      <dgm:spPr/>
    </dgm:pt>
    <dgm:pt modelId="{C77CFE5F-ED7D-4B88-B701-748DB9346D6D}" type="pres">
      <dgm:prSet presAssocID="{CA2E84B7-56F8-403F-A91C-2204BCA4E962}" presName="sibTrans" presStyleCnt="0"/>
      <dgm:spPr/>
    </dgm:pt>
    <dgm:pt modelId="{2917DFED-7423-4FC4-B4DD-AB3735C69562}" type="pres">
      <dgm:prSet presAssocID="{3F7E049E-5C49-4100-A084-B11D664443B0}" presName="compNode" presStyleCnt="0"/>
      <dgm:spPr/>
    </dgm:pt>
    <dgm:pt modelId="{DB9DC8CD-034A-4A0B-8A87-C3C72689BF6C}" type="pres">
      <dgm:prSet presAssocID="{3F7E049E-5C49-4100-A084-B11D664443B0}" presName="bgRect" presStyleLbl="bgShp" presStyleIdx="2" presStyleCnt="5"/>
      <dgm:spPr/>
    </dgm:pt>
    <dgm:pt modelId="{23718CE0-E857-4A6F-9E5F-D1730E3804C3}" type="pres">
      <dgm:prSet presAssocID="{3F7E049E-5C49-4100-A084-B11D664443B0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C40F2BFA-D2B6-4213-A6EE-02B9D25BA910}" type="pres">
      <dgm:prSet presAssocID="{3F7E049E-5C49-4100-A084-B11D664443B0}" presName="spaceRect" presStyleCnt="0"/>
      <dgm:spPr/>
    </dgm:pt>
    <dgm:pt modelId="{F8081FE1-89A1-4E12-9AAF-14C97C7B5AF2}" type="pres">
      <dgm:prSet presAssocID="{3F7E049E-5C49-4100-A084-B11D664443B0}" presName="parTx" presStyleLbl="revTx" presStyleIdx="2" presStyleCnt="5">
        <dgm:presLayoutVars>
          <dgm:chMax val="0"/>
          <dgm:chPref val="0"/>
        </dgm:presLayoutVars>
      </dgm:prSet>
      <dgm:spPr/>
    </dgm:pt>
    <dgm:pt modelId="{0C95F0EE-4079-4B4E-88C6-F3DA084D481D}" type="pres">
      <dgm:prSet presAssocID="{10253ECB-4910-4AA7-9429-B02FA83BF595}" presName="sibTrans" presStyleCnt="0"/>
      <dgm:spPr/>
    </dgm:pt>
    <dgm:pt modelId="{3B64B8AB-F531-43C6-A7F5-59F9FE887FF0}" type="pres">
      <dgm:prSet presAssocID="{D0B08A53-2F1D-49CA-8386-C1A476FF3A90}" presName="compNode" presStyleCnt="0"/>
      <dgm:spPr/>
    </dgm:pt>
    <dgm:pt modelId="{0E96BC90-D10D-433A-ABCC-A87FF87F6002}" type="pres">
      <dgm:prSet presAssocID="{D0B08A53-2F1D-49CA-8386-C1A476FF3A90}" presName="bgRect" presStyleLbl="bgShp" presStyleIdx="3" presStyleCnt="5"/>
      <dgm:spPr/>
    </dgm:pt>
    <dgm:pt modelId="{14DA6C6F-E1FA-4538-87CB-C61FAA6EE4F4}" type="pres">
      <dgm:prSet presAssocID="{D0B08A53-2F1D-49CA-8386-C1A476FF3A90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899923C-F7E3-4156-A0AB-2FF49F3DDBCF}" type="pres">
      <dgm:prSet presAssocID="{D0B08A53-2F1D-49CA-8386-C1A476FF3A90}" presName="spaceRect" presStyleCnt="0"/>
      <dgm:spPr/>
    </dgm:pt>
    <dgm:pt modelId="{B9182099-68EE-4858-BA8F-9F460ACCD80A}" type="pres">
      <dgm:prSet presAssocID="{D0B08A53-2F1D-49CA-8386-C1A476FF3A90}" presName="parTx" presStyleLbl="revTx" presStyleIdx="3" presStyleCnt="5">
        <dgm:presLayoutVars>
          <dgm:chMax val="0"/>
          <dgm:chPref val="0"/>
        </dgm:presLayoutVars>
      </dgm:prSet>
      <dgm:spPr/>
    </dgm:pt>
    <dgm:pt modelId="{3D6295EA-2526-4F5E-9857-3B6FB6D882F7}" type="pres">
      <dgm:prSet presAssocID="{ACDC1470-BFE6-4E9F-BD42-B400E64858FF}" presName="sibTrans" presStyleCnt="0"/>
      <dgm:spPr/>
    </dgm:pt>
    <dgm:pt modelId="{BC105565-931A-4036-A347-B85D7B40F934}" type="pres">
      <dgm:prSet presAssocID="{957DB969-28D4-4DF6-AEBC-D5591678823A}" presName="compNode" presStyleCnt="0"/>
      <dgm:spPr/>
    </dgm:pt>
    <dgm:pt modelId="{A56EA788-3956-4806-8A00-B506486F788B}" type="pres">
      <dgm:prSet presAssocID="{957DB969-28D4-4DF6-AEBC-D5591678823A}" presName="bgRect" presStyleLbl="bgShp" presStyleIdx="4" presStyleCnt="5"/>
      <dgm:spPr/>
    </dgm:pt>
    <dgm:pt modelId="{B577534C-069D-42FB-99C9-612467FAC94F}" type="pres">
      <dgm:prSet presAssocID="{957DB969-28D4-4DF6-AEBC-D5591678823A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Temperature"/>
        </a:ext>
      </dgm:extLst>
    </dgm:pt>
    <dgm:pt modelId="{F906A71E-A539-4F84-B92D-FD634DB532EB}" type="pres">
      <dgm:prSet presAssocID="{957DB969-28D4-4DF6-AEBC-D5591678823A}" presName="spaceRect" presStyleCnt="0"/>
      <dgm:spPr/>
    </dgm:pt>
    <dgm:pt modelId="{63D01339-0570-4D19-9D17-2BFA67ADBD96}" type="pres">
      <dgm:prSet presAssocID="{957DB969-28D4-4DF6-AEBC-D5591678823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5C4650D-9B53-4448-B323-BD2EA62F55AE}" type="presOf" srcId="{62FFDB0E-8AF2-4BCC-BE42-8EEC45A712DC}" destId="{56019E1D-4DBF-4EA7-95E1-F93C2FE23951}" srcOrd="0" destOrd="0" presId="urn:microsoft.com/office/officeart/2018/2/layout/IconVerticalSolidList"/>
    <dgm:cxn modelId="{93C7561D-59B5-4458-9E01-73CEADF2745C}" type="presOf" srcId="{F1E818D1-7BB9-43B5-A820-E45F5898EB50}" destId="{4002670B-EC78-47EE-B6CD-AEF18342ED98}" srcOrd="0" destOrd="0" presId="urn:microsoft.com/office/officeart/2018/2/layout/IconVerticalSolidList"/>
    <dgm:cxn modelId="{903BA422-50BB-4880-BCE3-6E3AC9C7321A}" srcId="{F1E818D1-7BB9-43B5-A820-E45F5898EB50}" destId="{957DB969-28D4-4DF6-AEBC-D5591678823A}" srcOrd="4" destOrd="0" parTransId="{97325C40-A118-4C9A-94C4-8ADC1E1751A2}" sibTransId="{9AC60CCC-38E9-43D7-8417-28DC687DDF99}"/>
    <dgm:cxn modelId="{B72C7A40-DDA2-4F31-9643-13B5FE778D9C}" type="presOf" srcId="{D0B08A53-2F1D-49CA-8386-C1A476FF3A90}" destId="{B9182099-68EE-4858-BA8F-9F460ACCD80A}" srcOrd="0" destOrd="0" presId="urn:microsoft.com/office/officeart/2018/2/layout/IconVerticalSolidList"/>
    <dgm:cxn modelId="{EE23EB5C-FA91-4008-BD03-8F6B5DABF98C}" srcId="{F1E818D1-7BB9-43B5-A820-E45F5898EB50}" destId="{3F7E049E-5C49-4100-A084-B11D664443B0}" srcOrd="2" destOrd="0" parTransId="{F9C52E3E-4B9E-4DF6-BD75-5830FCEC6A42}" sibTransId="{10253ECB-4910-4AA7-9429-B02FA83BF595}"/>
    <dgm:cxn modelId="{7F772F44-F83C-456B-9E7F-F2C5398F80A4}" type="presOf" srcId="{3F7E049E-5C49-4100-A084-B11D664443B0}" destId="{F8081FE1-89A1-4E12-9AAF-14C97C7B5AF2}" srcOrd="0" destOrd="0" presId="urn:microsoft.com/office/officeart/2018/2/layout/IconVerticalSolidList"/>
    <dgm:cxn modelId="{FC2B716E-ED2A-4775-845E-CEDEEFC9B078}" type="presOf" srcId="{957DB969-28D4-4DF6-AEBC-D5591678823A}" destId="{63D01339-0570-4D19-9D17-2BFA67ADBD96}" srcOrd="0" destOrd="0" presId="urn:microsoft.com/office/officeart/2018/2/layout/IconVerticalSolidList"/>
    <dgm:cxn modelId="{34E0614F-11B7-428E-88B8-B16604FB043A}" srcId="{F1E818D1-7BB9-43B5-A820-E45F5898EB50}" destId="{62FFDB0E-8AF2-4BCC-BE42-8EEC45A712DC}" srcOrd="0" destOrd="0" parTransId="{46613331-3C77-4441-8500-0D07D8A2D6B6}" sibTransId="{3812E57B-114A-4FCE-926B-DFBF5D369053}"/>
    <dgm:cxn modelId="{9B48AD85-529E-4E62-813E-9D38E5358361}" srcId="{F1E818D1-7BB9-43B5-A820-E45F5898EB50}" destId="{C533861E-7F3A-4D91-A460-D45A46CBA305}" srcOrd="1" destOrd="0" parTransId="{A77C21C6-0A11-4D04-AF81-F99491EAAAB9}" sibTransId="{CA2E84B7-56F8-403F-A91C-2204BCA4E962}"/>
    <dgm:cxn modelId="{E8AD26BC-2BA4-4696-93FF-F08091812885}" type="presOf" srcId="{C533861E-7F3A-4D91-A460-D45A46CBA305}" destId="{48F71EE6-9CE1-4B0F-9A14-E772DBA292DD}" srcOrd="0" destOrd="0" presId="urn:microsoft.com/office/officeart/2018/2/layout/IconVerticalSolidList"/>
    <dgm:cxn modelId="{617080FD-03B2-43A5-A37E-E18F5F53C148}" srcId="{F1E818D1-7BB9-43B5-A820-E45F5898EB50}" destId="{D0B08A53-2F1D-49CA-8386-C1A476FF3A90}" srcOrd="3" destOrd="0" parTransId="{3A1F2CA5-B38A-4509-BC89-4CC236471A15}" sibTransId="{ACDC1470-BFE6-4E9F-BD42-B400E64858FF}"/>
    <dgm:cxn modelId="{A1829829-9C90-4267-A4E6-EF68A73A2022}" type="presParOf" srcId="{4002670B-EC78-47EE-B6CD-AEF18342ED98}" destId="{3828368F-1112-4ADC-91C0-152A6C2504B0}" srcOrd="0" destOrd="0" presId="urn:microsoft.com/office/officeart/2018/2/layout/IconVerticalSolidList"/>
    <dgm:cxn modelId="{DD8D6A7C-EF78-41EB-94BB-A97B8FFC49D9}" type="presParOf" srcId="{3828368F-1112-4ADC-91C0-152A6C2504B0}" destId="{F7D50A1A-8D5D-43E9-A077-46C8F2E12AAB}" srcOrd="0" destOrd="0" presId="urn:microsoft.com/office/officeart/2018/2/layout/IconVerticalSolidList"/>
    <dgm:cxn modelId="{BCEA59FE-FFFB-44C1-A452-AED88D9DC167}" type="presParOf" srcId="{3828368F-1112-4ADC-91C0-152A6C2504B0}" destId="{93ECA233-2E51-4BD7-8D46-5F76EE78C684}" srcOrd="1" destOrd="0" presId="urn:microsoft.com/office/officeart/2018/2/layout/IconVerticalSolidList"/>
    <dgm:cxn modelId="{26E5656B-ED42-4F2D-AA20-BA77BE76EBAE}" type="presParOf" srcId="{3828368F-1112-4ADC-91C0-152A6C2504B0}" destId="{3A5BD7BE-2971-4EA7-A4B7-59C6520DD7DA}" srcOrd="2" destOrd="0" presId="urn:microsoft.com/office/officeart/2018/2/layout/IconVerticalSolidList"/>
    <dgm:cxn modelId="{1070B2F9-E903-4BC9-9ADB-1D5BADFFFB4A}" type="presParOf" srcId="{3828368F-1112-4ADC-91C0-152A6C2504B0}" destId="{56019E1D-4DBF-4EA7-95E1-F93C2FE23951}" srcOrd="3" destOrd="0" presId="urn:microsoft.com/office/officeart/2018/2/layout/IconVerticalSolidList"/>
    <dgm:cxn modelId="{394E1835-BF9E-4D17-A061-89CC11D61BD4}" type="presParOf" srcId="{4002670B-EC78-47EE-B6CD-AEF18342ED98}" destId="{58CF7728-83A8-4BD0-828A-D4F8219EA0B9}" srcOrd="1" destOrd="0" presId="urn:microsoft.com/office/officeart/2018/2/layout/IconVerticalSolidList"/>
    <dgm:cxn modelId="{F12A9ED4-FF4B-45CB-B1BB-6EC22C97B77D}" type="presParOf" srcId="{4002670B-EC78-47EE-B6CD-AEF18342ED98}" destId="{15EE1607-76A5-41F0-94B3-83C90F68DE7B}" srcOrd="2" destOrd="0" presId="urn:microsoft.com/office/officeart/2018/2/layout/IconVerticalSolidList"/>
    <dgm:cxn modelId="{2BCD987A-2CA8-4525-A1B3-E9DADED93F7F}" type="presParOf" srcId="{15EE1607-76A5-41F0-94B3-83C90F68DE7B}" destId="{F32FACA8-BEAB-4907-99D2-03D098E2E8FA}" srcOrd="0" destOrd="0" presId="urn:microsoft.com/office/officeart/2018/2/layout/IconVerticalSolidList"/>
    <dgm:cxn modelId="{E7E561DA-868C-4334-852A-B1ABB1E8CC16}" type="presParOf" srcId="{15EE1607-76A5-41F0-94B3-83C90F68DE7B}" destId="{F5F95AFF-00CC-4228-A45F-B1AE23587A41}" srcOrd="1" destOrd="0" presId="urn:microsoft.com/office/officeart/2018/2/layout/IconVerticalSolidList"/>
    <dgm:cxn modelId="{C3B2936F-EB26-4B12-91A2-BA56313BDBAB}" type="presParOf" srcId="{15EE1607-76A5-41F0-94B3-83C90F68DE7B}" destId="{B7E1DCF5-DA27-4335-B8B0-CA3B2AB5855B}" srcOrd="2" destOrd="0" presId="urn:microsoft.com/office/officeart/2018/2/layout/IconVerticalSolidList"/>
    <dgm:cxn modelId="{F004F2B3-1793-4475-94D7-A21CDEA02B49}" type="presParOf" srcId="{15EE1607-76A5-41F0-94B3-83C90F68DE7B}" destId="{48F71EE6-9CE1-4B0F-9A14-E772DBA292DD}" srcOrd="3" destOrd="0" presId="urn:microsoft.com/office/officeart/2018/2/layout/IconVerticalSolidList"/>
    <dgm:cxn modelId="{FF72ED99-982C-49A6-9E8C-E9273A1AD085}" type="presParOf" srcId="{4002670B-EC78-47EE-B6CD-AEF18342ED98}" destId="{C77CFE5F-ED7D-4B88-B701-748DB9346D6D}" srcOrd="3" destOrd="0" presId="urn:microsoft.com/office/officeart/2018/2/layout/IconVerticalSolidList"/>
    <dgm:cxn modelId="{96E82841-274E-4568-9C00-0774E36A6CBF}" type="presParOf" srcId="{4002670B-EC78-47EE-B6CD-AEF18342ED98}" destId="{2917DFED-7423-4FC4-B4DD-AB3735C69562}" srcOrd="4" destOrd="0" presId="urn:microsoft.com/office/officeart/2018/2/layout/IconVerticalSolidList"/>
    <dgm:cxn modelId="{6BB4EBB3-7710-4CCC-83B3-88821782196E}" type="presParOf" srcId="{2917DFED-7423-4FC4-B4DD-AB3735C69562}" destId="{DB9DC8CD-034A-4A0B-8A87-C3C72689BF6C}" srcOrd="0" destOrd="0" presId="urn:microsoft.com/office/officeart/2018/2/layout/IconVerticalSolidList"/>
    <dgm:cxn modelId="{257149DE-A7DB-480F-A99B-7D6551DDA707}" type="presParOf" srcId="{2917DFED-7423-4FC4-B4DD-AB3735C69562}" destId="{23718CE0-E857-4A6F-9E5F-D1730E3804C3}" srcOrd="1" destOrd="0" presId="urn:microsoft.com/office/officeart/2018/2/layout/IconVerticalSolidList"/>
    <dgm:cxn modelId="{E1A61C90-3FC8-4A2E-B7E0-81A4A5022C64}" type="presParOf" srcId="{2917DFED-7423-4FC4-B4DD-AB3735C69562}" destId="{C40F2BFA-D2B6-4213-A6EE-02B9D25BA910}" srcOrd="2" destOrd="0" presId="urn:microsoft.com/office/officeart/2018/2/layout/IconVerticalSolidList"/>
    <dgm:cxn modelId="{971354F8-7CDC-44A5-93B4-21A92041652F}" type="presParOf" srcId="{2917DFED-7423-4FC4-B4DD-AB3735C69562}" destId="{F8081FE1-89A1-4E12-9AAF-14C97C7B5AF2}" srcOrd="3" destOrd="0" presId="urn:microsoft.com/office/officeart/2018/2/layout/IconVerticalSolidList"/>
    <dgm:cxn modelId="{267C90A0-F0CF-4D4B-856E-9C71AB5671B6}" type="presParOf" srcId="{4002670B-EC78-47EE-B6CD-AEF18342ED98}" destId="{0C95F0EE-4079-4B4E-88C6-F3DA084D481D}" srcOrd="5" destOrd="0" presId="urn:microsoft.com/office/officeart/2018/2/layout/IconVerticalSolidList"/>
    <dgm:cxn modelId="{DAB5935E-E2BA-4EDF-9A5A-15ADD6FB0940}" type="presParOf" srcId="{4002670B-EC78-47EE-B6CD-AEF18342ED98}" destId="{3B64B8AB-F531-43C6-A7F5-59F9FE887FF0}" srcOrd="6" destOrd="0" presId="urn:microsoft.com/office/officeart/2018/2/layout/IconVerticalSolidList"/>
    <dgm:cxn modelId="{D5136C3D-EC25-468F-A9D7-89FB141E8D7A}" type="presParOf" srcId="{3B64B8AB-F531-43C6-A7F5-59F9FE887FF0}" destId="{0E96BC90-D10D-433A-ABCC-A87FF87F6002}" srcOrd="0" destOrd="0" presId="urn:microsoft.com/office/officeart/2018/2/layout/IconVerticalSolidList"/>
    <dgm:cxn modelId="{173D952F-1A31-47B9-AAD2-FF80A926C72B}" type="presParOf" srcId="{3B64B8AB-F531-43C6-A7F5-59F9FE887FF0}" destId="{14DA6C6F-E1FA-4538-87CB-C61FAA6EE4F4}" srcOrd="1" destOrd="0" presId="urn:microsoft.com/office/officeart/2018/2/layout/IconVerticalSolidList"/>
    <dgm:cxn modelId="{6D192028-5EE1-4916-9AC5-0788BD3FE38B}" type="presParOf" srcId="{3B64B8AB-F531-43C6-A7F5-59F9FE887FF0}" destId="{C899923C-F7E3-4156-A0AB-2FF49F3DDBCF}" srcOrd="2" destOrd="0" presId="urn:microsoft.com/office/officeart/2018/2/layout/IconVerticalSolidList"/>
    <dgm:cxn modelId="{3D1F4CB3-1468-4149-8669-1DC223AD8DA1}" type="presParOf" srcId="{3B64B8AB-F531-43C6-A7F5-59F9FE887FF0}" destId="{B9182099-68EE-4858-BA8F-9F460ACCD80A}" srcOrd="3" destOrd="0" presId="urn:microsoft.com/office/officeart/2018/2/layout/IconVerticalSolidList"/>
    <dgm:cxn modelId="{35FBD954-CBC3-4983-9097-7C7072CCB834}" type="presParOf" srcId="{4002670B-EC78-47EE-B6CD-AEF18342ED98}" destId="{3D6295EA-2526-4F5E-9857-3B6FB6D882F7}" srcOrd="7" destOrd="0" presId="urn:microsoft.com/office/officeart/2018/2/layout/IconVerticalSolidList"/>
    <dgm:cxn modelId="{7C5CB5B5-F8DA-48D0-A269-2351639DD904}" type="presParOf" srcId="{4002670B-EC78-47EE-B6CD-AEF18342ED98}" destId="{BC105565-931A-4036-A347-B85D7B40F934}" srcOrd="8" destOrd="0" presId="urn:microsoft.com/office/officeart/2018/2/layout/IconVerticalSolidList"/>
    <dgm:cxn modelId="{992D965D-6B4F-41A2-9529-055D4E343813}" type="presParOf" srcId="{BC105565-931A-4036-A347-B85D7B40F934}" destId="{A56EA788-3956-4806-8A00-B506486F788B}" srcOrd="0" destOrd="0" presId="urn:microsoft.com/office/officeart/2018/2/layout/IconVerticalSolidList"/>
    <dgm:cxn modelId="{DA0B0235-F68E-484C-BADF-F72C28A991AD}" type="presParOf" srcId="{BC105565-931A-4036-A347-B85D7B40F934}" destId="{B577534C-069D-42FB-99C9-612467FAC94F}" srcOrd="1" destOrd="0" presId="urn:microsoft.com/office/officeart/2018/2/layout/IconVerticalSolidList"/>
    <dgm:cxn modelId="{60E5F6C1-9393-49A7-B3C6-CD65131393E9}" type="presParOf" srcId="{BC105565-931A-4036-A347-B85D7B40F934}" destId="{F906A71E-A539-4F84-B92D-FD634DB532EB}" srcOrd="2" destOrd="0" presId="urn:microsoft.com/office/officeart/2018/2/layout/IconVerticalSolidList"/>
    <dgm:cxn modelId="{716D23CF-9A7A-45EE-B067-BC56597C092C}" type="presParOf" srcId="{BC105565-931A-4036-A347-B85D7B40F934}" destId="{63D01339-0570-4D19-9D17-2BFA67ADBD9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5075E5-7C4B-4CC0-A090-2C1988E9267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53186AA-46AE-4535-BBF9-755FCA053A0E}">
      <dgm:prSet/>
      <dgm:spPr/>
      <dgm:t>
        <a:bodyPr/>
        <a:lstStyle/>
        <a:p>
          <a:r>
            <a:rPr lang="en-US"/>
            <a:t>Containers act as root</a:t>
          </a:r>
        </a:p>
      </dgm:t>
    </dgm:pt>
    <dgm:pt modelId="{A564A6B0-04BA-411F-8142-13C4DE9B813A}" type="parTrans" cxnId="{C81590D8-0FE3-4A29-B281-4EAAC1FBA132}">
      <dgm:prSet/>
      <dgm:spPr/>
      <dgm:t>
        <a:bodyPr/>
        <a:lstStyle/>
        <a:p>
          <a:endParaRPr lang="en-US"/>
        </a:p>
      </dgm:t>
    </dgm:pt>
    <dgm:pt modelId="{A41BD645-23F2-4BBF-A7C2-FC77FAB283B6}" type="sibTrans" cxnId="{C81590D8-0FE3-4A29-B281-4EAAC1FBA132}">
      <dgm:prSet/>
      <dgm:spPr/>
      <dgm:t>
        <a:bodyPr/>
        <a:lstStyle/>
        <a:p>
          <a:endParaRPr lang="en-US"/>
        </a:p>
      </dgm:t>
    </dgm:pt>
    <dgm:pt modelId="{9082DF21-A3D4-479E-9392-3646C1A75347}">
      <dgm:prSet/>
      <dgm:spPr/>
      <dgm:t>
        <a:bodyPr/>
        <a:lstStyle/>
        <a:p>
          <a:r>
            <a:rPr lang="en-US"/>
            <a:t>Folders enable organization</a:t>
          </a:r>
        </a:p>
      </dgm:t>
    </dgm:pt>
    <dgm:pt modelId="{059C48AC-B982-4FFA-A93F-46E21A9E5863}" type="parTrans" cxnId="{97FEB231-97FB-4C73-A8EF-5E25C067DECE}">
      <dgm:prSet/>
      <dgm:spPr/>
      <dgm:t>
        <a:bodyPr/>
        <a:lstStyle/>
        <a:p>
          <a:endParaRPr lang="en-US"/>
        </a:p>
      </dgm:t>
    </dgm:pt>
    <dgm:pt modelId="{5B4FD7BD-9F08-424D-855F-C723DA0C3FB5}" type="sibTrans" cxnId="{97FEB231-97FB-4C73-A8EF-5E25C067DECE}">
      <dgm:prSet/>
      <dgm:spPr/>
      <dgm:t>
        <a:bodyPr/>
        <a:lstStyle/>
        <a:p>
          <a:endParaRPr lang="en-US"/>
        </a:p>
      </dgm:t>
    </dgm:pt>
    <dgm:pt modelId="{19B86158-371E-4A0B-9928-15D9DD0A0A92}">
      <dgm:prSet/>
      <dgm:spPr/>
      <dgm:t>
        <a:bodyPr/>
        <a:lstStyle/>
        <a:p>
          <a:r>
            <a:rPr lang="en-US"/>
            <a:t>Supports POSIX-like ACLs</a:t>
          </a:r>
        </a:p>
      </dgm:t>
    </dgm:pt>
    <dgm:pt modelId="{B0C44573-0800-47AC-8B43-227D4662B868}" type="parTrans" cxnId="{4148FE75-80D8-4BF6-BE7D-D593A651F59F}">
      <dgm:prSet/>
      <dgm:spPr/>
      <dgm:t>
        <a:bodyPr/>
        <a:lstStyle/>
        <a:p>
          <a:endParaRPr lang="en-US"/>
        </a:p>
      </dgm:t>
    </dgm:pt>
    <dgm:pt modelId="{31C6A585-91CC-4A12-8CAE-F40232426E6E}" type="sibTrans" cxnId="{4148FE75-80D8-4BF6-BE7D-D593A651F59F}">
      <dgm:prSet/>
      <dgm:spPr/>
      <dgm:t>
        <a:bodyPr/>
        <a:lstStyle/>
        <a:p>
          <a:endParaRPr lang="en-US"/>
        </a:p>
      </dgm:t>
    </dgm:pt>
    <dgm:pt modelId="{99460B84-DCEE-483D-BF72-50936DE1074F}">
      <dgm:prSet/>
      <dgm:spPr/>
      <dgm:t>
        <a:bodyPr/>
        <a:lstStyle/>
        <a:p>
          <a:r>
            <a:rPr lang="en-US"/>
            <a:t>Improves query performance</a:t>
          </a:r>
        </a:p>
      </dgm:t>
    </dgm:pt>
    <dgm:pt modelId="{C92E7BB2-1E93-403F-A6F0-29EDC1A7971C}" type="parTrans" cxnId="{F8059273-CF99-4BE3-8CDC-6E16466C0487}">
      <dgm:prSet/>
      <dgm:spPr/>
      <dgm:t>
        <a:bodyPr/>
        <a:lstStyle/>
        <a:p>
          <a:endParaRPr lang="en-US"/>
        </a:p>
      </dgm:t>
    </dgm:pt>
    <dgm:pt modelId="{441F203E-C530-4A0F-9A8C-FCA34C621B90}" type="sibTrans" cxnId="{F8059273-CF99-4BE3-8CDC-6E16466C0487}">
      <dgm:prSet/>
      <dgm:spPr/>
      <dgm:t>
        <a:bodyPr/>
        <a:lstStyle/>
        <a:p>
          <a:endParaRPr lang="en-US"/>
        </a:p>
      </dgm:t>
    </dgm:pt>
    <dgm:pt modelId="{C0D5CDD9-428E-4CB7-9E61-EAE1700DE6D2}" type="pres">
      <dgm:prSet presAssocID="{5B5075E5-7C4B-4CC0-A090-2C1988E92670}" presName="linear" presStyleCnt="0">
        <dgm:presLayoutVars>
          <dgm:animLvl val="lvl"/>
          <dgm:resizeHandles val="exact"/>
        </dgm:presLayoutVars>
      </dgm:prSet>
      <dgm:spPr/>
    </dgm:pt>
    <dgm:pt modelId="{39F58DA8-F207-4416-9C23-246DD6BF3D0A}" type="pres">
      <dgm:prSet presAssocID="{E53186AA-46AE-4535-BBF9-755FCA053A0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7BA87BD-D48F-40D3-B19E-1C37B409397C}" type="pres">
      <dgm:prSet presAssocID="{A41BD645-23F2-4BBF-A7C2-FC77FAB283B6}" presName="spacer" presStyleCnt="0"/>
      <dgm:spPr/>
    </dgm:pt>
    <dgm:pt modelId="{6745872D-94DF-4BA8-B2A2-BB7679997DD0}" type="pres">
      <dgm:prSet presAssocID="{9082DF21-A3D4-479E-9392-3646C1A7534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FAA9ACC-8143-46F9-9D32-3D016BE69697}" type="pres">
      <dgm:prSet presAssocID="{5B4FD7BD-9F08-424D-855F-C723DA0C3FB5}" presName="spacer" presStyleCnt="0"/>
      <dgm:spPr/>
    </dgm:pt>
    <dgm:pt modelId="{0DC55875-15BE-41B1-B359-EE3881286485}" type="pres">
      <dgm:prSet presAssocID="{19B86158-371E-4A0B-9928-15D9DD0A0A9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AE9C2C4-AFBE-4FFF-91A3-E81E035A4EAE}" type="pres">
      <dgm:prSet presAssocID="{31C6A585-91CC-4A12-8CAE-F40232426E6E}" presName="spacer" presStyleCnt="0"/>
      <dgm:spPr/>
    </dgm:pt>
    <dgm:pt modelId="{44F77EF8-4E06-4674-A828-18E88613EA31}" type="pres">
      <dgm:prSet presAssocID="{99460B84-DCEE-483D-BF72-50936DE1074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B05E110-4E04-4BA0-888B-622782442AC6}" type="presOf" srcId="{9082DF21-A3D4-479E-9392-3646C1A75347}" destId="{6745872D-94DF-4BA8-B2A2-BB7679997DD0}" srcOrd="0" destOrd="0" presId="urn:microsoft.com/office/officeart/2005/8/layout/vList2"/>
    <dgm:cxn modelId="{97FEB231-97FB-4C73-A8EF-5E25C067DECE}" srcId="{5B5075E5-7C4B-4CC0-A090-2C1988E92670}" destId="{9082DF21-A3D4-479E-9392-3646C1A75347}" srcOrd="1" destOrd="0" parTransId="{059C48AC-B982-4FFA-A93F-46E21A9E5863}" sibTransId="{5B4FD7BD-9F08-424D-855F-C723DA0C3FB5}"/>
    <dgm:cxn modelId="{F8059273-CF99-4BE3-8CDC-6E16466C0487}" srcId="{5B5075E5-7C4B-4CC0-A090-2C1988E92670}" destId="{99460B84-DCEE-483D-BF72-50936DE1074F}" srcOrd="3" destOrd="0" parTransId="{C92E7BB2-1E93-403F-A6F0-29EDC1A7971C}" sibTransId="{441F203E-C530-4A0F-9A8C-FCA34C621B90}"/>
    <dgm:cxn modelId="{4148FE75-80D8-4BF6-BE7D-D593A651F59F}" srcId="{5B5075E5-7C4B-4CC0-A090-2C1988E92670}" destId="{19B86158-371E-4A0B-9928-15D9DD0A0A92}" srcOrd="2" destOrd="0" parTransId="{B0C44573-0800-47AC-8B43-227D4662B868}" sibTransId="{31C6A585-91CC-4A12-8CAE-F40232426E6E}"/>
    <dgm:cxn modelId="{61AE2199-FBB6-435D-B4F7-31A0ACB38EB2}" type="presOf" srcId="{19B86158-371E-4A0B-9928-15D9DD0A0A92}" destId="{0DC55875-15BE-41B1-B359-EE3881286485}" srcOrd="0" destOrd="0" presId="urn:microsoft.com/office/officeart/2005/8/layout/vList2"/>
    <dgm:cxn modelId="{8BB476A2-7DF0-4045-B1B6-F7CB94DF0538}" type="presOf" srcId="{E53186AA-46AE-4535-BBF9-755FCA053A0E}" destId="{39F58DA8-F207-4416-9C23-246DD6BF3D0A}" srcOrd="0" destOrd="0" presId="urn:microsoft.com/office/officeart/2005/8/layout/vList2"/>
    <dgm:cxn modelId="{5A4114BE-8982-42C5-852B-B855D1115CA8}" type="presOf" srcId="{99460B84-DCEE-483D-BF72-50936DE1074F}" destId="{44F77EF8-4E06-4674-A828-18E88613EA31}" srcOrd="0" destOrd="0" presId="urn:microsoft.com/office/officeart/2005/8/layout/vList2"/>
    <dgm:cxn modelId="{802B1FCC-FF3C-4273-9298-2C1C2245F162}" type="presOf" srcId="{5B5075E5-7C4B-4CC0-A090-2C1988E92670}" destId="{C0D5CDD9-428E-4CB7-9E61-EAE1700DE6D2}" srcOrd="0" destOrd="0" presId="urn:microsoft.com/office/officeart/2005/8/layout/vList2"/>
    <dgm:cxn modelId="{C81590D8-0FE3-4A29-B281-4EAAC1FBA132}" srcId="{5B5075E5-7C4B-4CC0-A090-2C1988E92670}" destId="{E53186AA-46AE-4535-BBF9-755FCA053A0E}" srcOrd="0" destOrd="0" parTransId="{A564A6B0-04BA-411F-8142-13C4DE9B813A}" sibTransId="{A41BD645-23F2-4BBF-A7C2-FC77FAB283B6}"/>
    <dgm:cxn modelId="{B7996E09-9CAB-405B-B406-375B566D5FA3}" type="presParOf" srcId="{C0D5CDD9-428E-4CB7-9E61-EAE1700DE6D2}" destId="{39F58DA8-F207-4416-9C23-246DD6BF3D0A}" srcOrd="0" destOrd="0" presId="urn:microsoft.com/office/officeart/2005/8/layout/vList2"/>
    <dgm:cxn modelId="{7C4BA51D-1E52-4805-9056-558E9DD3EA3D}" type="presParOf" srcId="{C0D5CDD9-428E-4CB7-9E61-EAE1700DE6D2}" destId="{97BA87BD-D48F-40D3-B19E-1C37B409397C}" srcOrd="1" destOrd="0" presId="urn:microsoft.com/office/officeart/2005/8/layout/vList2"/>
    <dgm:cxn modelId="{0B54CCE6-DCF2-4EAE-AFE5-7AA9D904861A}" type="presParOf" srcId="{C0D5CDD9-428E-4CB7-9E61-EAE1700DE6D2}" destId="{6745872D-94DF-4BA8-B2A2-BB7679997DD0}" srcOrd="2" destOrd="0" presId="urn:microsoft.com/office/officeart/2005/8/layout/vList2"/>
    <dgm:cxn modelId="{BAE56DC4-25D3-43EC-B155-FEB332AFBD2C}" type="presParOf" srcId="{C0D5CDD9-428E-4CB7-9E61-EAE1700DE6D2}" destId="{7FAA9ACC-8143-46F9-9D32-3D016BE69697}" srcOrd="3" destOrd="0" presId="urn:microsoft.com/office/officeart/2005/8/layout/vList2"/>
    <dgm:cxn modelId="{4AB85077-EE0C-4DB2-92C6-A1A72BF3D5E5}" type="presParOf" srcId="{C0D5CDD9-428E-4CB7-9E61-EAE1700DE6D2}" destId="{0DC55875-15BE-41B1-B359-EE3881286485}" srcOrd="4" destOrd="0" presId="urn:microsoft.com/office/officeart/2005/8/layout/vList2"/>
    <dgm:cxn modelId="{9DA3BF4F-5DE0-4581-84DE-E13F8FAAE702}" type="presParOf" srcId="{C0D5CDD9-428E-4CB7-9E61-EAE1700DE6D2}" destId="{FAE9C2C4-AFBE-4FFF-91A3-E81E035A4EAE}" srcOrd="5" destOrd="0" presId="urn:microsoft.com/office/officeart/2005/8/layout/vList2"/>
    <dgm:cxn modelId="{52D3E3F7-CB0B-4317-B85D-2DE8C8F5BABA}" type="presParOf" srcId="{C0D5CDD9-428E-4CB7-9E61-EAE1700DE6D2}" destId="{44F77EF8-4E06-4674-A828-18E88613EA3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75ADEF-64BA-4139-A0CC-75AA02CA4797}">
      <dsp:nvSpPr>
        <dsp:cNvPr id="0" name=""/>
        <dsp:cNvSpPr/>
      </dsp:nvSpPr>
      <dsp:spPr>
        <a:xfrm>
          <a:off x="0" y="2042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D136EF-D761-4665-A9F0-AF32B7779A03}">
      <dsp:nvSpPr>
        <dsp:cNvPr id="0" name=""/>
        <dsp:cNvSpPr/>
      </dsp:nvSpPr>
      <dsp:spPr>
        <a:xfrm>
          <a:off x="313145" y="234960"/>
          <a:ext cx="569355" cy="5693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135A21-9431-496D-86D6-FE169E497F5F}">
      <dsp:nvSpPr>
        <dsp:cNvPr id="0" name=""/>
        <dsp:cNvSpPr/>
      </dsp:nvSpPr>
      <dsp:spPr>
        <a:xfrm>
          <a:off x="1195647" y="2042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Hierarchical namespace</a:t>
          </a:r>
        </a:p>
      </dsp:txBody>
      <dsp:txXfrm>
        <a:off x="1195647" y="2042"/>
        <a:ext cx="3035833" cy="1035192"/>
      </dsp:txXfrm>
    </dsp:sp>
    <dsp:sp modelId="{E12EF5F1-05E0-4290-A75C-8DDB6A965CEA}">
      <dsp:nvSpPr>
        <dsp:cNvPr id="0" name=""/>
        <dsp:cNvSpPr/>
      </dsp:nvSpPr>
      <dsp:spPr>
        <a:xfrm>
          <a:off x="0" y="1296033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D7E585-C90D-4F7B-AC81-350C07AC9AC4}">
      <dsp:nvSpPr>
        <dsp:cNvPr id="0" name=""/>
        <dsp:cNvSpPr/>
      </dsp:nvSpPr>
      <dsp:spPr>
        <a:xfrm>
          <a:off x="313145" y="1528951"/>
          <a:ext cx="569355" cy="5693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3004A1-E942-4BE7-9AD4-45F1F2C0B716}">
      <dsp:nvSpPr>
        <dsp:cNvPr id="0" name=""/>
        <dsp:cNvSpPr/>
      </dsp:nvSpPr>
      <dsp:spPr>
        <a:xfrm>
          <a:off x="1195647" y="1296033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Optimized for big data analytics</a:t>
          </a:r>
        </a:p>
      </dsp:txBody>
      <dsp:txXfrm>
        <a:off x="1195647" y="1296033"/>
        <a:ext cx="3035833" cy="1035192"/>
      </dsp:txXfrm>
    </dsp:sp>
    <dsp:sp modelId="{0AFB6DF3-DD08-47C4-87E6-9696DE6847A3}">
      <dsp:nvSpPr>
        <dsp:cNvPr id="0" name=""/>
        <dsp:cNvSpPr/>
      </dsp:nvSpPr>
      <dsp:spPr>
        <a:xfrm>
          <a:off x="0" y="2590024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BE85F9-A595-48DE-A669-89801C71ADD2}">
      <dsp:nvSpPr>
        <dsp:cNvPr id="0" name=""/>
        <dsp:cNvSpPr/>
      </dsp:nvSpPr>
      <dsp:spPr>
        <a:xfrm>
          <a:off x="313145" y="2822942"/>
          <a:ext cx="569355" cy="5693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373C55-F502-454B-A8EE-99C1095636F7}">
      <dsp:nvSpPr>
        <dsp:cNvPr id="0" name=""/>
        <dsp:cNvSpPr/>
      </dsp:nvSpPr>
      <dsp:spPr>
        <a:xfrm>
          <a:off x="1195647" y="2590024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Built on Azure Blob Storage</a:t>
          </a:r>
        </a:p>
      </dsp:txBody>
      <dsp:txXfrm>
        <a:off x="1195647" y="2590024"/>
        <a:ext cx="3035833" cy="1035192"/>
      </dsp:txXfrm>
    </dsp:sp>
    <dsp:sp modelId="{69A97A6F-F85E-4EE6-8E32-B5A759024950}">
      <dsp:nvSpPr>
        <dsp:cNvPr id="0" name=""/>
        <dsp:cNvSpPr/>
      </dsp:nvSpPr>
      <dsp:spPr>
        <a:xfrm>
          <a:off x="0" y="3884014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AA9E90-972A-4C17-8003-CDF034CF2D0B}">
      <dsp:nvSpPr>
        <dsp:cNvPr id="0" name=""/>
        <dsp:cNvSpPr/>
      </dsp:nvSpPr>
      <dsp:spPr>
        <a:xfrm>
          <a:off x="313145" y="4116933"/>
          <a:ext cx="569355" cy="5693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84EF23-A0D7-49F5-88C9-6FEF5F6D6D85}">
      <dsp:nvSpPr>
        <dsp:cNvPr id="0" name=""/>
        <dsp:cNvSpPr/>
      </dsp:nvSpPr>
      <dsp:spPr>
        <a:xfrm>
          <a:off x="1195647" y="3884014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Supports Hadoop compatible access</a:t>
          </a:r>
        </a:p>
      </dsp:txBody>
      <dsp:txXfrm>
        <a:off x="1195647" y="3884014"/>
        <a:ext cx="3035833" cy="10351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D50A1A-8D5D-43E9-A077-46C8F2E12AAB}">
      <dsp:nvSpPr>
        <dsp:cNvPr id="0" name=""/>
        <dsp:cNvSpPr/>
      </dsp:nvSpPr>
      <dsp:spPr>
        <a:xfrm>
          <a:off x="0" y="3844"/>
          <a:ext cx="4231481" cy="81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ECA233-2E51-4BD7-8D46-5F76EE78C684}">
      <dsp:nvSpPr>
        <dsp:cNvPr id="0" name=""/>
        <dsp:cNvSpPr/>
      </dsp:nvSpPr>
      <dsp:spPr>
        <a:xfrm>
          <a:off x="247725" y="188103"/>
          <a:ext cx="450409" cy="4504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019E1D-4DBF-4EA7-95E1-F93C2FE23951}">
      <dsp:nvSpPr>
        <dsp:cNvPr id="0" name=""/>
        <dsp:cNvSpPr/>
      </dsp:nvSpPr>
      <dsp:spPr>
        <a:xfrm>
          <a:off x="945860" y="3844"/>
          <a:ext cx="3285620" cy="81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70" tIns="86670" rIns="86670" bIns="8667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Storage Account</a:t>
          </a:r>
        </a:p>
      </dsp:txBody>
      <dsp:txXfrm>
        <a:off x="945860" y="3844"/>
        <a:ext cx="3285620" cy="818926"/>
      </dsp:txXfrm>
    </dsp:sp>
    <dsp:sp modelId="{F32FACA8-BEAB-4907-99D2-03D098E2E8FA}">
      <dsp:nvSpPr>
        <dsp:cNvPr id="0" name=""/>
        <dsp:cNvSpPr/>
      </dsp:nvSpPr>
      <dsp:spPr>
        <a:xfrm>
          <a:off x="0" y="1027503"/>
          <a:ext cx="4231481" cy="81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F95AFF-00CC-4228-A45F-B1AE23587A41}">
      <dsp:nvSpPr>
        <dsp:cNvPr id="0" name=""/>
        <dsp:cNvSpPr/>
      </dsp:nvSpPr>
      <dsp:spPr>
        <a:xfrm>
          <a:off x="247725" y="1211761"/>
          <a:ext cx="450409" cy="4504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F71EE6-9CE1-4B0F-9A14-E772DBA292DD}">
      <dsp:nvSpPr>
        <dsp:cNvPr id="0" name=""/>
        <dsp:cNvSpPr/>
      </dsp:nvSpPr>
      <dsp:spPr>
        <a:xfrm>
          <a:off x="945860" y="1027503"/>
          <a:ext cx="3285620" cy="81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70" tIns="86670" rIns="86670" bIns="8667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Containers (File Systems)</a:t>
          </a:r>
        </a:p>
      </dsp:txBody>
      <dsp:txXfrm>
        <a:off x="945860" y="1027503"/>
        <a:ext cx="3285620" cy="818926"/>
      </dsp:txXfrm>
    </dsp:sp>
    <dsp:sp modelId="{DB9DC8CD-034A-4A0B-8A87-C3C72689BF6C}">
      <dsp:nvSpPr>
        <dsp:cNvPr id="0" name=""/>
        <dsp:cNvSpPr/>
      </dsp:nvSpPr>
      <dsp:spPr>
        <a:xfrm>
          <a:off x="0" y="2051161"/>
          <a:ext cx="4231481" cy="81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718CE0-E857-4A6F-9E5F-D1730E3804C3}">
      <dsp:nvSpPr>
        <dsp:cNvPr id="0" name=""/>
        <dsp:cNvSpPr/>
      </dsp:nvSpPr>
      <dsp:spPr>
        <a:xfrm>
          <a:off x="247725" y="2235420"/>
          <a:ext cx="450409" cy="4504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081FE1-89A1-4E12-9AAF-14C97C7B5AF2}">
      <dsp:nvSpPr>
        <dsp:cNvPr id="0" name=""/>
        <dsp:cNvSpPr/>
      </dsp:nvSpPr>
      <dsp:spPr>
        <a:xfrm>
          <a:off x="945860" y="2051161"/>
          <a:ext cx="3285620" cy="81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70" tIns="86670" rIns="86670" bIns="8667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Directories &amp; Files</a:t>
          </a:r>
        </a:p>
      </dsp:txBody>
      <dsp:txXfrm>
        <a:off x="945860" y="2051161"/>
        <a:ext cx="3285620" cy="818926"/>
      </dsp:txXfrm>
    </dsp:sp>
    <dsp:sp modelId="{0E96BC90-D10D-433A-ABCC-A87FF87F6002}">
      <dsp:nvSpPr>
        <dsp:cNvPr id="0" name=""/>
        <dsp:cNvSpPr/>
      </dsp:nvSpPr>
      <dsp:spPr>
        <a:xfrm>
          <a:off x="0" y="3074820"/>
          <a:ext cx="4231481" cy="81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DA6C6F-E1FA-4538-87CB-C61FAA6EE4F4}">
      <dsp:nvSpPr>
        <dsp:cNvPr id="0" name=""/>
        <dsp:cNvSpPr/>
      </dsp:nvSpPr>
      <dsp:spPr>
        <a:xfrm>
          <a:off x="247725" y="3259078"/>
          <a:ext cx="450409" cy="4504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182099-68EE-4858-BA8F-9F460ACCD80A}">
      <dsp:nvSpPr>
        <dsp:cNvPr id="0" name=""/>
        <dsp:cNvSpPr/>
      </dsp:nvSpPr>
      <dsp:spPr>
        <a:xfrm>
          <a:off x="945860" y="3074820"/>
          <a:ext cx="3285620" cy="81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70" tIns="86670" rIns="86670" bIns="8667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High scalability and durability</a:t>
          </a:r>
        </a:p>
      </dsp:txBody>
      <dsp:txXfrm>
        <a:off x="945860" y="3074820"/>
        <a:ext cx="3285620" cy="818926"/>
      </dsp:txXfrm>
    </dsp:sp>
    <dsp:sp modelId="{A56EA788-3956-4806-8A00-B506486F788B}">
      <dsp:nvSpPr>
        <dsp:cNvPr id="0" name=""/>
        <dsp:cNvSpPr/>
      </dsp:nvSpPr>
      <dsp:spPr>
        <a:xfrm>
          <a:off x="0" y="4098478"/>
          <a:ext cx="4231481" cy="8189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77534C-069D-42FB-99C9-612467FAC94F}">
      <dsp:nvSpPr>
        <dsp:cNvPr id="0" name=""/>
        <dsp:cNvSpPr/>
      </dsp:nvSpPr>
      <dsp:spPr>
        <a:xfrm>
          <a:off x="247725" y="4282737"/>
          <a:ext cx="450409" cy="4504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D01339-0570-4D19-9D17-2BFA67ADBD96}">
      <dsp:nvSpPr>
        <dsp:cNvPr id="0" name=""/>
        <dsp:cNvSpPr/>
      </dsp:nvSpPr>
      <dsp:spPr>
        <a:xfrm>
          <a:off x="945860" y="4098478"/>
          <a:ext cx="3285620" cy="81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70" tIns="86670" rIns="86670" bIns="8667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Hot, Cool, Archive tiers</a:t>
          </a:r>
        </a:p>
      </dsp:txBody>
      <dsp:txXfrm>
        <a:off x="945860" y="4098478"/>
        <a:ext cx="3285620" cy="81892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F58DA8-F207-4416-9C23-246DD6BF3D0A}">
      <dsp:nvSpPr>
        <dsp:cNvPr id="0" name=""/>
        <dsp:cNvSpPr/>
      </dsp:nvSpPr>
      <dsp:spPr>
        <a:xfrm>
          <a:off x="0" y="72297"/>
          <a:ext cx="4231481" cy="112720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Containers act as root</a:t>
          </a:r>
        </a:p>
      </dsp:txBody>
      <dsp:txXfrm>
        <a:off x="55026" y="127323"/>
        <a:ext cx="4121429" cy="1017151"/>
      </dsp:txXfrm>
    </dsp:sp>
    <dsp:sp modelId="{6745872D-94DF-4BA8-B2A2-BB7679997DD0}">
      <dsp:nvSpPr>
        <dsp:cNvPr id="0" name=""/>
        <dsp:cNvSpPr/>
      </dsp:nvSpPr>
      <dsp:spPr>
        <a:xfrm>
          <a:off x="0" y="1288781"/>
          <a:ext cx="4231481" cy="1127203"/>
        </a:xfrm>
        <a:prstGeom prst="roundRect">
          <a:avLst/>
        </a:prstGeom>
        <a:solidFill>
          <a:schemeClr val="accent5">
            <a:hueOff val="785595"/>
            <a:satOff val="-3757"/>
            <a:lumOff val="411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Folders enable organization</a:t>
          </a:r>
        </a:p>
      </dsp:txBody>
      <dsp:txXfrm>
        <a:off x="55026" y="1343807"/>
        <a:ext cx="4121429" cy="1017151"/>
      </dsp:txXfrm>
    </dsp:sp>
    <dsp:sp modelId="{0DC55875-15BE-41B1-B359-EE3881286485}">
      <dsp:nvSpPr>
        <dsp:cNvPr id="0" name=""/>
        <dsp:cNvSpPr/>
      </dsp:nvSpPr>
      <dsp:spPr>
        <a:xfrm>
          <a:off x="0" y="2505264"/>
          <a:ext cx="4231481" cy="1127203"/>
        </a:xfrm>
        <a:prstGeom prst="roundRect">
          <a:avLst/>
        </a:prstGeom>
        <a:solidFill>
          <a:schemeClr val="accent5">
            <a:hueOff val="1571189"/>
            <a:satOff val="-7513"/>
            <a:lumOff val="823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Supports POSIX-like ACLs</a:t>
          </a:r>
        </a:p>
      </dsp:txBody>
      <dsp:txXfrm>
        <a:off x="55026" y="2560290"/>
        <a:ext cx="4121429" cy="1017151"/>
      </dsp:txXfrm>
    </dsp:sp>
    <dsp:sp modelId="{44F77EF8-4E06-4674-A828-18E88613EA31}">
      <dsp:nvSpPr>
        <dsp:cNvPr id="0" name=""/>
        <dsp:cNvSpPr/>
      </dsp:nvSpPr>
      <dsp:spPr>
        <a:xfrm>
          <a:off x="0" y="3721748"/>
          <a:ext cx="4231481" cy="1127203"/>
        </a:xfrm>
        <a:prstGeom prst="roundRect">
          <a:avLst/>
        </a:prstGeom>
        <a:solidFill>
          <a:schemeClr val="accent5">
            <a:hueOff val="2356783"/>
            <a:satOff val="-11270"/>
            <a:lumOff val="1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Improves query performance</a:t>
          </a:r>
        </a:p>
      </dsp:txBody>
      <dsp:txXfrm>
        <a:off x="55026" y="3776774"/>
        <a:ext cx="4121429" cy="10171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5983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564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4044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5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735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972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987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423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7620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529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5386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7290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Azure Storage &amp; Data Lake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Module 4 &amp; 5 - ADLS Gen2 &amp; Lakehouse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ADLS Gen2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A6C6D3-DC5D-FBA3-F586-2383A20677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4139029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IN" sz="4100">
                <a:solidFill>
                  <a:srgbClr val="FFFFFF"/>
                </a:solidFill>
              </a:rPr>
              <a:t>Storage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4B35D9-57AA-FE1E-CAE8-C088FB5912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2402235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Containers &amp; Hierarchy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347CFC-033B-9BED-C40C-48C68479A0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426705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Access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Access Keys</a:t>
            </a:r>
          </a:p>
          <a:p>
            <a:r>
              <a:t>Shared Access Signature (SAS)</a:t>
            </a:r>
          </a:p>
          <a:p>
            <a:r>
              <a:t>Service Principal (Azure AD)</a:t>
            </a:r>
          </a:p>
          <a:p>
            <a:r>
              <a:t>Managed Identity (recommended)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 sz="4100">
                <a:solidFill>
                  <a:srgbClr val="FFFFFF"/>
                </a:solidFill>
              </a:rPr>
              <a:t>Lifecycle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Automate data movement between tiers</a:t>
            </a:r>
          </a:p>
          <a:p>
            <a:r>
              <a:t>Delete old data</a:t>
            </a:r>
          </a:p>
          <a:p>
            <a:r>
              <a:t>Policy-based rules</a:t>
            </a:r>
          </a:p>
          <a:p>
            <a:r>
              <a:t>Reduce storage cost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Encryption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r>
              <a:t>Data encrypted at rest</a:t>
            </a:r>
          </a:p>
          <a:p>
            <a:r>
              <a:t>Microsoft-managed keys</a:t>
            </a:r>
          </a:p>
          <a:p>
            <a:r>
              <a:t>Customer-managed keys (CMK)</a:t>
            </a:r>
          </a:p>
          <a:p>
            <a:r>
              <a:t>HTTPS for data in transit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Folder Design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/ Processed / Curated</a:t>
            </a:r>
          </a:p>
          <a:p>
            <a:r>
              <a:t>Partitioning (date, region)</a:t>
            </a:r>
          </a:p>
          <a:p>
            <a:r>
              <a:t>Avoid small files</a:t>
            </a:r>
          </a:p>
          <a:p>
            <a:r>
              <a:t>Naming conventions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Lakehouse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Combines Data Lake + Data Warehouse</a:t>
            </a:r>
          </a:p>
          <a:p>
            <a:r>
              <a:t>Supports BI &amp; ML</a:t>
            </a:r>
          </a:p>
          <a:p>
            <a:r>
              <a:t>Uses Delta Lake format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ADLS + Databricks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Databricks mounts ADLS</a:t>
            </a:r>
          </a:p>
          <a:p>
            <a:r>
              <a:t>Uses Spark engine</a:t>
            </a:r>
          </a:p>
          <a:p>
            <a:r>
              <a:t>Supports batch &amp; streaming</a:t>
            </a:r>
          </a:p>
          <a:p>
            <a:r>
              <a:t>Unified analytics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Bronze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ingested data</a:t>
            </a:r>
          </a:p>
          <a:p>
            <a:r>
              <a:t>Minimal transformation</a:t>
            </a:r>
          </a:p>
          <a:p>
            <a:r>
              <a:t>Schema-on-read</a:t>
            </a:r>
          </a:p>
          <a:p>
            <a:r>
              <a:t>Used for traceability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Silver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Cleaned and filtered data</a:t>
            </a:r>
          </a:p>
          <a:p>
            <a:r>
              <a:t>Business rules applied</a:t>
            </a:r>
          </a:p>
          <a:p>
            <a:r>
              <a:t>Joins and transformations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Gold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Aggregated data</a:t>
            </a:r>
          </a:p>
          <a:p>
            <a:r>
              <a:t>Ready for BI tools</a:t>
            </a:r>
          </a:p>
          <a:p>
            <a:r>
              <a:t>Optimized for reporting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Cost-Aware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appropriate storage tiers</a:t>
            </a:r>
          </a:p>
          <a:p>
            <a:r>
              <a:t>Partition data efficiently</a:t>
            </a:r>
          </a:p>
          <a:p>
            <a:r>
              <a:t>Use compression</a:t>
            </a:r>
          </a:p>
          <a:p>
            <a:r>
              <a:t>Avoid redundant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Optimize file size (100MB-1GB)</a:t>
            </a:r>
          </a:p>
          <a:p>
            <a:r>
              <a:t>Use partition pruning</a:t>
            </a:r>
          </a:p>
          <a:p>
            <a:r>
              <a:t>Leverage caching</a:t>
            </a:r>
          </a:p>
          <a:p>
            <a:r>
              <a:t>Use Delta Lake optimizations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</TotalTime>
  <Words>244</Words>
  <Application>Microsoft Office PowerPoint</Application>
  <PresentationFormat>On-screen Show (4:3)</PresentationFormat>
  <Paragraphs>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Tw Cen MT</vt:lpstr>
      <vt:lpstr>Tw Cen MT Condensed</vt:lpstr>
      <vt:lpstr>Wingdings 3</vt:lpstr>
      <vt:lpstr>Integral</vt:lpstr>
      <vt:lpstr>Azure Storage &amp; Data Lake Architecture</vt:lpstr>
      <vt:lpstr>ADLS Gen2 Overview</vt:lpstr>
      <vt:lpstr>Storage Architecture</vt:lpstr>
      <vt:lpstr>Containers &amp; Hierarchy</vt:lpstr>
      <vt:lpstr>Access Methods</vt:lpstr>
      <vt:lpstr>Lifecycle Management</vt:lpstr>
      <vt:lpstr>Encryption Basics</vt:lpstr>
      <vt:lpstr>Folder Design Patterns</vt:lpstr>
      <vt:lpstr>Lakehouse Architecture</vt:lpstr>
      <vt:lpstr>ADLS + Databricks Integration</vt:lpstr>
      <vt:lpstr>Bronze Layer</vt:lpstr>
      <vt:lpstr>Silver Layer</vt:lpstr>
      <vt:lpstr>Gold Layer</vt:lpstr>
      <vt:lpstr>Cost-Aware Design</vt:lpstr>
      <vt:lpstr>Performance Considerations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3</cp:revision>
  <dcterms:created xsi:type="dcterms:W3CDTF">2013-01-27T09:14:16Z</dcterms:created>
  <dcterms:modified xsi:type="dcterms:W3CDTF">2026-03-29T11:53:06Z</dcterms:modified>
  <cp:category/>
</cp:coreProperties>
</file>